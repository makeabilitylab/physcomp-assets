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7A63-8964-8FBA-DF9D-278F5E3A2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1FCB0-746F-CBEA-1603-59830DDEE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0FB88-4A69-D234-EF73-B510D1D1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05D93-AA2F-013F-9E40-E57112BFB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8F3DF-05F6-5303-1FC0-AC01C0D6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4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3FAF-8DB0-4D08-C516-08FA80C3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1C71-1455-46CD-9120-96A772E4B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3F27-D20C-EA15-40F6-772E0381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BABDA-E8F2-1585-0E5B-A8BF8FB6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5401B-4860-5A31-495D-59A2A2F7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23E0-06FB-D0F9-5E72-E0DFC085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1CAED-7EEB-2B29-0BF3-8E0E9B84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EDD5-4E22-AD18-8849-58ECAC17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E119A-FAC7-3FE2-DE61-38AA1677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B75AB-81C5-2121-B016-BCEF9FD7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5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2AB1-C162-4A69-7CF0-99A5EC4A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A9A8A-7A1D-4233-D6C9-1E80F71FB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061D-56CD-920C-1B39-40C70DA35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A3DA3-519B-C630-7C61-236B4D1B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84A9-0B94-6AEC-D877-69501FFB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14FEB-F5BA-CB3D-902B-714BD5C3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3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E0E1-2F9C-0A66-AEBC-A513A494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BCB28-5918-04F5-5AA5-5E5EB3AE1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8B4C0-2A5E-4B46-856B-745BFD9C5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71CC7-CAA1-3BE2-2786-8834025B8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712A6-1201-A5C5-9A5D-7F3208F79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5083A9-B11A-9582-7970-8076E3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F1F4E-773C-A637-91B3-28A491F8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CE27C-87E1-4554-658C-A7739177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2893-4DC6-3716-3451-2F23C88C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7AD43-8A08-8E9D-EE23-4B6A3AE7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B9113-D4CE-EC48-2561-4CB10EFE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92D6F-EAE0-BB91-887D-8F024823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5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F909B-556F-2DFA-72A0-43171427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8715D-2B44-AC34-534E-E36EC4D9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9867D-30EA-C38B-7EEE-A48767B7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6FD9-A9A4-C3CD-4C8D-4D4E837B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4957-5A27-081D-190F-2D0D0029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1B83B-DBA3-D6DE-7DBB-469E42E1D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B94D3-0328-6FE1-DDDC-1AD550A3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7722E-C823-44A6-0B8E-A9A0C68E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376FD-E874-AAC1-E07E-B89B913F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5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3761-C52B-3879-6853-C6E12C98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BE066-D1DB-E668-7E40-AC9EE279C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579FA-2E4E-8E0B-8E46-BA4FBEF9A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16442-8263-6BC4-A8A5-DE962755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C2B61-F10C-1DE9-7BE5-4D0C7CC2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1B9F1-3B5F-69C8-352C-3EC6D769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6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F0BA-D5BE-120E-E055-87DCEB29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A833A-5916-B0C3-BA47-C479F883D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AFF55-7EFC-8DC1-04F9-92708462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E0BAB-E14F-EC3C-5F7A-FA566B5E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08E9F-A7FB-2A8D-C457-893689BB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0D40C-9B94-B489-7727-D26459F6F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AD0E-9E9B-11BE-6804-25C0FD49A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2051-3281-3903-5BA8-2DE9F3EC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835D0-2856-2B41-F831-78EFF132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C14B5-4D54-36CD-6BE2-C0FD2041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3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2ACE07-AE1F-B2D2-9B7A-501DF85E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21356-67D2-A3B4-D46E-578F756E7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8EC8-5207-41EC-0919-43AC2F111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EE9C0-1EB9-4A2E-B1D5-9B5ABC27337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95EB5-F5EE-B352-FA9C-5E547C5B0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8BA99-7A4A-ABF3-6437-F0E61F3C5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5E579-7BE0-49B0-868F-73CA2537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8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F962A9-132D-7AFB-4E27-B06305FE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19" y="726076"/>
            <a:ext cx="4329732" cy="4859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BD564-7A8D-4C20-40EC-D2C4789F4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60" y="1180407"/>
            <a:ext cx="3982844" cy="449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1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414A99-231C-DC2D-93F3-3055A06C9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48" y="743751"/>
            <a:ext cx="4448867" cy="4996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20EBE-D367-96FB-8B36-22FAE57A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4" r="3314"/>
          <a:stretch>
            <a:fillRect/>
          </a:stretch>
        </p:blipFill>
        <p:spPr>
          <a:xfrm>
            <a:off x="5359078" y="1227908"/>
            <a:ext cx="6458674" cy="45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76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1</cp:revision>
  <dcterms:created xsi:type="dcterms:W3CDTF">2026-04-07T20:57:59Z</dcterms:created>
  <dcterms:modified xsi:type="dcterms:W3CDTF">2026-05-18T20:25:03Z</dcterms:modified>
</cp:coreProperties>
</file>