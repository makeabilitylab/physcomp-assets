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59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F02920-5C20-4837-9E46-7A4CB2376DE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2179FF-7593-43C2-8D09-29E588F74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918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https://docs.arduino.cc/software/ide-v2/tutorials/getting-started-ide-v2/</a:t>
            </a:r>
          </a:p>
          <a:p>
            <a:r>
              <a:rPr lang="en-US" dirty="0"/>
              <a:t>https://docs.arduino.cc/software/ide-v2/tutorials/getting-started/ide-v2-downloading-and-installing/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2179FF-7593-43C2-8D09-29E588F74AD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9283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92B5C-86B5-8FF7-0F7A-6C9FBA4FCE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263DE5-A855-4054-9F51-53CD82B6E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86325-C600-B361-06EC-F4995B547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788A0-7A0E-B5CE-38DF-ED1CCD09C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4B8B9-B36C-B865-13F3-D7208F809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297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41F27-855F-BD3A-EB69-C1D9CBCE8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7A3F6-93A9-4DD3-5B98-7B8245DD5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CD0AF-8DD4-A420-9A84-8609ABF6B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34061-98EE-E20E-4445-4B1190889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A723F2-6DD0-5951-3B83-BE4F3AE6E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627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E81F4-2687-3532-1E39-7DB4F2C68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6B69E0-26F5-B4F7-04EA-461822F05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28BC3B-B248-374C-AB7A-A7EF7657D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1B14D-C1D9-A443-314D-460CD1637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D2FF1-E9BC-8B2E-C7AF-EAD5C5C0B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036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BCE0-65A6-805C-1B8E-13F15CDA6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B482B-344C-4EB5-9CD7-8001E9E26E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3D8566-5F85-FF9E-EE11-5B40BFA60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3B1018-9AB2-8169-0318-4EBB40950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6449F-94CB-75DA-CE07-AF3A09B4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EE33ED-CE5A-D794-1D80-B51711C77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05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321FD-45C9-E494-512E-726C5368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DBE9C2-0E40-4F06-6CFE-6E2E1C1F8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7E5E81-92B6-41B3-528A-95B48CF66A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93923-CE5E-412A-D9EE-54E2177A68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035A-9DFD-8FDF-DB62-A2715B2CDD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4F4BE7-4ED5-568B-FF5F-27FAF841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F9763F-A0DA-AE1E-6EB3-CA52DA660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280085-CA4C-2085-ABC5-E88AC981F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48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57CE8-F6ED-2998-9A42-6F5D109FA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9E218-3314-0FE7-DFC9-3D4DE49DA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7A907A-ACBF-B4BE-60A7-5C6B0730D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D39731-DC76-8A37-D8E3-A53E67FD1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045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AC6519-6F65-FC5A-CFCD-66A394562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B84DF1-5DC7-127F-6BA8-BAAB606D1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62065-C861-3F7D-D619-41BF43B8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103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26812-E3BE-DCE0-0791-EAAE6641D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B19F0-9CAC-6B22-0316-655F4068C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238AE5-FC91-81C7-3684-02126C365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7F7629-2962-1FFD-1F63-0ADAB1AFF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084CBF-9977-FCEA-BD8D-403D4DAF2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007C1-752F-8428-7DFA-8C1333F76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9402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29CFE-A637-2CC5-17DD-825890251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781F72-EEB2-DD21-E11B-F901C50F3F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BD2DC2-D404-C967-F77B-6C975FF983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79205-5564-A8BA-CC73-88EECE9DF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C7E09E-1A7A-A85F-2D3A-417957A8A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565150-2BD6-1968-8952-A5C9EA38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906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64-533F-3A65-3BEB-1CDA045B4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970423-AF75-2399-A533-9E76AAD4CF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A70BCC-628F-D78E-B9EA-42A88E39B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4DB0E-7F21-D262-93AA-B2DE9505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7DB59-B4EB-6289-F008-9B26BDC62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170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970884-0B50-6ED0-B56F-D40820FC4A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FBCD49-3241-B05B-C943-3452559D5E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E4EDA-9569-3644-EDC6-B135F3821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3270FB-8733-3F0B-9424-2D46B4575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56CF1-4023-AFCD-C3ED-49C1F36D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952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3A492D-8314-16CA-5976-BBE63DAEF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6B1F23-0156-3453-117E-85794E622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B29760-48E2-39AD-3C40-988640CFC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DFAD3B-25E2-4BDE-9F2C-20A6CF51609D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1C825-1628-6B67-127E-282993DA49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8D36F-DDC7-794F-9E8F-A4EA74EDC8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7ED6EB-F842-4907-876C-93D77A9C6C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67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895F18-FABB-CC21-02FB-2A5E6F5B5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23" y="411401"/>
            <a:ext cx="10028630" cy="5693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07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30E549-E76A-C1CE-76D6-E770AABC5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337" y="633439"/>
            <a:ext cx="10602686" cy="537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422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F25625D-4513-9F1D-D9A5-FAF71105C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90" y="0"/>
            <a:ext cx="117220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324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E33F79-3DBD-C44E-8E85-1305368A4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094" y="0"/>
            <a:ext cx="115898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96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F088F5-5F84-A267-BD18-9D87A2839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094" y="0"/>
            <a:ext cx="115898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29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19E317-9EF0-C858-B7DD-A511DA616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79365"/>
            <a:ext cx="12192000" cy="2699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431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E6A662-1F37-2600-2C68-C6A34582B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90" y="0"/>
            <a:ext cx="117220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6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D5FE98-FD00-62C3-A012-D366E028A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92" y="0"/>
            <a:ext cx="114836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927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10394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35</Words>
  <Application>Microsoft Office PowerPoint</Application>
  <PresentationFormat>Widescreen</PresentationFormat>
  <Paragraphs>3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 E. FROEHLICH</dc:creator>
  <cp:lastModifiedBy>JON E. FROEHLICH</cp:lastModifiedBy>
  <cp:revision>3</cp:revision>
  <dcterms:created xsi:type="dcterms:W3CDTF">2024-05-24T13:15:25Z</dcterms:created>
  <dcterms:modified xsi:type="dcterms:W3CDTF">2024-05-30T11:54:33Z</dcterms:modified>
</cp:coreProperties>
</file>