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02920-5C20-4837-9E46-7A4CB2376DE0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179FF-7593-43C2-8D09-29E588F74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1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https://docs.arduino.cc/software/ide-v2/tutorials/getting-started-ide-v2/</a:t>
            </a:r>
          </a:p>
          <a:p>
            <a:r>
              <a:rPr lang="en-US" dirty="0"/>
              <a:t>https://docs.arduino.cc/software/ide-v2/tutorials/getting-started/ide-v2-downloading-and-installing/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179FF-7593-43C2-8D09-29E588F74A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2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2B5C-86B5-8FF7-0F7A-6C9FBA4FC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63DE5-A855-4054-9F51-53CD82B6E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86325-C600-B361-06EC-F4995B54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788A0-7A0E-B5CE-38DF-ED1CCD09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4B8B9-B36C-B865-13F3-D7208F80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97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1F27-855F-BD3A-EB69-C1D9CBCE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A3F6-93A9-4DD3-5B98-7B8245DD5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CD0AF-8DD4-A420-9A84-8609ABF6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34061-98EE-E20E-4445-4B119088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723F2-6DD0-5951-3B83-BE4F3AE6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2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81F4-2687-3532-1E39-7DB4F2C6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B69E0-26F5-B4F7-04EA-461822F05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8BC3B-B248-374C-AB7A-A7EF7657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1B14D-C1D9-A443-314D-460CD163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D2FF1-E9BC-8B2E-C7AF-EAD5C5C0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3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BCE0-65A6-805C-1B8E-13F15CDA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B482B-344C-4EB5-9CD7-8001E9E26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D8566-5F85-FF9E-EE11-5B40BFA60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B1018-9AB2-8169-0318-4EBB4095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6449F-94CB-75DA-CE07-AF3A09B4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E33ED-CE5A-D794-1D80-B51711C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5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21FD-45C9-E494-512E-726C5368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BE9C2-0E40-4F06-6CFE-6E2E1C1F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E5E81-92B6-41B3-528A-95B48CF66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93923-CE5E-412A-D9EE-54E2177A6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D035A-9DFD-8FDF-DB62-A2715B2CDD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4F4BE7-4ED5-568B-FF5F-27FAF841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9763F-A0DA-AE1E-6EB3-CA52DA66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80085-CA4C-2085-ABC5-E88AC981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4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7CE8-F6ED-2998-9A42-6F5D109F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9E218-3314-0FE7-DFC9-3D4DE49D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A907A-ACBF-B4BE-60A7-5C6B0730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39731-DC76-8A37-D8E3-A53E67FD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4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AC6519-6F65-FC5A-CFCD-66A39456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4DF1-5DC7-127F-6BA8-BAAB606D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62065-C861-3F7D-D619-41BF43B8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0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6812-E3BE-DCE0-0791-EAAE6641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B19F0-9CAC-6B22-0316-655F4068C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38AE5-FC91-81C7-3684-02126C365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F7629-2962-1FFD-1F63-0ADAB1AF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84CBF-9977-FCEA-BD8D-403D4DAF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007C1-752F-8428-7DFA-8C1333F7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4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9CFE-A637-2CC5-17DD-82589025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81F72-EEB2-DD21-E11B-F901C50F3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D2DC2-D404-C967-F77B-6C975FF98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79205-5564-A8BA-CC73-88EECE9D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7E09E-1A7A-A85F-2D3A-417957A8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65150-2BD6-1968-8952-A5C9EA38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0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BD64-533F-3A65-3BEB-1CDA045B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70423-AF75-2399-A533-9E76AAD4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70BCC-628F-D78E-B9EA-42A88E39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4DB0E-7F21-D262-93AA-B2DE9505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DB59-B4EB-6289-F008-9B26BDC6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7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70884-0B50-6ED0-B56F-D40820FC4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BCD49-3241-B05B-C943-3452559D5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E4EDA-9569-3644-EDC6-B135F382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70FB-8733-3F0B-9424-2D46B457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56CF1-4023-AFCD-C3ED-49C1F36D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5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A492D-8314-16CA-5976-BBE63DAE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B1F23-0156-3453-117E-85794E622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29760-48E2-39AD-3C40-988640CFC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FAD3B-25E2-4BDE-9F2C-20A6CF51609D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1C825-1628-6B67-127E-282993DA4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8D36F-DDC7-794F-9E8F-A4EA74EDC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ED6EB-F842-4907-876C-93D77A9C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6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95F18-FABB-CC21-02FB-2A5E6F5B5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23" y="411401"/>
            <a:ext cx="10028630" cy="569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07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30E549-E76A-C1CE-76D6-E770AABC5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37" y="633439"/>
            <a:ext cx="10602686" cy="537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2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25625D-4513-9F1D-D9A5-FAF71105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0" y="0"/>
            <a:ext cx="11722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2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E33F79-3DBD-C44E-8E85-1305368A4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4" y="0"/>
            <a:ext cx="11589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F088F5-5F84-A267-BD18-9D87A2839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4" y="0"/>
            <a:ext cx="11589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19E317-9EF0-C858-B7DD-A511DA61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9365"/>
            <a:ext cx="12192000" cy="269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3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E6A662-1F37-2600-2C68-C6A34582B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0" y="0"/>
            <a:ext cx="11722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6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D5FE98-FD00-62C3-A012-D366E028A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92" y="0"/>
            <a:ext cx="11483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27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1A76F6-D521-23BC-E520-8D3E00B8B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53" y="634856"/>
            <a:ext cx="9601693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3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39AF4B-7028-9CC9-F6D8-F2D0FAB55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53" y="1564546"/>
            <a:ext cx="6460733" cy="382538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631675-1A91-E3F1-8A64-BAC161C05105}"/>
              </a:ext>
            </a:extLst>
          </p:cNvPr>
          <p:cNvCxnSpPr>
            <a:cxnSpLocks/>
          </p:cNvCxnSpPr>
          <p:nvPr/>
        </p:nvCxnSpPr>
        <p:spPr>
          <a:xfrm flipH="1" flipV="1">
            <a:off x="4514923" y="2150354"/>
            <a:ext cx="367382" cy="215342"/>
          </a:xfrm>
          <a:prstGeom prst="line">
            <a:avLst/>
          </a:prstGeom>
          <a:ln w="25400">
            <a:solidFill>
              <a:srgbClr val="FFC00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34C531-1DB4-3BE4-6350-BECC8834D93F}"/>
              </a:ext>
            </a:extLst>
          </p:cNvPr>
          <p:cNvSpPr/>
          <p:nvPr/>
        </p:nvSpPr>
        <p:spPr>
          <a:xfrm>
            <a:off x="4728056" y="1954323"/>
            <a:ext cx="3925188" cy="696909"/>
          </a:xfrm>
          <a:prstGeom prst="roundRect">
            <a:avLst>
              <a:gd name="adj" fmla="val 7241"/>
            </a:avLst>
          </a:prstGeom>
          <a:solidFill>
            <a:srgbClr val="FFC000"/>
          </a:solidFill>
        </p:spPr>
        <p:txBody>
          <a:bodyPr wrap="square" tIns="54864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Select Arduino board</a:t>
            </a:r>
          </a:p>
        </p:txBody>
      </p:sp>
    </p:spTree>
    <p:extLst>
      <p:ext uri="{BB962C8B-B14F-4D97-AF65-F5344CB8AC3E}">
        <p14:creationId xmlns:p14="http://schemas.microsoft.com/office/powerpoint/2010/main" val="282511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BFA2-8AD3-B09E-7A3A-7FEDB99B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370C96-6CB5-EB4F-4E10-E28A29676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53" y="1564546"/>
            <a:ext cx="6460733" cy="382538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E8A2A5-39D7-185D-0294-91B67BA22C35}"/>
              </a:ext>
            </a:extLst>
          </p:cNvPr>
          <p:cNvCxnSpPr>
            <a:cxnSpLocks/>
          </p:cNvCxnSpPr>
          <p:nvPr/>
        </p:nvCxnSpPr>
        <p:spPr>
          <a:xfrm flipH="1" flipV="1">
            <a:off x="4514923" y="2150354"/>
            <a:ext cx="367382" cy="215342"/>
          </a:xfrm>
          <a:prstGeom prst="line">
            <a:avLst/>
          </a:prstGeom>
          <a:ln w="25400">
            <a:solidFill>
              <a:srgbClr val="FFC00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D75CFE-72BF-04F7-1D73-2937F19AA554}"/>
              </a:ext>
            </a:extLst>
          </p:cNvPr>
          <p:cNvSpPr/>
          <p:nvPr/>
        </p:nvSpPr>
        <p:spPr>
          <a:xfrm>
            <a:off x="4728056" y="2145115"/>
            <a:ext cx="2447219" cy="441162"/>
          </a:xfrm>
          <a:prstGeom prst="roundRect">
            <a:avLst>
              <a:gd name="adj" fmla="val 7241"/>
            </a:avLst>
          </a:prstGeom>
          <a:solidFill>
            <a:srgbClr val="FFC000"/>
          </a:solidFill>
        </p:spPr>
        <p:txBody>
          <a:bodyPr wrap="square" tIns="54864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ebas Neue" panose="020B0606020202050201" pitchFamily="34" charset="0"/>
                <a:ea typeface="+mn-ea"/>
                <a:cs typeface="+mn-cs"/>
              </a:rPr>
              <a:t>Select Arduino board</a:t>
            </a:r>
          </a:p>
        </p:txBody>
      </p:sp>
    </p:spTree>
    <p:extLst>
      <p:ext uri="{BB962C8B-B14F-4D97-AF65-F5344CB8AC3E}">
        <p14:creationId xmlns:p14="http://schemas.microsoft.com/office/powerpoint/2010/main" val="3072860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C1F5F1-4F65-4F78-DB4D-571F4A87B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55" y="0"/>
            <a:ext cx="11249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7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41</Words>
  <Application>Microsoft Office PowerPoint</Application>
  <PresentationFormat>Widescreen</PresentationFormat>
  <Paragraphs>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Bebas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E. FROEHLICH</dc:creator>
  <cp:lastModifiedBy>JON E. FROEHLICH</cp:lastModifiedBy>
  <cp:revision>4</cp:revision>
  <dcterms:created xsi:type="dcterms:W3CDTF">2024-05-24T13:15:25Z</dcterms:created>
  <dcterms:modified xsi:type="dcterms:W3CDTF">2026-04-02T11:30:26Z</dcterms:modified>
</cp:coreProperties>
</file>