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9" autoAdjust="0"/>
    <p:restoredTop sz="94660"/>
  </p:normalViewPr>
  <p:slideViewPr>
    <p:cSldViewPr snapToGrid="0">
      <p:cViewPr varScale="1">
        <p:scale>
          <a:sx n="148" d="100"/>
          <a:sy n="148" d="100"/>
        </p:scale>
        <p:origin x="712" y="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5EABF3-E52D-E42C-4CD3-6489B66F317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69E1CA7-B31F-4247-24C9-575A5D8D7A5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6ACBB17-9B55-B21C-F8C3-672B682B44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E51502-AB75-4020-8B3D-592664152A41}" type="datetimeFigureOut">
              <a:rPr lang="en-US" smtClean="0"/>
              <a:t>5/13/2026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8DF0F72-E3F7-A026-373E-3D5986AD7A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4A490BC-61D2-ECE7-DBD0-CD8A70E138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1830AA-1265-4A7C-8DA5-D4A76F071D3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481545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58EECB-EDB3-9B9B-D057-E1BB9AADBB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5C5AF1-B535-7094-EF8D-DA09A0A98A4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27BA8FC-3604-058B-B250-932807E212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E51502-AB75-4020-8B3D-592664152A41}" type="datetimeFigureOut">
              <a:rPr lang="en-US" smtClean="0"/>
              <a:t>5/13/2026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02C34CA-515C-EC5E-BAAF-1ED6B454DB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DAAB64E-F3CE-735F-4DE0-135E70AD24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1830AA-1265-4A7C-8DA5-D4A76F071D3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970783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26D14A-9FCA-60F4-5513-FEF407AF1C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5F10704-7955-6308-19D0-B3DF4D907DD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C73ABC7-61B3-526D-F983-52B7AB3A30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E51502-AB75-4020-8B3D-592664152A41}" type="datetimeFigureOut">
              <a:rPr lang="en-US" smtClean="0"/>
              <a:t>5/13/2026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8E9A588-0621-E13B-4827-83ABDEAE1A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EC65CF4-9096-00A9-2B52-D9F668ADD1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1830AA-1265-4A7C-8DA5-D4A76F071D3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823094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A6A29A-1555-70AE-3711-274F47FCF3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B1E7E44-32C4-9DC3-E505-D41FD79BE75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3EFD79E-2E2A-DE70-21C0-31A84031D6F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2E23F59-1707-4735-D325-FD19606C8B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E51502-AB75-4020-8B3D-592664152A41}" type="datetimeFigureOut">
              <a:rPr lang="en-US" smtClean="0"/>
              <a:t>5/13/2026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A0FA1D7-A98D-FD45-C391-1365A17062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8531A5D-B66A-3708-3A3C-8BBCC25AF7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1830AA-1265-4A7C-8DA5-D4A76F071D3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370117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2AAE8E-C483-C911-CF45-D5885BD51B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D0580BF-8772-D19C-DB25-B38C6A781C6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A243CE5-C14A-1832-56C3-59305EF74AC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120446A-D997-4EED-4680-7FA38FEB028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5E28802-D878-BA3B-A327-75F423A18F9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977AC26-65BD-7317-3961-45A66E4DD3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E51502-AB75-4020-8B3D-592664152A41}" type="datetimeFigureOut">
              <a:rPr lang="en-US" smtClean="0"/>
              <a:t>5/13/2026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102822D-6F08-799E-F43C-A653404BA2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DD1D8B6-C0E0-3EBB-ACD8-F94FA78CF5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1830AA-1265-4A7C-8DA5-D4A76F071D3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172124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3F799F-C34F-486C-DBDF-7DD66EE906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E5F644B-7673-F0CE-E697-D688B4087F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E51502-AB75-4020-8B3D-592664152A41}" type="datetimeFigureOut">
              <a:rPr lang="en-US" smtClean="0"/>
              <a:t>5/13/2026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EAE40CD-A6B6-03DA-2EC9-E92075F110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E460561-76BD-1CC3-AE75-EE7A25A614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1830AA-1265-4A7C-8DA5-D4A76F071D3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732395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899DB98-62FF-7B95-E925-199E76E1AF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E51502-AB75-4020-8B3D-592664152A41}" type="datetimeFigureOut">
              <a:rPr lang="en-US" smtClean="0"/>
              <a:t>5/13/2026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BF50142-B5F2-9DA0-D5BB-3A6E5E5AB9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D05559C-26AB-F67B-31CB-995760BD0B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1830AA-1265-4A7C-8DA5-D4A76F071D3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35163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212F52-FEF0-51A8-FC48-C05C5856D2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CF28F7C-DCA5-0A86-2BCE-2C82C588F50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82E4D7C-2E38-684D-C8FF-52583F4CF71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74D76B9-B159-19AB-108E-A683F9FA0A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E51502-AB75-4020-8B3D-592664152A41}" type="datetimeFigureOut">
              <a:rPr lang="en-US" smtClean="0"/>
              <a:t>5/13/2026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BAE3D7F-1EAD-21F1-8308-0969FCF620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F7A70DE-0114-6166-0CC8-459DF07A95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1830AA-1265-4A7C-8DA5-D4A76F071D3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806873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F4B339-DAB7-15BD-3A88-C5D8480716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F66AA22-64A7-8119-6E60-8E72E99B237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E644D50-E9F5-DFBF-1EE5-1D334B5F0DF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EF29775-53FD-4793-8DAE-7968010EEB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E51502-AB75-4020-8B3D-592664152A41}" type="datetimeFigureOut">
              <a:rPr lang="en-US" smtClean="0"/>
              <a:t>5/13/2026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EA7478B-33B1-C109-593A-D6CC7EA30D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F32E94E-6340-0109-3B17-0BBF7C10BF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1830AA-1265-4A7C-8DA5-D4A76F071D3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378215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D4F516-6383-5341-A47A-E0FF9C8118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FC6402B-A1C7-935D-A7FB-67842AF0F04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7B78DB4-178F-9464-3FF5-A3E4CB5EB1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E51502-AB75-4020-8B3D-592664152A41}" type="datetimeFigureOut">
              <a:rPr lang="en-US" smtClean="0"/>
              <a:t>5/13/2026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FE3382E-34C6-8190-6BD4-1B3C887A17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BC307AF-FBBF-3E3F-7FC2-731BD2DA83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1830AA-1265-4A7C-8DA5-D4A76F071D3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402004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4464D12-40E2-82BE-3E8F-3116875A6F2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8728BE6-579C-CA40-D40F-FFE136E350D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36F1B6F-9751-F6DB-E2AD-39C6C983B1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E51502-AB75-4020-8B3D-592664152A41}" type="datetimeFigureOut">
              <a:rPr lang="en-US" smtClean="0"/>
              <a:t>5/13/2026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50DD82A-62C2-9539-0152-EC33694535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418E861-64C1-24A4-91D8-8CD82D6DC8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1830AA-1265-4A7C-8DA5-D4A76F071D3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959433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2B5BC06-FA8F-683B-9372-700BDC3094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7C73BED-AE70-C6DE-FFAA-B348430E098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CEA62EA-342A-0949-7177-BA10306070A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8E51502-AB75-4020-8B3D-592664152A41}" type="datetimeFigureOut">
              <a:rPr lang="en-US" smtClean="0"/>
              <a:t>5/13/2026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FCC83C4-6D02-D854-EA55-ADE92DB46F8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5D4FC06-2BAD-702D-FA96-C40EFA0284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F1830AA-1265-4A7C-8DA5-D4A76F071D3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700627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C1DCFF61-C1B6-EBEA-17D2-124FC5DEDE0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66290" y="1511634"/>
            <a:ext cx="4810347" cy="346345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1BE98611-4727-555E-3D1D-B3789935F8A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6200000">
            <a:off x="-1092868" y="1825975"/>
            <a:ext cx="5284445" cy="248888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465C0393-04F3-1048-61F6-AA67318F4DA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36006" y="1171819"/>
            <a:ext cx="3700865" cy="414308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91237B62-3B68-EB79-39D9-D217D0CA2044}"/>
              </a:ext>
            </a:extLst>
          </p:cNvPr>
          <p:cNvSpPr txBox="1"/>
          <p:nvPr/>
        </p:nvSpPr>
        <p:spPr>
          <a:xfrm>
            <a:off x="2684737" y="383542"/>
            <a:ext cx="682252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dirty="0">
                <a:latin typeface="Bebas Neue" panose="020B0606020202050201" pitchFamily="34" charset="0"/>
              </a:rPr>
              <a:t>ESP32-S3 feather LED Fade Circuit Diagrams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18A98AF-1DBB-00C5-92F7-7C19A6192454}"/>
              </a:ext>
            </a:extLst>
          </p:cNvPr>
          <p:cNvSpPr txBox="1"/>
          <p:nvPr/>
        </p:nvSpPr>
        <p:spPr>
          <a:xfrm>
            <a:off x="765608" y="5582021"/>
            <a:ext cx="15159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tx1">
                    <a:lumMod val="75000"/>
                    <a:lumOff val="25000"/>
                  </a:schemeClr>
                </a:solidFill>
                <a:latin typeface="Bebas Neue" panose="020B0606020202050201" pitchFamily="34" charset="0"/>
              </a:rPr>
              <a:t>No Breadboard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A58B6C2-E99F-4428-6BE9-E9EE9143FA87}"/>
              </a:ext>
            </a:extLst>
          </p:cNvPr>
          <p:cNvSpPr txBox="1"/>
          <p:nvPr/>
        </p:nvSpPr>
        <p:spPr>
          <a:xfrm>
            <a:off x="4580029" y="5582021"/>
            <a:ext cx="15159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tx1">
                    <a:lumMod val="75000"/>
                    <a:lumOff val="25000"/>
                  </a:schemeClr>
                </a:solidFill>
                <a:latin typeface="Bebas Neue" panose="020B0606020202050201" pitchFamily="34" charset="0"/>
              </a:rPr>
              <a:t>breadboard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8C29B6C-3809-BB40-8547-5D799F7273F3}"/>
              </a:ext>
            </a:extLst>
          </p:cNvPr>
          <p:cNvSpPr txBox="1"/>
          <p:nvPr/>
        </p:nvSpPr>
        <p:spPr>
          <a:xfrm>
            <a:off x="8796895" y="5582021"/>
            <a:ext cx="15159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tx1">
                    <a:lumMod val="75000"/>
                    <a:lumOff val="25000"/>
                  </a:schemeClr>
                </a:solidFill>
                <a:latin typeface="Bebas Neue" panose="020B0606020202050201" pitchFamily="34" charset="0"/>
              </a:rPr>
              <a:t>Schematic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2B8E98C-AE3B-8EA2-B5DE-7F36BF1A3364}"/>
              </a:ext>
            </a:extLst>
          </p:cNvPr>
          <p:cNvSpPr txBox="1"/>
          <p:nvPr/>
        </p:nvSpPr>
        <p:spPr>
          <a:xfrm>
            <a:off x="2684737" y="881566"/>
            <a:ext cx="682252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egoe Condensed" panose="020B0606040200020203" pitchFamily="34" charset="0"/>
              </a:rPr>
              <a:t>Same diagram as blinky. Wire up LED to GPIO Pin 13 with a 220</a:t>
            </a:r>
            <a:r>
              <a:rPr lang="el-GR" sz="1600" dirty="0">
                <a:latin typeface="Segoe Condensed" panose="020B0606040200020203" pitchFamily="34" charset="0"/>
              </a:rPr>
              <a:t>Ω</a:t>
            </a:r>
            <a:r>
              <a:rPr lang="en-US" sz="1600" dirty="0">
                <a:latin typeface="Segoe Condensed" panose="020B0606040200020203" pitchFamily="34" charset="0"/>
              </a:rPr>
              <a:t> current limiting resistor</a:t>
            </a:r>
          </a:p>
        </p:txBody>
      </p:sp>
    </p:spTree>
    <p:extLst>
      <p:ext uri="{BB962C8B-B14F-4D97-AF65-F5344CB8AC3E}">
        <p14:creationId xmlns:p14="http://schemas.microsoft.com/office/powerpoint/2010/main" val="214478147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56</TotalTime>
  <Words>29</Words>
  <Application>Microsoft Office PowerPoint</Application>
  <PresentationFormat>Widescreen</PresentationFormat>
  <Paragraphs>5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7" baseType="lpstr">
      <vt:lpstr>Aptos</vt:lpstr>
      <vt:lpstr>Aptos Display</vt:lpstr>
      <vt:lpstr>Arial</vt:lpstr>
      <vt:lpstr>Bebas Neue</vt:lpstr>
      <vt:lpstr>Segoe Condensed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JON E. FROEHLICH</dc:creator>
  <cp:lastModifiedBy>JON E. FROEHLICH</cp:lastModifiedBy>
  <cp:revision>2</cp:revision>
  <dcterms:created xsi:type="dcterms:W3CDTF">2026-05-11T21:37:49Z</dcterms:created>
  <dcterms:modified xsi:type="dcterms:W3CDTF">2026-05-13T12:15:19Z</dcterms:modified>
</cp:coreProperties>
</file>