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EABF3-E52D-E42C-4CD3-6489B66F3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9E1CA7-B31F-4247-24C9-575A5D8D7A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CBB17-9B55-B21C-F8C3-672B682B4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F0F72-E3F7-A026-373E-3D5986AD7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490BC-61D2-ECE7-DBD0-CD8A70E13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815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8EECB-EDB3-9B9B-D057-E1BB9AADB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C5AF1-B535-7094-EF8D-DA09A0A98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BA8FC-3604-058B-B250-932807E21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C34CA-515C-EC5E-BAAF-1ED6B454D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AB64E-F3CE-735F-4DE0-135E70AD2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707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6D14A-9FCA-60F4-5513-FEF407AF1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10704-7955-6308-19D0-B3DF4D907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3ABC7-61B3-526D-F983-52B7AB3A3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9A588-0621-E13B-4827-83ABDEAE1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CF4-9096-00A9-2B52-D9F668ADD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23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6A29A-1555-70AE-3711-274F47FCF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E7E44-32C4-9DC3-E505-D41FD79BE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EFD79E-2E2A-DE70-21C0-31A84031D6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23F59-1707-4735-D325-FD19606C8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FA1D7-A98D-FD45-C391-1365A1706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31A5D-B66A-3708-3A3C-8BBCC25A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01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AAE8E-C483-C911-CF45-D5885BD51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580BF-8772-D19C-DB25-B38C6A781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43CE5-C14A-1832-56C3-59305EF74A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20446A-D997-4EED-4680-7FA38FEB02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28802-D878-BA3B-A327-75F423A18F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77AC26-65BD-7317-3961-45A66E4DD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02822D-6F08-799E-F43C-A653404BA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D1D8B6-C0E0-3EBB-ACD8-F94FA78C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721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F799F-C34F-486C-DBDF-7DD66EE90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5F644B-7673-F0CE-E697-D688B4087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AE40CD-A6B6-03DA-2EC9-E92075F11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460561-76BD-1CC3-AE75-EE7A25A61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323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99DB98-62FF-7B95-E925-199E76E1A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F50142-B5F2-9DA0-D5BB-3A6E5E5AB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5559C-26AB-F67B-31CB-995760BD0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516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12F52-FEF0-51A8-FC48-C05C5856D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28F7C-DCA5-0A86-2BCE-2C82C588F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2E4D7C-2E38-684D-C8FF-52583F4CF7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4D76B9-B159-19AB-108E-A683F9FA0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AE3D7F-1EAD-21F1-8308-0969FCF62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A70DE-0114-6166-0CC8-459DF07A9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068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4B339-DAB7-15BD-3A88-C5D848071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66AA22-64A7-8119-6E60-8E72E99B23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644D50-E9F5-DFBF-1EE5-1D334B5F0D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F29775-53FD-4793-8DAE-7968010EE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7478B-33B1-C109-593A-D6CC7EA30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2E94E-6340-0109-3B17-0BBF7C10B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782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F516-6383-5341-A47A-E0FF9C811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C6402B-A1C7-935D-A7FB-67842AF0F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78DB4-178F-9464-3FF5-A3E4CB5EB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3382E-34C6-8190-6BD4-1B3C887A1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307AF-FBBF-3E3F-7FC2-731BD2DA8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020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464D12-40E2-82BE-3E8F-3116875A6F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728BE6-579C-CA40-D40F-FFE136E35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F1B6F-9751-F6DB-E2AD-39C6C983B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51502-AB75-4020-8B3D-592664152A41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DD82A-62C2-9539-0152-EC336945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8E861-64C1-24A4-91D8-8CD82D6DC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94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B5BC06-FA8F-683B-9372-700BDC309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73BED-AE70-C6DE-FFAA-B348430E0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A62EA-342A-0949-7177-BA10306070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E51502-AB75-4020-8B3D-592664152A41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C83C4-6D02-D854-EA55-ADE92DB46F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4FC06-2BAD-702D-FA96-C40EFA028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1830AA-1265-4A7C-8DA5-D4A76F071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06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DCFF61-C1B6-EBEA-17D2-124FC5DED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290" y="1511634"/>
            <a:ext cx="4810347" cy="3463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E98611-4727-555E-3D1D-B3789935F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1092868" y="1825975"/>
            <a:ext cx="5284445" cy="24888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5C0393-04F3-1048-61F6-AA67318F4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006" y="1171819"/>
            <a:ext cx="3700865" cy="41430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1237B62-3B68-EB79-39D9-D217D0CA2044}"/>
              </a:ext>
            </a:extLst>
          </p:cNvPr>
          <p:cNvSpPr txBox="1"/>
          <p:nvPr/>
        </p:nvSpPr>
        <p:spPr>
          <a:xfrm>
            <a:off x="2728339" y="383542"/>
            <a:ext cx="6735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ESP32-S3 feather Blinky Circuit Diagrams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8A98AF-1DBB-00C5-92F7-7C19A6192454}"/>
              </a:ext>
            </a:extLst>
          </p:cNvPr>
          <p:cNvSpPr txBox="1"/>
          <p:nvPr/>
        </p:nvSpPr>
        <p:spPr>
          <a:xfrm>
            <a:off x="765608" y="5582021"/>
            <a:ext cx="1515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No Breadboard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58B6C2-E99F-4428-6BE9-E9EE9143FA87}"/>
              </a:ext>
            </a:extLst>
          </p:cNvPr>
          <p:cNvSpPr txBox="1"/>
          <p:nvPr/>
        </p:nvSpPr>
        <p:spPr>
          <a:xfrm>
            <a:off x="4580029" y="5582021"/>
            <a:ext cx="1515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breadboard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C29B6C-3809-BB40-8547-5D799F7273F3}"/>
              </a:ext>
            </a:extLst>
          </p:cNvPr>
          <p:cNvSpPr txBox="1"/>
          <p:nvPr/>
        </p:nvSpPr>
        <p:spPr>
          <a:xfrm>
            <a:off x="8796895" y="5582021"/>
            <a:ext cx="1515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ebas Neue" panose="020B0606020202050201" pitchFamily="34" charset="0"/>
              </a:rPr>
              <a:t>Schematic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B8E98C-AE3B-8EA2-B5DE-7F36BF1A3364}"/>
              </a:ext>
            </a:extLst>
          </p:cNvPr>
          <p:cNvSpPr txBox="1"/>
          <p:nvPr/>
        </p:nvSpPr>
        <p:spPr>
          <a:xfrm>
            <a:off x="3126297" y="881566"/>
            <a:ext cx="5939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egoe Condensed" panose="020B0606040200020203" pitchFamily="34" charset="0"/>
              </a:rPr>
              <a:t>Wire up LED to GPIO Pin 13 with a 220</a:t>
            </a:r>
            <a:r>
              <a:rPr lang="el-GR" sz="1600" dirty="0">
                <a:latin typeface="Segoe Condensed" panose="020B0606040200020203" pitchFamily="34" charset="0"/>
              </a:rPr>
              <a:t>Ω</a:t>
            </a:r>
            <a:r>
              <a:rPr lang="en-US" sz="1600" dirty="0">
                <a:latin typeface="Segoe Condensed" panose="020B0606040200020203" pitchFamily="34" charset="0"/>
              </a:rPr>
              <a:t> current limiting resistor</a:t>
            </a:r>
          </a:p>
        </p:txBody>
      </p:sp>
    </p:spTree>
    <p:extLst>
      <p:ext uri="{BB962C8B-B14F-4D97-AF65-F5344CB8AC3E}">
        <p14:creationId xmlns:p14="http://schemas.microsoft.com/office/powerpoint/2010/main" val="2144781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23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Bebas Neue</vt:lpstr>
      <vt:lpstr>Segoe Condensed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 E. FROEHLICH</dc:creator>
  <cp:lastModifiedBy>JON E. FROEHLICH</cp:lastModifiedBy>
  <cp:revision>1</cp:revision>
  <dcterms:created xsi:type="dcterms:W3CDTF">2026-05-11T21:37:49Z</dcterms:created>
  <dcterms:modified xsi:type="dcterms:W3CDTF">2026-05-11T22:16:31Z</dcterms:modified>
</cp:coreProperties>
</file>