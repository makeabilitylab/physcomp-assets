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7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ABF3-E52D-E42C-4CD3-6489B66F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E1CA7-B31F-4247-24C9-575A5D8D7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BB17-9B55-B21C-F8C3-672B682B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0F72-E3F7-A026-373E-3D5986AD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490BC-61D2-ECE7-DBD0-CD8A70E1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1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EECB-EDB3-9B9B-D057-E1BB9AAD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5AF1-B535-7094-EF8D-DA09A0A9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A8FC-3604-058B-B250-932807E2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34CA-515C-EC5E-BAAF-1ED6B454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AB64E-F3CE-735F-4DE0-135E70AD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D14A-9FCA-60F4-5513-FEF407A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10704-7955-6308-19D0-B3DF4D90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ABC7-61B3-526D-F983-52B7AB3A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A588-0621-E13B-4827-83ABDEAE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CF4-9096-00A9-2B52-D9F668AD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A29A-1555-70AE-3711-274F47FC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E7E44-32C4-9DC3-E505-D41FD79B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FD79E-2E2A-DE70-21C0-31A84031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23F59-1707-4735-D325-FD19606C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A1D7-A98D-FD45-C391-1365A170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1A5D-B66A-3708-3A3C-8BBCC25A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E8E-C483-C911-CF45-D5885BD5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80BF-8772-D19C-DB25-B38C6A78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43CE5-C14A-1832-56C3-59305EF74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0446A-D997-4EED-4680-7FA38FEB0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8802-D878-BA3B-A327-75F423A18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7AC26-65BD-7317-3961-45A66E4D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2822D-6F08-799E-F43C-A653404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1D8B6-C0E0-3EBB-ACD8-F94FA78C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99F-C34F-486C-DBDF-7DD66EE9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F644B-7673-F0CE-E697-D688B408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E40CD-A6B6-03DA-2EC9-E92075F1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0561-76BD-1CC3-AE75-EE7A25A6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2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9DB98-62FF-7B95-E925-199E76E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50142-B5F2-9DA0-D5BB-3A6E5E5A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559C-26AB-F67B-31CB-995760BD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1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2F52-FEF0-51A8-FC48-C05C5856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8F7C-DCA5-0A86-2BCE-2C82C588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4D7C-2E38-684D-C8FF-52583F4CF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D76B9-B159-19AB-108E-A683F9FA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E3D7F-1EAD-21F1-8308-0969FCF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70DE-0114-6166-0CC8-459DF07A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B339-DAB7-15BD-3A88-C5D84807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6AA22-64A7-8119-6E60-8E72E99B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44D50-E9F5-DFBF-1EE5-1D334B5F0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29775-53FD-4793-8DAE-7968010E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7478B-33B1-C109-593A-D6CC7EA3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2E94E-6340-0109-3B17-0BBF7C1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F516-6383-5341-A47A-E0FF9C81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6402B-A1C7-935D-A7FB-67842AF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8DB4-178F-9464-3FF5-A3E4CB5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382E-34C6-8190-6BD4-1B3C887A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7AF-FBBF-3E3F-7FC2-731BD2DA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64D12-40E2-82BE-3E8F-3116875A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28BE6-579C-CA40-D40F-FFE136E35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1B6F-9751-F6DB-E2AD-39C6C983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DD82A-62C2-9539-0152-EC336945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E861-64C1-24A4-91D8-8CD82D6D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5BC06-FA8F-683B-9372-700BDC30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3BED-AE70-C6DE-FFAA-B348430E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62EA-342A-0949-7177-BA1030607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51502-AB75-4020-8B3D-592664152A4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83C4-6D02-D854-EA55-ADE92DB4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FC06-2BAD-702D-FA96-C40EFA028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1237B62-3B68-EB79-39D9-D217D0CA2044}"/>
              </a:ext>
            </a:extLst>
          </p:cNvPr>
          <p:cNvSpPr txBox="1"/>
          <p:nvPr/>
        </p:nvSpPr>
        <p:spPr>
          <a:xfrm>
            <a:off x="2684737" y="383542"/>
            <a:ext cx="6822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ESP32-S3 feather TONE Circuit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A98AF-1DBB-00C5-92F7-7C19A6192454}"/>
              </a:ext>
            </a:extLst>
          </p:cNvPr>
          <p:cNvSpPr txBox="1"/>
          <p:nvPr/>
        </p:nvSpPr>
        <p:spPr>
          <a:xfrm>
            <a:off x="878860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No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B6C2-E99F-4428-6BE9-E9EE9143FA87}"/>
              </a:ext>
            </a:extLst>
          </p:cNvPr>
          <p:cNvSpPr txBox="1"/>
          <p:nvPr/>
        </p:nvSpPr>
        <p:spPr>
          <a:xfrm>
            <a:off x="5081181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breadboard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29B6C-3809-BB40-8547-5D799F7273F3}"/>
              </a:ext>
            </a:extLst>
          </p:cNvPr>
          <p:cNvSpPr txBox="1"/>
          <p:nvPr/>
        </p:nvSpPr>
        <p:spPr>
          <a:xfrm>
            <a:off x="9375735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Schematic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8E98C-AE3B-8EA2-B5DE-7F36BF1A3364}"/>
              </a:ext>
            </a:extLst>
          </p:cNvPr>
          <p:cNvSpPr txBox="1"/>
          <p:nvPr/>
        </p:nvSpPr>
        <p:spPr>
          <a:xfrm>
            <a:off x="2684737" y="881566"/>
            <a:ext cx="6822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Condensed" panose="020B0606040200020203" pitchFamily="34" charset="0"/>
              </a:rPr>
              <a:t>Simple wiring. Wire up one leg of the </a:t>
            </a:r>
            <a:r>
              <a:rPr lang="en-US" sz="1600" b="1" dirty="0">
                <a:latin typeface="Segoe Condensed" panose="020B0606040200020203" pitchFamily="34" charset="0"/>
              </a:rPr>
              <a:t>piezo buzzer</a:t>
            </a:r>
            <a:r>
              <a:rPr lang="en-US" sz="1600" dirty="0">
                <a:latin typeface="Segoe Condensed" panose="020B0606040200020203" pitchFamily="34" charset="0"/>
              </a:rPr>
              <a:t> to </a:t>
            </a:r>
            <a:r>
              <a:rPr lang="en-US" sz="1600" b="1" dirty="0">
                <a:latin typeface="Segoe Condensed" panose="020B0606040200020203" pitchFamily="34" charset="0"/>
              </a:rPr>
              <a:t>GPIO13</a:t>
            </a:r>
            <a:r>
              <a:rPr lang="en-US" sz="1600" dirty="0">
                <a:latin typeface="Segoe Condensed" panose="020B0606040200020203" pitchFamily="34" charset="0"/>
              </a:rPr>
              <a:t> and the other to </a:t>
            </a:r>
            <a:r>
              <a:rPr lang="en-US" sz="1600" b="1" dirty="0">
                <a:latin typeface="Segoe Condensed" panose="020B0606040200020203" pitchFamily="34" charset="0"/>
              </a:rPr>
              <a:t>GND</a:t>
            </a:r>
            <a:r>
              <a:rPr lang="en-US" sz="1600" dirty="0">
                <a:latin typeface="Segoe Condensed" panose="020B0606040200020203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6A058-605D-C6CF-2BE0-7B87F6DA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012" y="1937857"/>
            <a:ext cx="4598309" cy="3075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63BF90-7DA6-BAA1-7512-0894E1566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3" y="1371221"/>
            <a:ext cx="3158760" cy="33681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7A7DBE-418B-41D9-D6E7-CAA065127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832" y="1638480"/>
            <a:ext cx="2932947" cy="360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8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1AFA-6511-E5CE-9EA1-F7C9708F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ED36FD-FACD-2515-C37D-5365F0DA6315}"/>
              </a:ext>
            </a:extLst>
          </p:cNvPr>
          <p:cNvSpPr txBox="1"/>
          <p:nvPr/>
        </p:nvSpPr>
        <p:spPr>
          <a:xfrm>
            <a:off x="2684737" y="383542"/>
            <a:ext cx="6822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ESP32-S3 feather Pot TONE Circuit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0B157-344D-4335-483B-1540FC16AAE6}"/>
              </a:ext>
            </a:extLst>
          </p:cNvPr>
          <p:cNvSpPr txBox="1"/>
          <p:nvPr/>
        </p:nvSpPr>
        <p:spPr>
          <a:xfrm>
            <a:off x="878860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No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182AA9-4A7C-78E1-35B7-135D2CA9B360}"/>
              </a:ext>
            </a:extLst>
          </p:cNvPr>
          <p:cNvSpPr txBox="1"/>
          <p:nvPr/>
        </p:nvSpPr>
        <p:spPr>
          <a:xfrm>
            <a:off x="5171340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breadboard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B68EB-BC3F-0BBD-BC0D-46EB3B428AAF}"/>
              </a:ext>
            </a:extLst>
          </p:cNvPr>
          <p:cNvSpPr txBox="1"/>
          <p:nvPr/>
        </p:nvSpPr>
        <p:spPr>
          <a:xfrm>
            <a:off x="9463820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Schematic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68382-8B2B-7A24-3103-7346A20E8B12}"/>
              </a:ext>
            </a:extLst>
          </p:cNvPr>
          <p:cNvSpPr txBox="1"/>
          <p:nvPr/>
        </p:nvSpPr>
        <p:spPr>
          <a:xfrm>
            <a:off x="2684737" y="881566"/>
            <a:ext cx="6822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Condensed" panose="020B0606040200020203" pitchFamily="34" charset="0"/>
              </a:rPr>
              <a:t>Wire up one leg of the </a:t>
            </a:r>
            <a:r>
              <a:rPr lang="en-US" sz="1600" b="1" dirty="0">
                <a:latin typeface="Segoe Condensed" panose="020B0606040200020203" pitchFamily="34" charset="0"/>
              </a:rPr>
              <a:t>piezo buzzer</a:t>
            </a:r>
            <a:r>
              <a:rPr lang="en-US" sz="1600" dirty="0">
                <a:latin typeface="Segoe Condensed" panose="020B0606040200020203" pitchFamily="34" charset="0"/>
              </a:rPr>
              <a:t> to </a:t>
            </a:r>
            <a:r>
              <a:rPr lang="en-US" sz="1600" b="1" dirty="0">
                <a:latin typeface="Segoe Condensed" panose="020B0606040200020203" pitchFamily="34" charset="0"/>
              </a:rPr>
              <a:t>GPIO13</a:t>
            </a:r>
            <a:r>
              <a:rPr lang="en-US" sz="1600" dirty="0">
                <a:latin typeface="Segoe Condensed" panose="020B0606040200020203" pitchFamily="34" charset="0"/>
              </a:rPr>
              <a:t> and the other to </a:t>
            </a:r>
            <a:r>
              <a:rPr lang="en-US" sz="1600" b="1" dirty="0">
                <a:latin typeface="Segoe Condensed" panose="020B0606040200020203" pitchFamily="34" charset="0"/>
              </a:rPr>
              <a:t>GND</a:t>
            </a:r>
            <a:r>
              <a:rPr lang="en-US" sz="1600" dirty="0">
                <a:latin typeface="Segoe Condensed" panose="020B0606040200020203" pitchFamily="34" charset="0"/>
              </a:rPr>
              <a:t>. Wire the </a:t>
            </a:r>
            <a:r>
              <a:rPr lang="en-US" sz="1600" b="1" dirty="0">
                <a:latin typeface="Segoe Condensed" panose="020B0606040200020203" pitchFamily="34" charset="0"/>
              </a:rPr>
              <a:t>pot</a:t>
            </a:r>
            <a:r>
              <a:rPr lang="en-US" sz="1600" dirty="0">
                <a:latin typeface="Segoe Condensed" panose="020B0606040200020203" pitchFamily="34" charset="0"/>
              </a:rPr>
              <a:t> to </a:t>
            </a:r>
            <a:r>
              <a:rPr lang="en-US" sz="1600" b="1" dirty="0">
                <a:latin typeface="Segoe Condensed" panose="020B0606040200020203" pitchFamily="34" charset="0"/>
              </a:rPr>
              <a:t>A5</a:t>
            </a:r>
            <a:r>
              <a:rPr lang="en-US" sz="1600" dirty="0">
                <a:latin typeface="Segoe Condensed" panose="020B0606040200020203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72786-75A1-82A3-01A0-8A397D23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9" y="1770785"/>
            <a:ext cx="2763174" cy="3316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5D25C-7F69-8C2A-878C-654413506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59" y="1927163"/>
            <a:ext cx="4536217" cy="3104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5FB9A9-3D33-9986-C35F-4F73A02D3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86" y="1853967"/>
            <a:ext cx="3432047" cy="323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1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60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Bebas Neue</vt:lpstr>
      <vt:lpstr>Segoe Condensed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5</cp:revision>
  <dcterms:created xsi:type="dcterms:W3CDTF">2026-05-11T21:37:49Z</dcterms:created>
  <dcterms:modified xsi:type="dcterms:W3CDTF">2026-05-19T11:55:02Z</dcterms:modified>
</cp:coreProperties>
</file>