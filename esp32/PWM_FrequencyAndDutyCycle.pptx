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3" r:id="rId9"/>
    <p:sldId id="262" r:id="rId10"/>
    <p:sldId id="264" r:id="rId11"/>
    <p:sldId id="266" r:id="rId12"/>
    <p:sldId id="268" r:id="rId13"/>
    <p:sldId id="269" r:id="rId14"/>
    <p:sldId id="267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80" r:id="rId25"/>
    <p:sldId id="281" r:id="rId26"/>
    <p:sldId id="276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85395" autoAdjust="0"/>
  </p:normalViewPr>
  <p:slideViewPr>
    <p:cSldViewPr snapToGrid="0">
      <p:cViewPr>
        <p:scale>
          <a:sx n="80" d="100"/>
          <a:sy n="80" d="100"/>
        </p:scale>
        <p:origin x="-1532" y="1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E28594-176D-4691-8042-C49A898DFFCB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0F4543-9C3A-42BC-85B8-09D852AA6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08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jrc.com/teensy/td_pulse.html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jrc.com/teensy/td_pulse.htm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justanotherlanguage.org/book/export/html/162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cisionmicrodrives.com/content/ab-012-driving-vibration-motors-with-pulse-width-modulation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https://www.pjrc.com/teensy/td_pulse.html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0F4543-9C3A-42BC-85B8-09D852AA68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573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https://www.pjrc.com/teensy/td_pulse.html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0F4543-9C3A-42BC-85B8-09D852AA6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1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http://justanotherlanguage.org/book/export/html/162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0F4543-9C3A-42BC-85B8-09D852AA68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27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https://www.precisionmicrodrives.com/content/ab-012-driving-vibration-motors-with-pulse-width-modulation/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0F4543-9C3A-42BC-85B8-09D852AA6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0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5621D-E1F6-4F4A-A169-56492B617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B4B3-475B-495F-8B8F-A488828B6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FF2EA-E3EB-45F5-9609-23511672F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BD858-A51E-417B-B5E7-CCA44BBBE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DFD957-0B49-4CEB-B6C1-04FF8225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374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98A3D-93B2-498B-ABCA-118A31534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67BB2-676C-4F8F-B827-EDA94F50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F9218-38BC-487A-A840-E42AE86C0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5EAC0-14ED-467F-958C-311EBAEDC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A4E8C-B157-42C7-A781-AA89328FD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72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34E83-205A-4C48-AE40-9249CB9B4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2AB99-FA4A-48BF-8088-52835DD24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C7558C-43DB-4788-9863-01BA1D883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AAAB2-CFA7-4512-8ED9-8E5E1C0C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79A96-6DCD-4093-98DA-A7F669D04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38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0A0C4-EA4E-4E48-8818-0EB5DF66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1BFFE-37F0-43A1-B1FC-B97B6348E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78B378-235F-4042-9C5D-1E77E9166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E905CA-1AE3-4C21-9DCA-7B1DC6782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BA606A-BC58-4B64-8C9F-AF18F1865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D56233-81B9-46BD-8E96-05023CD3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66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F15FD-C507-44FB-83D3-488254328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3A762-3D0A-47CD-BA62-EE4D7B86B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A856A9-B37B-4E2E-84A7-FB817A7824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F9D46-832B-425F-9646-1D75A46181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2F01AE-4C0C-4854-8BF1-551CA64818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6CEFCE-8198-445B-8771-85557F46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A1AEA8-14CC-4C7B-88D9-6FD9CCF89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540562-D815-41B5-BC23-90AB0370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82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44815-D8A9-40E2-B014-798AB49BD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611436-7E8E-4752-8659-21BA8BA99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D85F13-5029-4EA0-A30B-88FBC6B1D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30165C-5828-4909-9521-BD0B54278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297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827F87-AFC1-4AE9-92F4-4B37FA8BF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40C6F8-F799-4A3B-9A73-F5E296093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99B4-EB88-4183-A76E-4B2924EB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9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1C4-52C5-42D4-8B09-C49326C08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6D8E1-B2A6-405F-9848-DC0E58165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5CAC36-E059-4A73-9B78-94429BBE78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0257C-3EAE-4E1D-BF5E-F980E4FE2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D04CE6-2AC0-4FED-8835-6CE8E007E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BD127-A74B-4CFC-8A55-4208CE3A8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421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F2B5D-47D3-4821-97A8-2530DF778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467D71-2971-4531-BC78-57937BCBB7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64A2E-AC8C-4C07-BECE-A4191A743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B1E4C-C20B-4483-9196-B96179BF7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C96C8-8CB8-4ED8-9137-8889C85E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0603A-5305-4081-B997-B3F6F6A43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602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794BA-7494-4305-A0D6-440447CA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93F50-D62B-485C-AD40-BD091B5042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79E2F3-D76B-4A77-9908-59FE75121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A49E6-5A27-40AB-AF3A-F4FB7DFBA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E0D656-5379-42D1-BFBD-BD31C89A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92EA36-607F-44A3-AA32-A21918EA2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F7B23-6824-4935-9C9A-1CE869629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74EBF-C912-4ABE-B2E9-96C569264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BA1F2-5E4F-4D76-B43A-071998FB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50A9C-4120-428C-BAE3-36BBC7417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563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6ADD24-B2DC-46C1-9010-3E2D8F854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32351-66D4-47BE-862B-8B7AE618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DC6E51-8488-461F-9F30-5AAF461488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135F-37FE-4B2E-9909-D5985A1CDCE3}" type="datetimeFigureOut">
              <a:rPr lang="en-US" smtClean="0"/>
              <a:t>4/30/2020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51846-47B7-4B25-95EC-E0CB0788E6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FCBC0-729B-44DA-8417-DB3B89A24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713D98-FEC1-4A29-9A46-00823F9EA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29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gif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3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2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gif"/><Relationship Id="rId15" Type="http://schemas.openxmlformats.org/officeDocument/2006/relationships/image" Target="../media/image25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17.png"/><Relationship Id="rId21" Type="http://schemas.openxmlformats.org/officeDocument/2006/relationships/image" Target="../media/image43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image" Target="../media/image16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24" Type="http://schemas.openxmlformats.org/officeDocument/2006/relationships/image" Target="../media/image46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23" Type="http://schemas.openxmlformats.org/officeDocument/2006/relationships/image" Target="../media/image45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Relationship Id="rId22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1.png"/><Relationship Id="rId18" Type="http://schemas.openxmlformats.org/officeDocument/2006/relationships/image" Target="../media/image55.png"/><Relationship Id="rId3" Type="http://schemas.openxmlformats.org/officeDocument/2006/relationships/image" Target="../media/image29.png"/><Relationship Id="rId21" Type="http://schemas.openxmlformats.org/officeDocument/2006/relationships/image" Target="../media/image58.png"/><Relationship Id="rId7" Type="http://schemas.openxmlformats.org/officeDocument/2006/relationships/image" Target="../media/image47.png"/><Relationship Id="rId12" Type="http://schemas.openxmlformats.org/officeDocument/2006/relationships/image" Target="../media/image50.png"/><Relationship Id="rId17" Type="http://schemas.openxmlformats.org/officeDocument/2006/relationships/image" Target="../media/image54.png"/><Relationship Id="rId2" Type="http://schemas.openxmlformats.org/officeDocument/2006/relationships/image" Target="../media/image12.gif"/><Relationship Id="rId16" Type="http://schemas.openxmlformats.org/officeDocument/2006/relationships/image" Target="../media/image53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49.png"/><Relationship Id="rId5" Type="http://schemas.openxmlformats.org/officeDocument/2006/relationships/image" Target="../media/image27.png"/><Relationship Id="rId15" Type="http://schemas.openxmlformats.org/officeDocument/2006/relationships/image" Target="../media/image17.png"/><Relationship Id="rId23" Type="http://schemas.openxmlformats.org/officeDocument/2006/relationships/image" Target="../media/image59.png"/><Relationship Id="rId10" Type="http://schemas.openxmlformats.org/officeDocument/2006/relationships/image" Target="../media/image15.png"/><Relationship Id="rId19" Type="http://schemas.openxmlformats.org/officeDocument/2006/relationships/image" Target="../media/image56.png"/><Relationship Id="rId4" Type="http://schemas.openxmlformats.org/officeDocument/2006/relationships/image" Target="../media/image30.png"/><Relationship Id="rId9" Type="http://schemas.openxmlformats.org/officeDocument/2006/relationships/image" Target="../media/image28.png"/><Relationship Id="rId14" Type="http://schemas.openxmlformats.org/officeDocument/2006/relationships/image" Target="../media/image52.png"/><Relationship Id="rId22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0.png"/><Relationship Id="rId7" Type="http://schemas.openxmlformats.org/officeDocument/2006/relationships/image" Target="../media/image26.png"/><Relationship Id="rId12" Type="http://schemas.openxmlformats.org/officeDocument/2006/relationships/image" Target="../media/image18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5.png"/><Relationship Id="rId5" Type="http://schemas.openxmlformats.org/officeDocument/2006/relationships/image" Target="../media/image62.png"/><Relationship Id="rId10" Type="http://schemas.openxmlformats.org/officeDocument/2006/relationships/image" Target="../media/image64.png"/><Relationship Id="rId4" Type="http://schemas.openxmlformats.org/officeDocument/2006/relationships/image" Target="../media/image61.png"/><Relationship Id="rId9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8.png"/><Relationship Id="rId3" Type="http://schemas.openxmlformats.org/officeDocument/2006/relationships/image" Target="../media/image66.png"/><Relationship Id="rId7" Type="http://schemas.openxmlformats.org/officeDocument/2006/relationships/image" Target="../media/image26.png"/><Relationship Id="rId12" Type="http://schemas.openxmlformats.org/officeDocument/2006/relationships/image" Target="../media/image65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4.png"/><Relationship Id="rId5" Type="http://schemas.openxmlformats.org/officeDocument/2006/relationships/image" Target="../media/image62.png"/><Relationship Id="rId10" Type="http://schemas.openxmlformats.org/officeDocument/2006/relationships/image" Target="../media/image60.png"/><Relationship Id="rId4" Type="http://schemas.openxmlformats.org/officeDocument/2006/relationships/image" Target="../media/image61.png"/><Relationship Id="rId9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9.png"/><Relationship Id="rId3" Type="http://schemas.openxmlformats.org/officeDocument/2006/relationships/image" Target="../media/image67.png"/><Relationship Id="rId7" Type="http://schemas.openxmlformats.org/officeDocument/2006/relationships/image" Target="../media/image63.png"/><Relationship Id="rId12" Type="http://schemas.openxmlformats.org/officeDocument/2006/relationships/image" Target="../media/image17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18.png"/><Relationship Id="rId5" Type="http://schemas.openxmlformats.org/officeDocument/2006/relationships/image" Target="../media/image62.png"/><Relationship Id="rId10" Type="http://schemas.openxmlformats.org/officeDocument/2006/relationships/image" Target="../media/image65.png"/><Relationship Id="rId4" Type="http://schemas.openxmlformats.org/officeDocument/2006/relationships/image" Target="../media/image68.png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2.png"/><Relationship Id="rId4" Type="http://schemas.openxmlformats.org/officeDocument/2006/relationships/image" Target="../media/image6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2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17.png"/><Relationship Id="rId21" Type="http://schemas.openxmlformats.org/officeDocument/2006/relationships/image" Target="../media/image43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image" Target="../media/image16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24" Type="http://schemas.openxmlformats.org/officeDocument/2006/relationships/image" Target="../media/image46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23" Type="http://schemas.openxmlformats.org/officeDocument/2006/relationships/image" Target="../media/image45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Relationship Id="rId22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1.png"/><Relationship Id="rId18" Type="http://schemas.openxmlformats.org/officeDocument/2006/relationships/image" Target="../media/image55.png"/><Relationship Id="rId3" Type="http://schemas.openxmlformats.org/officeDocument/2006/relationships/image" Target="../media/image29.png"/><Relationship Id="rId21" Type="http://schemas.openxmlformats.org/officeDocument/2006/relationships/image" Target="../media/image58.png"/><Relationship Id="rId7" Type="http://schemas.openxmlformats.org/officeDocument/2006/relationships/image" Target="../media/image47.png"/><Relationship Id="rId12" Type="http://schemas.openxmlformats.org/officeDocument/2006/relationships/image" Target="../media/image50.png"/><Relationship Id="rId17" Type="http://schemas.openxmlformats.org/officeDocument/2006/relationships/image" Target="../media/image54.png"/><Relationship Id="rId2" Type="http://schemas.openxmlformats.org/officeDocument/2006/relationships/image" Target="../media/image12.gif"/><Relationship Id="rId16" Type="http://schemas.openxmlformats.org/officeDocument/2006/relationships/image" Target="../media/image53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49.png"/><Relationship Id="rId5" Type="http://schemas.openxmlformats.org/officeDocument/2006/relationships/image" Target="../media/image27.png"/><Relationship Id="rId15" Type="http://schemas.openxmlformats.org/officeDocument/2006/relationships/image" Target="../media/image17.png"/><Relationship Id="rId23" Type="http://schemas.openxmlformats.org/officeDocument/2006/relationships/image" Target="../media/image59.png"/><Relationship Id="rId10" Type="http://schemas.openxmlformats.org/officeDocument/2006/relationships/image" Target="../media/image15.png"/><Relationship Id="rId19" Type="http://schemas.openxmlformats.org/officeDocument/2006/relationships/image" Target="../media/image56.png"/><Relationship Id="rId4" Type="http://schemas.openxmlformats.org/officeDocument/2006/relationships/image" Target="../media/image30.png"/><Relationship Id="rId9" Type="http://schemas.openxmlformats.org/officeDocument/2006/relationships/image" Target="../media/image28.png"/><Relationship Id="rId14" Type="http://schemas.openxmlformats.org/officeDocument/2006/relationships/image" Target="../media/image52.png"/><Relationship Id="rId22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EC5582-BFE9-4251-9CA2-4B8CD3BE8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18702"/>
            <a:ext cx="12192000" cy="2220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125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277778-451A-4D9C-9E36-64C2B00D0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480" y="1035169"/>
            <a:ext cx="6106647" cy="3847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FED6C-11DB-43DC-B01B-D30FE50CB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74" y="1414732"/>
            <a:ext cx="7216495" cy="414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930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A0B0C3-C7AB-4B09-B192-0C2460A05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1999"/>
            <a:ext cx="12192000" cy="595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345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1FEFE-CE9D-4D34-BF0E-D3A736695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113" y="0"/>
            <a:ext cx="54657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8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189FAFA-B4CA-4DC0-8FEF-3DBEF0A9B8D5}"/>
              </a:ext>
            </a:extLst>
          </p:cNvPr>
          <p:cNvGrpSpPr/>
          <p:nvPr/>
        </p:nvGrpSpPr>
        <p:grpSpPr>
          <a:xfrm>
            <a:off x="2008607" y="1045595"/>
            <a:ext cx="7349837" cy="845128"/>
            <a:chOff x="935181" y="457199"/>
            <a:chExt cx="7349837" cy="84512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E24DD00-8095-4326-8E6A-1584A5DD5757}"/>
                </a:ext>
              </a:extLst>
            </p:cNvPr>
            <p:cNvSpPr/>
            <p:nvPr/>
          </p:nvSpPr>
          <p:spPr>
            <a:xfrm>
              <a:off x="935181" y="658091"/>
              <a:ext cx="1828800" cy="644236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D3E0FAE-A9BE-460A-8878-8001B7563CD4}"/>
                </a:ext>
              </a:extLst>
            </p:cNvPr>
            <p:cNvSpPr/>
            <p:nvPr/>
          </p:nvSpPr>
          <p:spPr>
            <a:xfrm>
              <a:off x="2763981" y="658091"/>
              <a:ext cx="1828800" cy="644236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2CDC819-84D8-467A-B57C-836856800A2D}"/>
                </a:ext>
              </a:extLst>
            </p:cNvPr>
            <p:cNvCxnSpPr/>
            <p:nvPr/>
          </p:nvCxnSpPr>
          <p:spPr>
            <a:xfrm>
              <a:off x="935181" y="457199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935181" y="1302327"/>
              <a:ext cx="7349837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8B7462-8152-46F1-917A-6D224B3F087D}"/>
                </a:ext>
              </a:extLst>
            </p:cNvPr>
            <p:cNvCxnSpPr/>
            <p:nvPr/>
          </p:nvCxnSpPr>
          <p:spPr>
            <a:xfrm>
              <a:off x="2763981" y="457199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5A20BA-AED3-4846-BB0E-DC250C26F0C7}"/>
                </a:ext>
              </a:extLst>
            </p:cNvPr>
            <p:cNvSpPr/>
            <p:nvPr/>
          </p:nvSpPr>
          <p:spPr>
            <a:xfrm>
              <a:off x="4592780" y="658091"/>
              <a:ext cx="1828800" cy="644236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9C6512-0936-48D8-9187-A9E043C74E3D}"/>
                </a:ext>
              </a:extLst>
            </p:cNvPr>
            <p:cNvSpPr/>
            <p:nvPr/>
          </p:nvSpPr>
          <p:spPr>
            <a:xfrm>
              <a:off x="6421580" y="658091"/>
              <a:ext cx="1828800" cy="644236"/>
            </a:xfrm>
            <a:prstGeom prst="rect">
              <a:avLst/>
            </a:prstGeom>
            <a:solidFill>
              <a:schemeClr val="accent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58EA02-B74C-4B03-BEE6-465F5BB4B74D}"/>
                </a:ext>
              </a:extLst>
            </p:cNvPr>
            <p:cNvCxnSpPr/>
            <p:nvPr/>
          </p:nvCxnSpPr>
          <p:spPr>
            <a:xfrm>
              <a:off x="4592780" y="457199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FFEF7ED-BCC2-4607-A268-5C5899D41811}"/>
                </a:ext>
              </a:extLst>
            </p:cNvPr>
            <p:cNvCxnSpPr/>
            <p:nvPr/>
          </p:nvCxnSpPr>
          <p:spPr>
            <a:xfrm>
              <a:off x="6421580" y="457199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F88695-69B7-4A28-85EE-6B363A0C9711}"/>
                </a:ext>
              </a:extLst>
            </p:cNvPr>
            <p:cNvCxnSpPr/>
            <p:nvPr/>
          </p:nvCxnSpPr>
          <p:spPr>
            <a:xfrm>
              <a:off x="8250380" y="457199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8694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24DD00-8095-4326-8E6A-1584A5DD5757}"/>
              </a:ext>
            </a:extLst>
          </p:cNvPr>
          <p:cNvSpPr/>
          <p:nvPr/>
        </p:nvSpPr>
        <p:spPr>
          <a:xfrm>
            <a:off x="2008607" y="1246487"/>
            <a:ext cx="1828800" cy="644236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3E0FAE-A9BE-460A-8878-8001B7563CD4}"/>
              </a:ext>
            </a:extLst>
          </p:cNvPr>
          <p:cNvSpPr/>
          <p:nvPr/>
        </p:nvSpPr>
        <p:spPr>
          <a:xfrm>
            <a:off x="3837407" y="1246487"/>
            <a:ext cx="1828800" cy="644236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86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08607" y="1890723"/>
            <a:ext cx="7349837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8374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B5A20BA-AED3-4846-BB0E-DC250C26F0C7}"/>
              </a:ext>
            </a:extLst>
          </p:cNvPr>
          <p:cNvSpPr/>
          <p:nvPr/>
        </p:nvSpPr>
        <p:spPr>
          <a:xfrm>
            <a:off x="5666206" y="1246487"/>
            <a:ext cx="1828800" cy="644236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9C6512-0936-48D8-9187-A9E043C74E3D}"/>
              </a:ext>
            </a:extLst>
          </p:cNvPr>
          <p:cNvSpPr/>
          <p:nvPr/>
        </p:nvSpPr>
        <p:spPr>
          <a:xfrm>
            <a:off x="7495006" y="1246487"/>
            <a:ext cx="1828800" cy="644236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6662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4950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38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2EE0F3-554D-4439-B3EC-966ABAF8AF2A}"/>
              </a:ext>
            </a:extLst>
          </p:cNvPr>
          <p:cNvGrpSpPr/>
          <p:nvPr/>
        </p:nvGrpSpPr>
        <p:grpSpPr>
          <a:xfrm>
            <a:off x="2008607" y="1241499"/>
            <a:ext cx="1828800" cy="649224"/>
            <a:chOff x="2008607" y="1241499"/>
            <a:chExt cx="1828800" cy="649224"/>
          </a:xfrm>
        </p:grpSpPr>
        <p:cxnSp>
          <p:nvCxnSpPr>
            <p:cNvPr id="3" name="Connector: Elbow 2">
              <a:extLst>
                <a:ext uri="{FF2B5EF4-FFF2-40B4-BE49-F238E27FC236}">
                  <a16:creationId xmlns:a16="http://schemas.microsoft.com/office/drawing/2014/main" id="{622C8A6C-BC7D-4212-A5E1-63D0EAC521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9AEE5BB-040A-494F-A4BD-ECDC1FA570E7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5E1BBA7-AE56-4362-8644-9DDAF8737932}"/>
              </a:ext>
            </a:extLst>
          </p:cNvPr>
          <p:cNvGrpSpPr/>
          <p:nvPr/>
        </p:nvGrpSpPr>
        <p:grpSpPr>
          <a:xfrm>
            <a:off x="3837407" y="1241499"/>
            <a:ext cx="1828800" cy="649224"/>
            <a:chOff x="2008607" y="1241499"/>
            <a:chExt cx="1828800" cy="649224"/>
          </a:xfrm>
        </p:grpSpPr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6A05BC6-5586-4237-A5A3-01DCB82055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946D880-344D-43FA-B676-9605B7235F69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BF31D5-E610-4704-9639-637F90E53033}"/>
              </a:ext>
            </a:extLst>
          </p:cNvPr>
          <p:cNvGrpSpPr/>
          <p:nvPr/>
        </p:nvGrpSpPr>
        <p:grpSpPr>
          <a:xfrm>
            <a:off x="5666206" y="1241499"/>
            <a:ext cx="1828800" cy="649224"/>
            <a:chOff x="2008607" y="1241499"/>
            <a:chExt cx="1828800" cy="649224"/>
          </a:xfrm>
        </p:grpSpPr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D70C8574-348D-4EB2-B89E-5FE2E89D1A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47D6-2B9B-49F8-9831-6AFAF5DC9EEC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1650EB8-4ECB-429C-AF98-47E42AFB0B33}"/>
              </a:ext>
            </a:extLst>
          </p:cNvPr>
          <p:cNvGrpSpPr/>
          <p:nvPr/>
        </p:nvGrpSpPr>
        <p:grpSpPr>
          <a:xfrm>
            <a:off x="7495006" y="1241499"/>
            <a:ext cx="1828800" cy="649224"/>
            <a:chOff x="2008607" y="1241499"/>
            <a:chExt cx="1828800" cy="649224"/>
          </a:xfrm>
        </p:grpSpPr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20B5E6B1-BDBB-4DA2-AB5A-AD4E6927E7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E7B60CA-DECE-4730-9140-77B7CDF3200A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1212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86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08606" y="189072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8374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6662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4950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38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2EE0F3-554D-4439-B3EC-966ABAF8AF2A}"/>
              </a:ext>
            </a:extLst>
          </p:cNvPr>
          <p:cNvGrpSpPr/>
          <p:nvPr/>
        </p:nvGrpSpPr>
        <p:grpSpPr>
          <a:xfrm>
            <a:off x="2008607" y="1241499"/>
            <a:ext cx="1828800" cy="649224"/>
            <a:chOff x="2008607" y="1241499"/>
            <a:chExt cx="1828800" cy="649224"/>
          </a:xfrm>
        </p:grpSpPr>
        <p:cxnSp>
          <p:nvCxnSpPr>
            <p:cNvPr id="3" name="Connector: Elbow 2">
              <a:extLst>
                <a:ext uri="{FF2B5EF4-FFF2-40B4-BE49-F238E27FC236}">
                  <a16:creationId xmlns:a16="http://schemas.microsoft.com/office/drawing/2014/main" id="{622C8A6C-BC7D-4212-A5E1-63D0EAC521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9AEE5BB-040A-494F-A4BD-ECDC1FA570E7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5E1BBA7-AE56-4362-8644-9DDAF8737932}"/>
              </a:ext>
            </a:extLst>
          </p:cNvPr>
          <p:cNvGrpSpPr/>
          <p:nvPr/>
        </p:nvGrpSpPr>
        <p:grpSpPr>
          <a:xfrm>
            <a:off x="3837407" y="1241499"/>
            <a:ext cx="1828800" cy="649224"/>
            <a:chOff x="2008607" y="1241499"/>
            <a:chExt cx="1828800" cy="649224"/>
          </a:xfrm>
        </p:grpSpPr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6A05BC6-5586-4237-A5A3-01DCB82055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946D880-344D-43FA-B676-9605B7235F69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BF31D5-E610-4704-9639-637F90E53033}"/>
              </a:ext>
            </a:extLst>
          </p:cNvPr>
          <p:cNvGrpSpPr/>
          <p:nvPr/>
        </p:nvGrpSpPr>
        <p:grpSpPr>
          <a:xfrm>
            <a:off x="5666206" y="1241499"/>
            <a:ext cx="1828800" cy="649224"/>
            <a:chOff x="2008607" y="1241499"/>
            <a:chExt cx="1828800" cy="649224"/>
          </a:xfrm>
        </p:grpSpPr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D70C8574-348D-4EB2-B89E-5FE2E89D1A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47D6-2B9B-49F8-9831-6AFAF5DC9EEC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1650EB8-4ECB-429C-AF98-47E42AFB0B33}"/>
              </a:ext>
            </a:extLst>
          </p:cNvPr>
          <p:cNvGrpSpPr/>
          <p:nvPr/>
        </p:nvGrpSpPr>
        <p:grpSpPr>
          <a:xfrm>
            <a:off x="7495006" y="1241499"/>
            <a:ext cx="1828800" cy="649224"/>
            <a:chOff x="2008607" y="1241499"/>
            <a:chExt cx="1828800" cy="649224"/>
          </a:xfrm>
        </p:grpSpPr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20B5E6B1-BDBB-4DA2-AB5A-AD4E6927E7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1246487"/>
              <a:ext cx="1828800" cy="64423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E7B60CA-DECE-4730-9140-77B7CDF3200A}"/>
                </a:ext>
              </a:extLst>
            </p:cNvPr>
            <p:cNvCxnSpPr/>
            <p:nvPr/>
          </p:nvCxnSpPr>
          <p:spPr>
            <a:xfrm>
              <a:off x="3837407" y="1241499"/>
              <a:ext cx="0" cy="649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4313" y="124149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6349" y="109499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635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D91C887-4FDC-4F66-8707-8794101C12F4}"/>
              </a:ext>
            </a:extLst>
          </p:cNvPr>
          <p:cNvGrpSpPr/>
          <p:nvPr/>
        </p:nvGrpSpPr>
        <p:grpSpPr>
          <a:xfrm>
            <a:off x="1706349" y="1045595"/>
            <a:ext cx="7983217" cy="845128"/>
            <a:chOff x="1706349" y="1045595"/>
            <a:chExt cx="7983217" cy="84512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2CDC819-84D8-467A-B57C-836856800A2D}"/>
                </a:ext>
              </a:extLst>
            </p:cNvPr>
            <p:cNvCxnSpPr/>
            <p:nvPr/>
          </p:nvCxnSpPr>
          <p:spPr>
            <a:xfrm>
              <a:off x="20086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2008606" y="189072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8B7462-8152-46F1-917A-6D224B3F087D}"/>
                </a:ext>
              </a:extLst>
            </p:cNvPr>
            <p:cNvCxnSpPr/>
            <p:nvPr/>
          </p:nvCxnSpPr>
          <p:spPr>
            <a:xfrm>
              <a:off x="38374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58EA02-B74C-4B03-BEE6-465F5BB4B74D}"/>
                </a:ext>
              </a:extLst>
            </p:cNvPr>
            <p:cNvCxnSpPr/>
            <p:nvPr/>
          </p:nvCxnSpPr>
          <p:spPr>
            <a:xfrm>
              <a:off x="56662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FFEF7ED-BCC2-4607-A268-5C5899D41811}"/>
                </a:ext>
              </a:extLst>
            </p:cNvPr>
            <p:cNvCxnSpPr/>
            <p:nvPr/>
          </p:nvCxnSpPr>
          <p:spPr>
            <a:xfrm>
              <a:off x="74950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F88695-69B7-4A28-85EE-6B363A0C9711}"/>
                </a:ext>
              </a:extLst>
            </p:cNvPr>
            <p:cNvCxnSpPr/>
            <p:nvPr/>
          </p:nvCxnSpPr>
          <p:spPr>
            <a:xfrm>
              <a:off x="93238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A557661-2981-4467-BC4E-0A63F2A8D9E7}"/>
                </a:ext>
              </a:extLst>
            </p:cNvPr>
            <p:cNvGrpSpPr/>
            <p:nvPr/>
          </p:nvGrpSpPr>
          <p:grpSpPr>
            <a:xfrm>
              <a:off x="2008607" y="1241499"/>
              <a:ext cx="7315199" cy="649224"/>
              <a:chOff x="2008607" y="1241499"/>
              <a:chExt cx="7315199" cy="649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62EE0F3-554D-4439-B3EC-966ABAF8AF2A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" name="Connector: Elbow 2">
                  <a:extLst>
                    <a:ext uri="{FF2B5EF4-FFF2-40B4-BE49-F238E27FC236}">
                      <a16:creationId xmlns:a16="http://schemas.microsoft.com/office/drawing/2014/main" id="{622C8A6C-BC7D-4212-A5E1-63D0EAC521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9AEE5BB-040A-494F-A4BD-ECDC1FA570E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E1BBA7-AE56-4362-8644-9DDAF8737932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" name="Connector: Elbow 20">
                  <a:extLst>
                    <a:ext uri="{FF2B5EF4-FFF2-40B4-BE49-F238E27FC236}">
                      <a16:creationId xmlns:a16="http://schemas.microsoft.com/office/drawing/2014/main" id="{06A05BC6-5586-4237-A5A3-01DCB8205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946D880-344D-43FA-B676-9605B7235F6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7BF31D5-E610-4704-9639-637F90E53033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D70C8574-348D-4EB2-B89E-5FE2E89D1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DE47D6-2B9B-49F8-9831-6AFAF5DC9EEC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1650EB8-4ECB-429C-AF98-47E42AFB0B33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5" name="Connector: Elbow 34">
                  <a:extLst>
                    <a:ext uri="{FF2B5EF4-FFF2-40B4-BE49-F238E27FC236}">
                      <a16:creationId xmlns:a16="http://schemas.microsoft.com/office/drawing/2014/main" id="{20B5E6B1-BDBB-4DA2-AB5A-AD4E6927E7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5E7B60CA-DECE-4730-9140-77B7CDF3200A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ADBA9AA-E84C-4A0F-8E72-031DF11F346D}"/>
                </a:ext>
              </a:extLst>
            </p:cNvPr>
            <p:cNvCxnSpPr>
              <a:cxnSpLocks/>
            </p:cNvCxnSpPr>
            <p:nvPr/>
          </p:nvCxnSpPr>
          <p:spPr>
            <a:xfrm>
              <a:off x="1984313" y="1241499"/>
              <a:ext cx="4572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61C10-3CFF-4D44-981B-59E8BFD00152}"/>
                </a:ext>
              </a:extLst>
            </p:cNvPr>
            <p:cNvSpPr txBox="1"/>
            <p:nvPr/>
          </p:nvSpPr>
          <p:spPr>
            <a:xfrm>
              <a:off x="1706349" y="1094992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2018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3652B72-3364-4103-A54A-DDEBA6A7B38C}"/>
              </a:ext>
            </a:extLst>
          </p:cNvPr>
          <p:cNvGrpSpPr/>
          <p:nvPr/>
        </p:nvGrpSpPr>
        <p:grpSpPr>
          <a:xfrm>
            <a:off x="1706349" y="1045595"/>
            <a:ext cx="7983217" cy="845128"/>
            <a:chOff x="1706349" y="1045595"/>
            <a:chExt cx="7983217" cy="84512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2CDC819-84D8-467A-B57C-836856800A2D}"/>
                </a:ext>
              </a:extLst>
            </p:cNvPr>
            <p:cNvCxnSpPr/>
            <p:nvPr/>
          </p:nvCxnSpPr>
          <p:spPr>
            <a:xfrm>
              <a:off x="20086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2008606" y="189072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8B7462-8152-46F1-917A-6D224B3F087D}"/>
                </a:ext>
              </a:extLst>
            </p:cNvPr>
            <p:cNvCxnSpPr/>
            <p:nvPr/>
          </p:nvCxnSpPr>
          <p:spPr>
            <a:xfrm>
              <a:off x="38374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58EA02-B74C-4B03-BEE6-465F5BB4B74D}"/>
                </a:ext>
              </a:extLst>
            </p:cNvPr>
            <p:cNvCxnSpPr/>
            <p:nvPr/>
          </p:nvCxnSpPr>
          <p:spPr>
            <a:xfrm>
              <a:off x="56662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FFEF7ED-BCC2-4607-A268-5C5899D41811}"/>
                </a:ext>
              </a:extLst>
            </p:cNvPr>
            <p:cNvCxnSpPr/>
            <p:nvPr/>
          </p:nvCxnSpPr>
          <p:spPr>
            <a:xfrm>
              <a:off x="74950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F88695-69B7-4A28-85EE-6B363A0C9711}"/>
                </a:ext>
              </a:extLst>
            </p:cNvPr>
            <p:cNvCxnSpPr/>
            <p:nvPr/>
          </p:nvCxnSpPr>
          <p:spPr>
            <a:xfrm>
              <a:off x="93238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C5DB29-15EF-43CA-B58C-EC0E5E01283D}"/>
                </a:ext>
              </a:extLst>
            </p:cNvPr>
            <p:cNvGrpSpPr/>
            <p:nvPr/>
          </p:nvGrpSpPr>
          <p:grpSpPr>
            <a:xfrm>
              <a:off x="2008607" y="1241499"/>
              <a:ext cx="7315199" cy="649224"/>
              <a:chOff x="2008607" y="1241499"/>
              <a:chExt cx="7315199" cy="649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62EE0F3-554D-4439-B3EC-966ABAF8AF2A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" name="Connector: Elbow 2">
                  <a:extLst>
                    <a:ext uri="{FF2B5EF4-FFF2-40B4-BE49-F238E27FC236}">
                      <a16:creationId xmlns:a16="http://schemas.microsoft.com/office/drawing/2014/main" id="{622C8A6C-BC7D-4212-A5E1-63D0EAC521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9AEE5BB-040A-494F-A4BD-ECDC1FA570E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E1BBA7-AE56-4362-8644-9DDAF8737932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" name="Connector: Elbow 20">
                  <a:extLst>
                    <a:ext uri="{FF2B5EF4-FFF2-40B4-BE49-F238E27FC236}">
                      <a16:creationId xmlns:a16="http://schemas.microsoft.com/office/drawing/2014/main" id="{06A05BC6-5586-4237-A5A3-01DCB8205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946D880-344D-43FA-B676-9605B7235F6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7BF31D5-E610-4704-9639-637F90E53033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D70C8574-348D-4EB2-B89E-5FE2E89D1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DE47D6-2B9B-49F8-9831-6AFAF5DC9EEC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20B5E6B1-BDBB-4DA2-AB5A-AD4E6927E7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95006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ADBA9AA-E84C-4A0F-8E72-031DF11F346D}"/>
                </a:ext>
              </a:extLst>
            </p:cNvPr>
            <p:cNvCxnSpPr>
              <a:cxnSpLocks/>
            </p:cNvCxnSpPr>
            <p:nvPr/>
          </p:nvCxnSpPr>
          <p:spPr>
            <a:xfrm>
              <a:off x="1984313" y="1241499"/>
              <a:ext cx="4572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61C10-3CFF-4D44-981B-59E8BFD00152}"/>
                </a:ext>
              </a:extLst>
            </p:cNvPr>
            <p:cNvSpPr txBox="1"/>
            <p:nvPr/>
          </p:nvSpPr>
          <p:spPr>
            <a:xfrm>
              <a:off x="1706349" y="1094992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690032" y="266700"/>
            <a:ext cx="4610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bas Neue" panose="020B0606020202050201" pitchFamily="34" charset="0"/>
              </a:rPr>
              <a:t>Same Duty Cycle (50%), Different Frequencies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6651A0-6B5C-4E36-9D79-E75501EDD86B}"/>
              </a:ext>
            </a:extLst>
          </p:cNvPr>
          <p:cNvCxnSpPr/>
          <p:nvPr/>
        </p:nvCxnSpPr>
        <p:spPr>
          <a:xfrm>
            <a:off x="20086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8B1865-ABFA-448C-9427-A61EC5D9B77C}"/>
              </a:ext>
            </a:extLst>
          </p:cNvPr>
          <p:cNvCxnSpPr>
            <a:cxnSpLocks/>
          </p:cNvCxnSpPr>
          <p:nvPr/>
        </p:nvCxnSpPr>
        <p:spPr>
          <a:xfrm>
            <a:off x="2008606" y="318418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EAC341-9EA4-4DEC-A2F4-D31F6736AAFC}"/>
              </a:ext>
            </a:extLst>
          </p:cNvPr>
          <p:cNvCxnSpPr/>
          <p:nvPr/>
        </p:nvCxnSpPr>
        <p:spPr>
          <a:xfrm>
            <a:off x="38374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F6DB0D-1475-4F46-B39B-84AFF61E185F}"/>
              </a:ext>
            </a:extLst>
          </p:cNvPr>
          <p:cNvCxnSpPr/>
          <p:nvPr/>
        </p:nvCxnSpPr>
        <p:spPr>
          <a:xfrm>
            <a:off x="56662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98A648-8059-428E-9DCE-FDA7F74CC846}"/>
              </a:ext>
            </a:extLst>
          </p:cNvPr>
          <p:cNvCxnSpPr/>
          <p:nvPr/>
        </p:nvCxnSpPr>
        <p:spPr>
          <a:xfrm>
            <a:off x="74950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EDAEB5-7A19-4B4D-9A98-DDEF91A93142}"/>
              </a:ext>
            </a:extLst>
          </p:cNvPr>
          <p:cNvCxnSpPr/>
          <p:nvPr/>
        </p:nvCxnSpPr>
        <p:spPr>
          <a:xfrm>
            <a:off x="93238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39F53E-C7F9-4122-AA64-D056E55A66ED}"/>
              </a:ext>
            </a:extLst>
          </p:cNvPr>
          <p:cNvGrpSpPr/>
          <p:nvPr/>
        </p:nvGrpSpPr>
        <p:grpSpPr>
          <a:xfrm>
            <a:off x="5666206" y="2534959"/>
            <a:ext cx="3657600" cy="649224"/>
            <a:chOff x="2008607" y="1241499"/>
            <a:chExt cx="7315199" cy="649224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EB247C9-6660-4F41-B37A-85221432EFD9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5" name="Connector: Elbow 44">
                <a:extLst>
                  <a:ext uri="{FF2B5EF4-FFF2-40B4-BE49-F238E27FC236}">
                    <a16:creationId xmlns:a16="http://schemas.microsoft.com/office/drawing/2014/main" id="{CC9BF2A7-FD88-46F6-9B03-093A76FFF9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2ED417CD-5E55-4AFC-8961-D63F23C1B525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441F9D4-D7E5-4954-AEBD-F99B8DC39F2B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3" name="Connector: Elbow 42">
                <a:extLst>
                  <a:ext uri="{FF2B5EF4-FFF2-40B4-BE49-F238E27FC236}">
                    <a16:creationId xmlns:a16="http://schemas.microsoft.com/office/drawing/2014/main" id="{52E5995A-9C08-4366-B593-5A61D6BEB9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19104CD-2642-4832-932F-0516CE821088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CF3D03B-600F-4C11-8878-C5D368D87A10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7F288134-97B6-43A2-A616-319EA4F834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B986D71F-BDC3-4E07-927D-5657C775C8BB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42EE0983-2C70-4D50-B413-CC2517AB50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F408B-089A-495E-AA38-236ADB04A03E}"/>
              </a:ext>
            </a:extLst>
          </p:cNvPr>
          <p:cNvCxnSpPr>
            <a:cxnSpLocks/>
          </p:cNvCxnSpPr>
          <p:nvPr/>
        </p:nvCxnSpPr>
        <p:spPr>
          <a:xfrm>
            <a:off x="1984313" y="253495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706349" y="238845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BF0E676-01CD-4967-BC79-FBD72C1490F3}"/>
              </a:ext>
            </a:extLst>
          </p:cNvPr>
          <p:cNvGrpSpPr/>
          <p:nvPr/>
        </p:nvGrpSpPr>
        <p:grpSpPr>
          <a:xfrm>
            <a:off x="2008607" y="2534959"/>
            <a:ext cx="3657600" cy="649224"/>
            <a:chOff x="2008607" y="1241499"/>
            <a:chExt cx="7315199" cy="649224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F2F68EA-3A35-4E1B-A908-8DBECE21CB89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71" name="Connector: Elbow 70">
                <a:extLst>
                  <a:ext uri="{FF2B5EF4-FFF2-40B4-BE49-F238E27FC236}">
                    <a16:creationId xmlns:a16="http://schemas.microsoft.com/office/drawing/2014/main" id="{3D84A0F2-6219-4CF6-951B-3691E3F9F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EA052F6E-FFE5-4E65-93C1-3D48BC0F5608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42EA3B3-3C27-43E9-B516-FBDC81D97221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9" name="Connector: Elbow 68">
                <a:extLst>
                  <a:ext uri="{FF2B5EF4-FFF2-40B4-BE49-F238E27FC236}">
                    <a16:creationId xmlns:a16="http://schemas.microsoft.com/office/drawing/2014/main" id="{E975B15E-0B7D-46AE-823A-B5D88FEB71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2586514-001E-490C-92FD-3DAE848FFE71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9BB5C7F-35AE-451D-8B8C-1F0044D0C395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7" name="Connector: Elbow 66">
                <a:extLst>
                  <a:ext uri="{FF2B5EF4-FFF2-40B4-BE49-F238E27FC236}">
                    <a16:creationId xmlns:a16="http://schemas.microsoft.com/office/drawing/2014/main" id="{E479934F-BC79-4B51-A557-6906201EEE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8D158C9-636C-4552-9E73-BC527EFD1036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3A5AE1C7-481D-4EE4-B5DD-2D17992106FF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5" name="Connector: Elbow 64">
                <a:extLst>
                  <a:ext uri="{FF2B5EF4-FFF2-40B4-BE49-F238E27FC236}">
                    <a16:creationId xmlns:a16="http://schemas.microsoft.com/office/drawing/2014/main" id="{F257C60F-0636-48D4-AF36-B3975C1831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D803BECC-B9F9-40CA-A6AC-3A6D2D2A3561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BD15DDD-9CAF-438A-A127-EA763AE3F88D}"/>
              </a:ext>
            </a:extLst>
          </p:cNvPr>
          <p:cNvCxnSpPr/>
          <p:nvPr/>
        </p:nvCxnSpPr>
        <p:spPr>
          <a:xfrm>
            <a:off x="20086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248D898-0065-45C8-9C5F-F019B86AF4D7}"/>
              </a:ext>
            </a:extLst>
          </p:cNvPr>
          <p:cNvCxnSpPr>
            <a:cxnSpLocks/>
          </p:cNvCxnSpPr>
          <p:nvPr/>
        </p:nvCxnSpPr>
        <p:spPr>
          <a:xfrm>
            <a:off x="2008606" y="4521778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A768922-4A3D-4940-B8E3-84DDFC096997}"/>
              </a:ext>
            </a:extLst>
          </p:cNvPr>
          <p:cNvCxnSpPr/>
          <p:nvPr/>
        </p:nvCxnSpPr>
        <p:spPr>
          <a:xfrm>
            <a:off x="38374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EF7702-6C09-4492-9A48-E25383AB2B44}"/>
              </a:ext>
            </a:extLst>
          </p:cNvPr>
          <p:cNvCxnSpPr/>
          <p:nvPr/>
        </p:nvCxnSpPr>
        <p:spPr>
          <a:xfrm>
            <a:off x="56662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738E0EF-F4A5-414A-84D3-0FCCF61AC1AF}"/>
              </a:ext>
            </a:extLst>
          </p:cNvPr>
          <p:cNvCxnSpPr/>
          <p:nvPr/>
        </p:nvCxnSpPr>
        <p:spPr>
          <a:xfrm>
            <a:off x="74950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3B4996-FE54-4451-B6EE-7A1A6B98DF18}"/>
              </a:ext>
            </a:extLst>
          </p:cNvPr>
          <p:cNvCxnSpPr/>
          <p:nvPr/>
        </p:nvCxnSpPr>
        <p:spPr>
          <a:xfrm>
            <a:off x="93238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0AAC7B9-8E0A-4370-9962-CFD6ABC02512}"/>
              </a:ext>
            </a:extLst>
          </p:cNvPr>
          <p:cNvGrpSpPr/>
          <p:nvPr/>
        </p:nvGrpSpPr>
        <p:grpSpPr>
          <a:xfrm>
            <a:off x="2008607" y="3872554"/>
            <a:ext cx="2441448" cy="649224"/>
            <a:chOff x="2008607" y="1241499"/>
            <a:chExt cx="7315199" cy="649224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DED7188E-78B4-49F4-8163-85A56BF7FFF4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9" name="Connector: Elbow 118">
                <a:extLst>
                  <a:ext uri="{FF2B5EF4-FFF2-40B4-BE49-F238E27FC236}">
                    <a16:creationId xmlns:a16="http://schemas.microsoft.com/office/drawing/2014/main" id="{AE85F0F9-8835-44D1-8C60-62F93ED68D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FB97B0F3-71BD-4F22-9EE7-33D645879BCD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8F283205-1C8C-41CD-97A5-1A1B90DAB107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7" name="Connector: Elbow 116">
                <a:extLst>
                  <a:ext uri="{FF2B5EF4-FFF2-40B4-BE49-F238E27FC236}">
                    <a16:creationId xmlns:a16="http://schemas.microsoft.com/office/drawing/2014/main" id="{E54797E3-EB28-412F-8C26-36F2EC04D7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1D1468FC-1060-408B-A423-B7EBA3775552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0B4B1B7A-2225-4005-A0DC-60BEF1AA209A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5" name="Connector: Elbow 114">
                <a:extLst>
                  <a:ext uri="{FF2B5EF4-FFF2-40B4-BE49-F238E27FC236}">
                    <a16:creationId xmlns:a16="http://schemas.microsoft.com/office/drawing/2014/main" id="{7834710E-0F45-4980-A3C5-109E49F223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D2593D58-D1F8-411C-90D9-8FDABC1C6284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A820EC07-4117-4442-AB78-63123DFC7798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3" name="Connector: Elbow 112">
                <a:extLst>
                  <a:ext uri="{FF2B5EF4-FFF2-40B4-BE49-F238E27FC236}">
                    <a16:creationId xmlns:a16="http://schemas.microsoft.com/office/drawing/2014/main" id="{E63B6232-7E62-4B06-BC15-6E98A723E1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6283F773-6003-4AD4-88EC-3887B9D86739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4E100A3-88C8-493B-9FD6-418A797CA23B}"/>
              </a:ext>
            </a:extLst>
          </p:cNvPr>
          <p:cNvCxnSpPr>
            <a:cxnSpLocks/>
          </p:cNvCxnSpPr>
          <p:nvPr/>
        </p:nvCxnSpPr>
        <p:spPr>
          <a:xfrm>
            <a:off x="1984313" y="3872554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D033016-2CC0-4EA3-8763-17089D84776E}"/>
              </a:ext>
            </a:extLst>
          </p:cNvPr>
          <p:cNvSpPr txBox="1"/>
          <p:nvPr/>
        </p:nvSpPr>
        <p:spPr>
          <a:xfrm>
            <a:off x="1706349" y="3726047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BD7FE18-4A1E-43BA-AD09-2D32CDFE6E9D}"/>
              </a:ext>
            </a:extLst>
          </p:cNvPr>
          <p:cNvGrpSpPr/>
          <p:nvPr/>
        </p:nvGrpSpPr>
        <p:grpSpPr>
          <a:xfrm>
            <a:off x="4445966" y="3867406"/>
            <a:ext cx="2441448" cy="649224"/>
            <a:chOff x="2008607" y="1241499"/>
            <a:chExt cx="7315199" cy="649224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1945B0B-78D6-443B-AD3E-B4237DADABB7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33" name="Connector: Elbow 132">
                <a:extLst>
                  <a:ext uri="{FF2B5EF4-FFF2-40B4-BE49-F238E27FC236}">
                    <a16:creationId xmlns:a16="http://schemas.microsoft.com/office/drawing/2014/main" id="{3ECA79C7-DE3E-422A-B760-8C0567F5D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C7E42857-0680-433C-95F9-580AAFCFA1E0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12470415-267C-416D-98C1-9DF57CA9FD29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31" name="Connector: Elbow 130">
                <a:extLst>
                  <a:ext uri="{FF2B5EF4-FFF2-40B4-BE49-F238E27FC236}">
                    <a16:creationId xmlns:a16="http://schemas.microsoft.com/office/drawing/2014/main" id="{D2C1D19D-CAAC-4C9E-8471-29338C5C30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1DB40870-62BC-42A6-B375-417AE45D7CD5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4B0B6BD-D569-45F9-BDB3-F4C4BB4382B7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29" name="Connector: Elbow 128">
                <a:extLst>
                  <a:ext uri="{FF2B5EF4-FFF2-40B4-BE49-F238E27FC236}">
                    <a16:creationId xmlns:a16="http://schemas.microsoft.com/office/drawing/2014/main" id="{74E2A5C3-637E-4F97-B5E3-9765E67AE7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B83247F1-20C3-4E86-91C1-9CE74CDF97CF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F7AFBDF-6D8F-474C-8C3C-DA945FB129CE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27" name="Connector: Elbow 126">
                <a:extLst>
                  <a:ext uri="{FF2B5EF4-FFF2-40B4-BE49-F238E27FC236}">
                    <a16:creationId xmlns:a16="http://schemas.microsoft.com/office/drawing/2014/main" id="{BCE6E449-1D7C-4F82-A7EA-DAF8F79BE5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7873266A-855E-4991-9B76-4F743054CCD3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52803E6-387A-4316-9C2F-391FE26970A4}"/>
              </a:ext>
            </a:extLst>
          </p:cNvPr>
          <p:cNvGrpSpPr/>
          <p:nvPr/>
        </p:nvGrpSpPr>
        <p:grpSpPr>
          <a:xfrm>
            <a:off x="6882840" y="3875048"/>
            <a:ext cx="2441448" cy="649224"/>
            <a:chOff x="2008607" y="1241499"/>
            <a:chExt cx="7315199" cy="649224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D81C820E-F62E-480C-B2BF-E97F3BAE8942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6" name="Connector: Elbow 145">
                <a:extLst>
                  <a:ext uri="{FF2B5EF4-FFF2-40B4-BE49-F238E27FC236}">
                    <a16:creationId xmlns:a16="http://schemas.microsoft.com/office/drawing/2014/main" id="{73DE3F84-BC2B-4BC9-87B1-69BE227083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6321F4EB-5B7D-459B-9D96-0898F890086B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98B14177-210F-4318-AAB2-B7D8120E240E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4" name="Connector: Elbow 143">
                <a:extLst>
                  <a:ext uri="{FF2B5EF4-FFF2-40B4-BE49-F238E27FC236}">
                    <a16:creationId xmlns:a16="http://schemas.microsoft.com/office/drawing/2014/main" id="{01EB7CAF-D78E-4FC6-9241-521B8FC8E8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E0880B0-875D-447A-BFBE-328D429B2DCD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F9C699EE-AF6A-493E-9862-602AFD7FC133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2" name="Connector: Elbow 141">
                <a:extLst>
                  <a:ext uri="{FF2B5EF4-FFF2-40B4-BE49-F238E27FC236}">
                    <a16:creationId xmlns:a16="http://schemas.microsoft.com/office/drawing/2014/main" id="{F38AB76F-79FE-4BA1-ABFA-60CC926960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CEF23F69-88B3-452B-A42F-5177E0219CCE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0" name="Connector: Elbow 139">
              <a:extLst>
                <a:ext uri="{FF2B5EF4-FFF2-40B4-BE49-F238E27FC236}">
                  <a16:creationId xmlns:a16="http://schemas.microsoft.com/office/drawing/2014/main" id="{9523D862-EA5B-4AC3-BF91-13B5282D1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/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6BC43B-9CAC-4B0C-B864-E180589196BD}"/>
                  </a:ext>
                </a:extLst>
              </p:cNvPr>
              <p:cNvSpPr txBox="1"/>
              <p:nvPr/>
            </p:nvSpPr>
            <p:spPr>
              <a:xfrm>
                <a:off x="218585" y="2665451"/>
                <a:ext cx="8919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6BC43B-9CAC-4B0C-B864-E18058919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2665451"/>
                <a:ext cx="891975" cy="215444"/>
              </a:xfrm>
              <a:prstGeom prst="rect">
                <a:avLst/>
              </a:prstGeom>
              <a:blipFill>
                <a:blip r:embed="rId3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F0EACF4-86FC-4CB3-A33C-47C844F0C965}"/>
                  </a:ext>
                </a:extLst>
              </p:cNvPr>
              <p:cNvSpPr txBox="1"/>
              <p:nvPr/>
            </p:nvSpPr>
            <p:spPr>
              <a:xfrm>
                <a:off x="218585" y="3960714"/>
                <a:ext cx="8919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=3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F0EACF4-86FC-4CB3-A33C-47C844F0C9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3960714"/>
                <a:ext cx="891975" cy="215444"/>
              </a:xfrm>
              <a:prstGeom prst="rect">
                <a:avLst/>
              </a:prstGeom>
              <a:blipFill>
                <a:blip r:embed="rId4"/>
                <a:stretch>
                  <a:fillRect l="-6849" r="-411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A8BB9DE8-89A9-4525-BF1D-CBD6545B0F45}"/>
                  </a:ext>
                </a:extLst>
              </p:cNvPr>
              <p:cNvSpPr txBox="1"/>
              <p:nvPr/>
            </p:nvSpPr>
            <p:spPr>
              <a:xfrm>
                <a:off x="218585" y="5252558"/>
                <a:ext cx="103784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=500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𝑘𝐻𝑧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A8BB9DE8-89A9-4525-BF1D-CBD6545B0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5252558"/>
                <a:ext cx="1037848" cy="215444"/>
              </a:xfrm>
              <a:prstGeom prst="rect">
                <a:avLst/>
              </a:prstGeom>
              <a:blipFill>
                <a:blip r:embed="rId5"/>
                <a:stretch>
                  <a:fillRect l="-5882" r="-2941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28C89BC-0B4A-43DC-BE8F-88D2357A6C9A}"/>
              </a:ext>
            </a:extLst>
          </p:cNvPr>
          <p:cNvCxnSpPr/>
          <p:nvPr/>
        </p:nvCxnSpPr>
        <p:spPr>
          <a:xfrm>
            <a:off x="2008607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AA1AB60-3C12-4A23-9224-4BF628B46E2F}"/>
              </a:ext>
            </a:extLst>
          </p:cNvPr>
          <p:cNvCxnSpPr>
            <a:cxnSpLocks/>
          </p:cNvCxnSpPr>
          <p:nvPr/>
        </p:nvCxnSpPr>
        <p:spPr>
          <a:xfrm>
            <a:off x="2008606" y="5715670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8D3F5E2-7354-4D03-A50B-FD472ABBADBE}"/>
              </a:ext>
            </a:extLst>
          </p:cNvPr>
          <p:cNvCxnSpPr/>
          <p:nvPr/>
        </p:nvCxnSpPr>
        <p:spPr>
          <a:xfrm>
            <a:off x="3837407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AC9FE82-6FF4-44B1-B01A-6FA0ED2B4A87}"/>
              </a:ext>
            </a:extLst>
          </p:cNvPr>
          <p:cNvCxnSpPr/>
          <p:nvPr/>
        </p:nvCxnSpPr>
        <p:spPr>
          <a:xfrm>
            <a:off x="56662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A858BBB8-75CF-4EA5-B506-6D76DE00800A}"/>
              </a:ext>
            </a:extLst>
          </p:cNvPr>
          <p:cNvCxnSpPr/>
          <p:nvPr/>
        </p:nvCxnSpPr>
        <p:spPr>
          <a:xfrm>
            <a:off x="74950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D7A65C76-FB4A-4BBF-B8D6-E0EF826FDB7C}"/>
              </a:ext>
            </a:extLst>
          </p:cNvPr>
          <p:cNvCxnSpPr/>
          <p:nvPr/>
        </p:nvCxnSpPr>
        <p:spPr>
          <a:xfrm>
            <a:off x="93238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D78D9E8-44DE-40F7-B834-CE85776DD1A5}"/>
              </a:ext>
            </a:extLst>
          </p:cNvPr>
          <p:cNvGrpSpPr/>
          <p:nvPr/>
        </p:nvGrpSpPr>
        <p:grpSpPr>
          <a:xfrm>
            <a:off x="2008606" y="5066446"/>
            <a:ext cx="7315201" cy="649224"/>
            <a:chOff x="2008607" y="1241499"/>
            <a:chExt cx="3657600" cy="649224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53C11AE2-B3DD-4B0A-BB99-C63CB2031312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68" name="Connector: Elbow 167">
                <a:extLst>
                  <a:ext uri="{FF2B5EF4-FFF2-40B4-BE49-F238E27FC236}">
                    <a16:creationId xmlns:a16="http://schemas.microsoft.com/office/drawing/2014/main" id="{88E9B431-8F60-403E-9E0A-A38A1C2264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EF08848B-7094-4A8B-9FB8-DE54DFCB6F30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9CB3DE08-5607-4679-A4D3-0BF178A19E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7407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3223122C-A4F4-4501-A799-8E6DD3CFF842}"/>
              </a:ext>
            </a:extLst>
          </p:cNvPr>
          <p:cNvCxnSpPr>
            <a:cxnSpLocks/>
          </p:cNvCxnSpPr>
          <p:nvPr/>
        </p:nvCxnSpPr>
        <p:spPr>
          <a:xfrm>
            <a:off x="1984313" y="5066446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82EBED1C-259C-4337-80FB-9A1D7CF84B70}"/>
              </a:ext>
            </a:extLst>
          </p:cNvPr>
          <p:cNvSpPr txBox="1"/>
          <p:nvPr/>
        </p:nvSpPr>
        <p:spPr>
          <a:xfrm>
            <a:off x="1706349" y="4919939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20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86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08606" y="189072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8374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6662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4950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38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3C5DB29-15EF-43CA-B58C-EC0E5E01283D}"/>
              </a:ext>
            </a:extLst>
          </p:cNvPr>
          <p:cNvGrpSpPr/>
          <p:nvPr/>
        </p:nvGrpSpPr>
        <p:grpSpPr>
          <a:xfrm>
            <a:off x="2008607" y="1241499"/>
            <a:ext cx="7315199" cy="649224"/>
            <a:chOff x="2008607" y="1241499"/>
            <a:chExt cx="7315199" cy="64922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2EE0F3-554D-4439-B3EC-966ABAF8AF2A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3" name="Connector: Elbow 2">
                <a:extLst>
                  <a:ext uri="{FF2B5EF4-FFF2-40B4-BE49-F238E27FC236}">
                    <a16:creationId xmlns:a16="http://schemas.microsoft.com/office/drawing/2014/main" id="{622C8A6C-BC7D-4212-A5E1-63D0EAC521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9AEE5BB-040A-494F-A4BD-ECDC1FA570E7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5E1BBA7-AE56-4362-8644-9DDAF8737932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21" name="Connector: Elbow 20">
                <a:extLst>
                  <a:ext uri="{FF2B5EF4-FFF2-40B4-BE49-F238E27FC236}">
                    <a16:creationId xmlns:a16="http://schemas.microsoft.com/office/drawing/2014/main" id="{06A05BC6-5586-4237-A5A3-01DCB82055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946D880-344D-43FA-B676-9605B7235F69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7BF31D5-E610-4704-9639-637F90E53033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D70C8574-348D-4EB2-B89E-5FE2E89D1A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ADE47D6-2B9B-49F8-9831-6AFAF5DC9EEC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20B5E6B1-BDBB-4DA2-AB5A-AD4E6927E7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4313" y="124149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6349" y="109499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690032" y="266700"/>
            <a:ext cx="4610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bas Neue" panose="020B0606020202050201" pitchFamily="34" charset="0"/>
              </a:rPr>
              <a:t>different Duty Cycle, same Frequency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6651A0-6B5C-4E36-9D79-E75501EDD86B}"/>
              </a:ext>
            </a:extLst>
          </p:cNvPr>
          <p:cNvCxnSpPr/>
          <p:nvPr/>
        </p:nvCxnSpPr>
        <p:spPr>
          <a:xfrm>
            <a:off x="20086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8B1865-ABFA-448C-9427-A61EC5D9B77C}"/>
              </a:ext>
            </a:extLst>
          </p:cNvPr>
          <p:cNvCxnSpPr>
            <a:cxnSpLocks/>
          </p:cNvCxnSpPr>
          <p:nvPr/>
        </p:nvCxnSpPr>
        <p:spPr>
          <a:xfrm>
            <a:off x="2008606" y="318418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EAC341-9EA4-4DEC-A2F4-D31F6736AAFC}"/>
              </a:ext>
            </a:extLst>
          </p:cNvPr>
          <p:cNvCxnSpPr/>
          <p:nvPr/>
        </p:nvCxnSpPr>
        <p:spPr>
          <a:xfrm>
            <a:off x="38374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F6DB0D-1475-4F46-B39B-84AFF61E185F}"/>
              </a:ext>
            </a:extLst>
          </p:cNvPr>
          <p:cNvCxnSpPr/>
          <p:nvPr/>
        </p:nvCxnSpPr>
        <p:spPr>
          <a:xfrm>
            <a:off x="56662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98A648-8059-428E-9DCE-FDA7F74CC846}"/>
              </a:ext>
            </a:extLst>
          </p:cNvPr>
          <p:cNvCxnSpPr/>
          <p:nvPr/>
        </p:nvCxnSpPr>
        <p:spPr>
          <a:xfrm>
            <a:off x="74950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EDAEB5-7A19-4B4D-9A98-DDEF91A93142}"/>
              </a:ext>
            </a:extLst>
          </p:cNvPr>
          <p:cNvCxnSpPr/>
          <p:nvPr/>
        </p:nvCxnSpPr>
        <p:spPr>
          <a:xfrm>
            <a:off x="93238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F408B-089A-495E-AA38-236ADB04A03E}"/>
              </a:ext>
            </a:extLst>
          </p:cNvPr>
          <p:cNvCxnSpPr>
            <a:cxnSpLocks/>
          </p:cNvCxnSpPr>
          <p:nvPr/>
        </p:nvCxnSpPr>
        <p:spPr>
          <a:xfrm>
            <a:off x="1984313" y="253495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706349" y="238845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BD15DDD-9CAF-438A-A127-EA763AE3F88D}"/>
              </a:ext>
            </a:extLst>
          </p:cNvPr>
          <p:cNvCxnSpPr/>
          <p:nvPr/>
        </p:nvCxnSpPr>
        <p:spPr>
          <a:xfrm>
            <a:off x="20086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248D898-0065-45C8-9C5F-F019B86AF4D7}"/>
              </a:ext>
            </a:extLst>
          </p:cNvPr>
          <p:cNvCxnSpPr>
            <a:cxnSpLocks/>
          </p:cNvCxnSpPr>
          <p:nvPr/>
        </p:nvCxnSpPr>
        <p:spPr>
          <a:xfrm>
            <a:off x="2008606" y="4521778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A768922-4A3D-4940-B8E3-84DDFC096997}"/>
              </a:ext>
            </a:extLst>
          </p:cNvPr>
          <p:cNvCxnSpPr/>
          <p:nvPr/>
        </p:nvCxnSpPr>
        <p:spPr>
          <a:xfrm>
            <a:off x="38374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EF7702-6C09-4492-9A48-E25383AB2B44}"/>
              </a:ext>
            </a:extLst>
          </p:cNvPr>
          <p:cNvCxnSpPr/>
          <p:nvPr/>
        </p:nvCxnSpPr>
        <p:spPr>
          <a:xfrm>
            <a:off x="56662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738E0EF-F4A5-414A-84D3-0FCCF61AC1AF}"/>
              </a:ext>
            </a:extLst>
          </p:cNvPr>
          <p:cNvCxnSpPr/>
          <p:nvPr/>
        </p:nvCxnSpPr>
        <p:spPr>
          <a:xfrm>
            <a:off x="74950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3B4996-FE54-4451-B6EE-7A1A6B98DF18}"/>
              </a:ext>
            </a:extLst>
          </p:cNvPr>
          <p:cNvCxnSpPr/>
          <p:nvPr/>
        </p:nvCxnSpPr>
        <p:spPr>
          <a:xfrm>
            <a:off x="93238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4E100A3-88C8-493B-9FD6-418A797CA23B}"/>
              </a:ext>
            </a:extLst>
          </p:cNvPr>
          <p:cNvCxnSpPr>
            <a:cxnSpLocks/>
          </p:cNvCxnSpPr>
          <p:nvPr/>
        </p:nvCxnSpPr>
        <p:spPr>
          <a:xfrm>
            <a:off x="1984313" y="3872554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D033016-2CC0-4EA3-8763-17089D84776E}"/>
              </a:ext>
            </a:extLst>
          </p:cNvPr>
          <p:cNvSpPr txBox="1"/>
          <p:nvPr/>
        </p:nvSpPr>
        <p:spPr>
          <a:xfrm>
            <a:off x="1706349" y="3726047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/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09C6E483-90E2-4DE2-B7B7-4E63854EA29B}"/>
                  </a:ext>
                </a:extLst>
              </p:cNvPr>
              <p:cNvSpPr txBox="1"/>
              <p:nvPr/>
            </p:nvSpPr>
            <p:spPr>
              <a:xfrm>
                <a:off x="218585" y="109499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50%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09C6E483-90E2-4DE2-B7B7-4E63854E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094992"/>
                <a:ext cx="1323119" cy="215444"/>
              </a:xfrm>
              <a:prstGeom prst="rect">
                <a:avLst/>
              </a:prstGeom>
              <a:blipFill>
                <a:blip r:embed="rId3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72B1735-F38C-44A9-88F2-8441A0E1667A}"/>
                  </a:ext>
                </a:extLst>
              </p:cNvPr>
              <p:cNvSpPr txBox="1"/>
              <p:nvPr/>
            </p:nvSpPr>
            <p:spPr>
              <a:xfrm>
                <a:off x="224458" y="281826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72B1735-F38C-44A9-88F2-8441A0E16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" y="281826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CFE24A70-CEC7-4817-B1B8-E723ECE48C40}"/>
                  </a:ext>
                </a:extLst>
              </p:cNvPr>
              <p:cNvSpPr txBox="1"/>
              <p:nvPr/>
            </p:nvSpPr>
            <p:spPr>
              <a:xfrm>
                <a:off x="224458" y="248564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25%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CFE24A70-CEC7-4817-B1B8-E723ECE48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" y="2485642"/>
                <a:ext cx="1323119" cy="215444"/>
              </a:xfrm>
              <a:prstGeom prst="rect">
                <a:avLst/>
              </a:prstGeom>
              <a:blipFill>
                <a:blip r:embed="rId4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5B6187DF-5FE9-4CE8-A1C1-709E45805AA4}"/>
              </a:ext>
            </a:extLst>
          </p:cNvPr>
          <p:cNvGrpSpPr/>
          <p:nvPr/>
        </p:nvGrpSpPr>
        <p:grpSpPr>
          <a:xfrm>
            <a:off x="2008607" y="2534959"/>
            <a:ext cx="1828800" cy="649224"/>
            <a:chOff x="2008607" y="2534959"/>
            <a:chExt cx="1828800" cy="649224"/>
          </a:xfrm>
        </p:grpSpPr>
        <p:cxnSp>
          <p:nvCxnSpPr>
            <p:cNvPr id="170" name="Connector: Elbow 169">
              <a:extLst>
                <a:ext uri="{FF2B5EF4-FFF2-40B4-BE49-F238E27FC236}">
                  <a16:creationId xmlns:a16="http://schemas.microsoft.com/office/drawing/2014/main" id="{CDB2FDB9-6806-4BFA-87CD-B4C4889D6A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FEEFF1E8-12B2-4631-A7F6-745C17918989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0" y="795327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F857C35-6C7E-41FD-A8AC-73601ECBEFFF}"/>
              </a:ext>
            </a:extLst>
          </p:cNvPr>
          <p:cNvGrpSpPr/>
          <p:nvPr/>
        </p:nvGrpSpPr>
        <p:grpSpPr>
          <a:xfrm>
            <a:off x="3837407" y="2534959"/>
            <a:ext cx="1828800" cy="649224"/>
            <a:chOff x="2008607" y="2534959"/>
            <a:chExt cx="1828800" cy="649224"/>
          </a:xfrm>
        </p:grpSpPr>
        <p:cxnSp>
          <p:nvCxnSpPr>
            <p:cNvPr id="173" name="Connector: Elbow 172">
              <a:extLst>
                <a:ext uri="{FF2B5EF4-FFF2-40B4-BE49-F238E27FC236}">
                  <a16:creationId xmlns:a16="http://schemas.microsoft.com/office/drawing/2014/main" id="{3393531B-9A6B-4BB5-BAF2-E58567024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153690D-2FE8-4497-AF54-16743DF21043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E9A3DA9-8767-4B71-AD6D-A7DB6A954605}"/>
              </a:ext>
            </a:extLst>
          </p:cNvPr>
          <p:cNvGrpSpPr/>
          <p:nvPr/>
        </p:nvGrpSpPr>
        <p:grpSpPr>
          <a:xfrm>
            <a:off x="5666206" y="2534959"/>
            <a:ext cx="1828800" cy="649224"/>
            <a:chOff x="2008607" y="2534959"/>
            <a:chExt cx="1828800" cy="649224"/>
          </a:xfrm>
        </p:grpSpPr>
        <p:cxnSp>
          <p:nvCxnSpPr>
            <p:cNvPr id="176" name="Connector: Elbow 175">
              <a:extLst>
                <a:ext uri="{FF2B5EF4-FFF2-40B4-BE49-F238E27FC236}">
                  <a16:creationId xmlns:a16="http://schemas.microsoft.com/office/drawing/2014/main" id="{CAC0BEBF-DE49-4A64-B271-D4090E5478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7CF6974-5B10-466C-8074-F4AA6F525325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641D25F0-3299-4E01-8862-01C0267B5D04}"/>
              </a:ext>
            </a:extLst>
          </p:cNvPr>
          <p:cNvCxnSpPr>
            <a:cxnSpLocks/>
          </p:cNvCxnSpPr>
          <p:nvPr/>
        </p:nvCxnSpPr>
        <p:spPr>
          <a:xfrm flipV="1">
            <a:off x="7495006" y="2539947"/>
            <a:ext cx="1828800" cy="644236"/>
          </a:xfrm>
          <a:prstGeom prst="bentConnector3">
            <a:avLst>
              <a:gd name="adj1" fmla="val 7534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AA25467-1969-4616-A082-B585905377BB}"/>
              </a:ext>
            </a:extLst>
          </p:cNvPr>
          <p:cNvGrpSpPr/>
          <p:nvPr/>
        </p:nvGrpSpPr>
        <p:grpSpPr>
          <a:xfrm>
            <a:off x="2008607" y="3872554"/>
            <a:ext cx="1828800" cy="649224"/>
            <a:chOff x="2008607" y="2534959"/>
            <a:chExt cx="1828800" cy="649224"/>
          </a:xfrm>
        </p:grpSpPr>
        <p:cxnSp>
          <p:nvCxnSpPr>
            <p:cNvPr id="182" name="Connector: Elbow 181">
              <a:extLst>
                <a:ext uri="{FF2B5EF4-FFF2-40B4-BE49-F238E27FC236}">
                  <a16:creationId xmlns:a16="http://schemas.microsoft.com/office/drawing/2014/main" id="{90D3663B-073B-480E-B7D4-3B9C35F1A2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6E30778-F9D0-4499-BB45-D367234DB70A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5C58635C-54DB-42C9-A0EC-9831540295AA}"/>
              </a:ext>
            </a:extLst>
          </p:cNvPr>
          <p:cNvGrpSpPr/>
          <p:nvPr/>
        </p:nvGrpSpPr>
        <p:grpSpPr>
          <a:xfrm>
            <a:off x="3837407" y="3872554"/>
            <a:ext cx="1828800" cy="649224"/>
            <a:chOff x="2008607" y="2534959"/>
            <a:chExt cx="1828800" cy="649224"/>
          </a:xfrm>
        </p:grpSpPr>
        <p:cxnSp>
          <p:nvCxnSpPr>
            <p:cNvPr id="185" name="Connector: Elbow 184">
              <a:extLst>
                <a:ext uri="{FF2B5EF4-FFF2-40B4-BE49-F238E27FC236}">
                  <a16:creationId xmlns:a16="http://schemas.microsoft.com/office/drawing/2014/main" id="{268B84BD-F996-4566-9D33-C3E57134C9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8AAD360A-2831-460A-9E23-70FA11655789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E04343C-47F3-4E4F-9B97-90D288D64150}"/>
              </a:ext>
            </a:extLst>
          </p:cNvPr>
          <p:cNvGrpSpPr/>
          <p:nvPr/>
        </p:nvGrpSpPr>
        <p:grpSpPr>
          <a:xfrm>
            <a:off x="5666206" y="3872554"/>
            <a:ext cx="1828800" cy="649224"/>
            <a:chOff x="2008607" y="2534959"/>
            <a:chExt cx="1828800" cy="649224"/>
          </a:xfrm>
        </p:grpSpPr>
        <p:cxnSp>
          <p:nvCxnSpPr>
            <p:cNvPr id="192" name="Connector: Elbow 191">
              <a:extLst>
                <a:ext uri="{FF2B5EF4-FFF2-40B4-BE49-F238E27FC236}">
                  <a16:creationId xmlns:a16="http://schemas.microsoft.com/office/drawing/2014/main" id="{A938D9FB-BB92-479E-A367-8F7CB974A2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6BD8A340-045A-44B2-9738-74996C75C1DE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D36E7820-39CE-459E-963B-F018351F45A7}"/>
              </a:ext>
            </a:extLst>
          </p:cNvPr>
          <p:cNvCxnSpPr>
            <a:cxnSpLocks/>
          </p:cNvCxnSpPr>
          <p:nvPr/>
        </p:nvCxnSpPr>
        <p:spPr>
          <a:xfrm flipV="1">
            <a:off x="7495006" y="3877542"/>
            <a:ext cx="1828800" cy="644236"/>
          </a:xfrm>
          <a:prstGeom prst="bentConnector3">
            <a:avLst>
              <a:gd name="adj1" fmla="val 9008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46F332DF-2740-458A-9F36-CD8C20DAE1FC}"/>
                  </a:ext>
                </a:extLst>
              </p:cNvPr>
              <p:cNvSpPr txBox="1"/>
              <p:nvPr/>
            </p:nvSpPr>
            <p:spPr>
              <a:xfrm>
                <a:off x="228234" y="409745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46F332DF-2740-458A-9F36-CD8C20DAE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34" y="4097451"/>
                <a:ext cx="891974" cy="215444"/>
              </a:xfrm>
              <a:prstGeom prst="rect">
                <a:avLst/>
              </a:prstGeom>
              <a:blipFill>
                <a:blip r:embed="rId6"/>
                <a:stretch>
                  <a:fillRect l="-6122" r="-340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DFB0BC05-A957-46A0-9FEF-CF1C0995BE7A}"/>
                  </a:ext>
                </a:extLst>
              </p:cNvPr>
              <p:cNvSpPr txBox="1"/>
              <p:nvPr/>
            </p:nvSpPr>
            <p:spPr>
              <a:xfrm>
                <a:off x="228234" y="376483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10%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DFB0BC05-A957-46A0-9FEF-CF1C0995B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34" y="3764832"/>
                <a:ext cx="1323119" cy="215444"/>
              </a:xfrm>
              <a:prstGeom prst="rect">
                <a:avLst/>
              </a:prstGeom>
              <a:blipFill>
                <a:blip r:embed="rId7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E88147C-4C4B-423E-9366-A9EED2124838}"/>
              </a:ext>
            </a:extLst>
          </p:cNvPr>
          <p:cNvCxnSpPr/>
          <p:nvPr/>
        </p:nvCxnSpPr>
        <p:spPr>
          <a:xfrm>
            <a:off x="2008607" y="88967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/>
              <p:nvPr/>
            </p:nvSpPr>
            <p:spPr>
              <a:xfrm>
                <a:off x="9552900" y="148975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2900" y="148975"/>
                <a:ext cx="1544718" cy="235449"/>
              </a:xfrm>
              <a:prstGeom prst="rect">
                <a:avLst/>
              </a:prstGeom>
              <a:blipFill>
                <a:blip r:embed="rId8"/>
                <a:stretch>
                  <a:fillRect l="-2767" r="-7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/>
              <p:nvPr/>
            </p:nvSpPr>
            <p:spPr>
              <a:xfrm>
                <a:off x="2613273" y="70007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273" y="700077"/>
                <a:ext cx="529440" cy="153888"/>
              </a:xfrm>
              <a:prstGeom prst="rect">
                <a:avLst/>
              </a:prstGeom>
              <a:blipFill>
                <a:blip r:embed="rId9"/>
                <a:stretch>
                  <a:fillRect l="-5747" r="-459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44BF0D4F-BF0B-4564-BD21-13B282CF0572}"/>
              </a:ext>
            </a:extLst>
          </p:cNvPr>
          <p:cNvGrpSpPr/>
          <p:nvPr/>
        </p:nvGrpSpPr>
        <p:grpSpPr>
          <a:xfrm>
            <a:off x="2008607" y="932614"/>
            <a:ext cx="914400" cy="205694"/>
            <a:chOff x="2008607" y="932614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/>
                <p:nvPr/>
              </p:nvSpPr>
              <p:spPr>
                <a:xfrm>
                  <a:off x="2304545" y="932614"/>
                  <a:ext cx="322524" cy="1663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𝐻𝑖𝑔h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4545" y="932614"/>
                  <a:ext cx="322524" cy="166392"/>
                </a:xfrm>
                <a:prstGeom prst="rect">
                  <a:avLst/>
                </a:prstGeom>
                <a:blipFill>
                  <a:blip r:embed="rId10"/>
                  <a:stretch>
                    <a:fillRect l="-7547" r="-5660" b="-259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0D18040B-6B2D-4B4C-A514-63E14EDA6254}"/>
                </a:ext>
              </a:extLst>
            </p:cNvPr>
            <p:cNvCxnSpPr/>
            <p:nvPr/>
          </p:nvCxnSpPr>
          <p:spPr>
            <a:xfrm>
              <a:off x="2008607" y="1138308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42E155B-2179-449C-B233-BF5D16AD3DFC}"/>
              </a:ext>
            </a:extLst>
          </p:cNvPr>
          <p:cNvGrpSpPr/>
          <p:nvPr/>
        </p:nvGrpSpPr>
        <p:grpSpPr>
          <a:xfrm>
            <a:off x="2923007" y="932614"/>
            <a:ext cx="914400" cy="205694"/>
            <a:chOff x="2685513" y="823575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/>
                <p:nvPr/>
              </p:nvSpPr>
              <p:spPr>
                <a:xfrm>
                  <a:off x="3002616" y="823575"/>
                  <a:ext cx="28244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𝐿𝑜𝑤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2616" y="823575"/>
                  <a:ext cx="282449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3043" r="-2174"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C1C1726D-FDFB-43DF-BC1D-76026CB9B87D}"/>
                </a:ext>
              </a:extLst>
            </p:cNvPr>
            <p:cNvCxnSpPr/>
            <p:nvPr/>
          </p:nvCxnSpPr>
          <p:spPr>
            <a:xfrm>
              <a:off x="2685513" y="1029269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FFE36C90-CF7A-4F70-87D1-9B20B890BD5D}"/>
                  </a:ext>
                </a:extLst>
              </p:cNvPr>
              <p:cNvSpPr txBox="1"/>
              <p:nvPr/>
            </p:nvSpPr>
            <p:spPr>
              <a:xfrm>
                <a:off x="9552900" y="588817"/>
                <a:ext cx="645305" cy="3161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FFE36C90-CF7A-4F70-87D1-9B20B890B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2900" y="588817"/>
                <a:ext cx="645305" cy="316177"/>
              </a:xfrm>
              <a:prstGeom prst="rect">
                <a:avLst/>
              </a:prstGeom>
              <a:blipFill>
                <a:blip r:embed="rId12"/>
                <a:stretch>
                  <a:fillRect l="-3774" t="-1961" r="-2830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3A55339A-BC69-4F59-861B-801D03A30E1F}"/>
                  </a:ext>
                </a:extLst>
              </p:cNvPr>
              <p:cNvSpPr txBox="1"/>
              <p:nvPr/>
            </p:nvSpPr>
            <p:spPr>
              <a:xfrm>
                <a:off x="9552900" y="890860"/>
                <a:ext cx="1034194" cy="1663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𝐻𝑖𝑔h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𝐿𝑜𝑤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3A55339A-BC69-4F59-861B-801D03A30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2900" y="890860"/>
                <a:ext cx="1034194" cy="166392"/>
              </a:xfrm>
              <a:prstGeom prst="rect">
                <a:avLst/>
              </a:prstGeom>
              <a:blipFill>
                <a:blip r:embed="rId13"/>
                <a:stretch>
                  <a:fillRect l="-2353" r="-588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/>
              <p:nvPr/>
            </p:nvSpPr>
            <p:spPr>
              <a:xfrm>
                <a:off x="9552900" y="1138895"/>
                <a:ext cx="1510542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2900" y="1138895"/>
                <a:ext cx="1510542" cy="291618"/>
              </a:xfrm>
              <a:prstGeom prst="rect">
                <a:avLst/>
              </a:prstGeom>
              <a:blipFill>
                <a:blip r:embed="rId14"/>
                <a:stretch>
                  <a:fillRect l="-2419" t="-2083" r="-2016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9479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86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08606" y="189072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837407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6662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4950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3806" y="104559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3C5DB29-15EF-43CA-B58C-EC0E5E01283D}"/>
              </a:ext>
            </a:extLst>
          </p:cNvPr>
          <p:cNvGrpSpPr/>
          <p:nvPr/>
        </p:nvGrpSpPr>
        <p:grpSpPr>
          <a:xfrm>
            <a:off x="2008607" y="1241499"/>
            <a:ext cx="7315199" cy="649224"/>
            <a:chOff x="2008607" y="1241499"/>
            <a:chExt cx="7315199" cy="64922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62EE0F3-554D-4439-B3EC-966ABAF8AF2A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3" name="Connector: Elbow 2">
                <a:extLst>
                  <a:ext uri="{FF2B5EF4-FFF2-40B4-BE49-F238E27FC236}">
                    <a16:creationId xmlns:a16="http://schemas.microsoft.com/office/drawing/2014/main" id="{622C8A6C-BC7D-4212-A5E1-63D0EAC521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9AEE5BB-040A-494F-A4BD-ECDC1FA570E7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5E1BBA7-AE56-4362-8644-9DDAF8737932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21" name="Connector: Elbow 20">
                <a:extLst>
                  <a:ext uri="{FF2B5EF4-FFF2-40B4-BE49-F238E27FC236}">
                    <a16:creationId xmlns:a16="http://schemas.microsoft.com/office/drawing/2014/main" id="{06A05BC6-5586-4237-A5A3-01DCB82055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946D880-344D-43FA-B676-9605B7235F69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7BF31D5-E610-4704-9639-637F90E53033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D70C8574-348D-4EB2-B89E-5FE2E89D1A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ADE47D6-2B9B-49F8-9831-6AFAF5DC9EEC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20B5E6B1-BDBB-4DA2-AB5A-AD4E6927E7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4313" y="124149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6349" y="109499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690032" y="266700"/>
            <a:ext cx="4610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bas Neue" panose="020B0606020202050201" pitchFamily="34" charset="0"/>
              </a:rPr>
              <a:t>different Duty Cycle, same Frequency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6651A0-6B5C-4E36-9D79-E75501EDD86B}"/>
              </a:ext>
            </a:extLst>
          </p:cNvPr>
          <p:cNvCxnSpPr/>
          <p:nvPr/>
        </p:nvCxnSpPr>
        <p:spPr>
          <a:xfrm>
            <a:off x="20086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8B1865-ABFA-448C-9427-A61EC5D9B77C}"/>
              </a:ext>
            </a:extLst>
          </p:cNvPr>
          <p:cNvCxnSpPr>
            <a:cxnSpLocks/>
          </p:cNvCxnSpPr>
          <p:nvPr/>
        </p:nvCxnSpPr>
        <p:spPr>
          <a:xfrm>
            <a:off x="2008606" y="318418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EAC341-9EA4-4DEC-A2F4-D31F6736AAFC}"/>
              </a:ext>
            </a:extLst>
          </p:cNvPr>
          <p:cNvCxnSpPr/>
          <p:nvPr/>
        </p:nvCxnSpPr>
        <p:spPr>
          <a:xfrm>
            <a:off x="38374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F6DB0D-1475-4F46-B39B-84AFF61E185F}"/>
              </a:ext>
            </a:extLst>
          </p:cNvPr>
          <p:cNvCxnSpPr/>
          <p:nvPr/>
        </p:nvCxnSpPr>
        <p:spPr>
          <a:xfrm>
            <a:off x="56662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98A648-8059-428E-9DCE-FDA7F74CC846}"/>
              </a:ext>
            </a:extLst>
          </p:cNvPr>
          <p:cNvCxnSpPr/>
          <p:nvPr/>
        </p:nvCxnSpPr>
        <p:spPr>
          <a:xfrm>
            <a:off x="74950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EDAEB5-7A19-4B4D-9A98-DDEF91A93142}"/>
              </a:ext>
            </a:extLst>
          </p:cNvPr>
          <p:cNvCxnSpPr/>
          <p:nvPr/>
        </p:nvCxnSpPr>
        <p:spPr>
          <a:xfrm>
            <a:off x="93238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F408B-089A-495E-AA38-236ADB04A03E}"/>
              </a:ext>
            </a:extLst>
          </p:cNvPr>
          <p:cNvCxnSpPr>
            <a:cxnSpLocks/>
          </p:cNvCxnSpPr>
          <p:nvPr/>
        </p:nvCxnSpPr>
        <p:spPr>
          <a:xfrm>
            <a:off x="1984313" y="253495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706349" y="238845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BD15DDD-9CAF-438A-A127-EA763AE3F88D}"/>
              </a:ext>
            </a:extLst>
          </p:cNvPr>
          <p:cNvCxnSpPr/>
          <p:nvPr/>
        </p:nvCxnSpPr>
        <p:spPr>
          <a:xfrm>
            <a:off x="20086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248D898-0065-45C8-9C5F-F019B86AF4D7}"/>
              </a:ext>
            </a:extLst>
          </p:cNvPr>
          <p:cNvCxnSpPr>
            <a:cxnSpLocks/>
          </p:cNvCxnSpPr>
          <p:nvPr/>
        </p:nvCxnSpPr>
        <p:spPr>
          <a:xfrm>
            <a:off x="2008606" y="4521778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A768922-4A3D-4940-B8E3-84DDFC096997}"/>
              </a:ext>
            </a:extLst>
          </p:cNvPr>
          <p:cNvCxnSpPr/>
          <p:nvPr/>
        </p:nvCxnSpPr>
        <p:spPr>
          <a:xfrm>
            <a:off x="38374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EF7702-6C09-4492-9A48-E25383AB2B44}"/>
              </a:ext>
            </a:extLst>
          </p:cNvPr>
          <p:cNvCxnSpPr/>
          <p:nvPr/>
        </p:nvCxnSpPr>
        <p:spPr>
          <a:xfrm>
            <a:off x="56662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738E0EF-F4A5-414A-84D3-0FCCF61AC1AF}"/>
              </a:ext>
            </a:extLst>
          </p:cNvPr>
          <p:cNvCxnSpPr/>
          <p:nvPr/>
        </p:nvCxnSpPr>
        <p:spPr>
          <a:xfrm>
            <a:off x="74950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3B4996-FE54-4451-B6EE-7A1A6B98DF18}"/>
              </a:ext>
            </a:extLst>
          </p:cNvPr>
          <p:cNvCxnSpPr/>
          <p:nvPr/>
        </p:nvCxnSpPr>
        <p:spPr>
          <a:xfrm>
            <a:off x="93238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4E100A3-88C8-493B-9FD6-418A797CA23B}"/>
              </a:ext>
            </a:extLst>
          </p:cNvPr>
          <p:cNvCxnSpPr>
            <a:cxnSpLocks/>
          </p:cNvCxnSpPr>
          <p:nvPr/>
        </p:nvCxnSpPr>
        <p:spPr>
          <a:xfrm>
            <a:off x="1984313" y="3872554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D033016-2CC0-4EA3-8763-17089D84776E}"/>
              </a:ext>
            </a:extLst>
          </p:cNvPr>
          <p:cNvSpPr txBox="1"/>
          <p:nvPr/>
        </p:nvSpPr>
        <p:spPr>
          <a:xfrm>
            <a:off x="1706349" y="3726047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/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09C6E483-90E2-4DE2-B7B7-4E63854EA29B}"/>
                  </a:ext>
                </a:extLst>
              </p:cNvPr>
              <p:cNvSpPr txBox="1"/>
              <p:nvPr/>
            </p:nvSpPr>
            <p:spPr>
              <a:xfrm>
                <a:off x="218585" y="109499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50%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09C6E483-90E2-4DE2-B7B7-4E63854E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094992"/>
                <a:ext cx="1323119" cy="215444"/>
              </a:xfrm>
              <a:prstGeom prst="rect">
                <a:avLst/>
              </a:prstGeom>
              <a:blipFill>
                <a:blip r:embed="rId3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72B1735-F38C-44A9-88F2-8441A0E1667A}"/>
                  </a:ext>
                </a:extLst>
              </p:cNvPr>
              <p:cNvSpPr txBox="1"/>
              <p:nvPr/>
            </p:nvSpPr>
            <p:spPr>
              <a:xfrm>
                <a:off x="224458" y="281826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72B1735-F38C-44A9-88F2-8441A0E16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" y="281826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CFE24A70-CEC7-4817-B1B8-E723ECE48C40}"/>
                  </a:ext>
                </a:extLst>
              </p:cNvPr>
              <p:cNvSpPr txBox="1"/>
              <p:nvPr/>
            </p:nvSpPr>
            <p:spPr>
              <a:xfrm>
                <a:off x="224458" y="248564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25%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CFE24A70-CEC7-4817-B1B8-E723ECE48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" y="2485642"/>
                <a:ext cx="1323119" cy="215444"/>
              </a:xfrm>
              <a:prstGeom prst="rect">
                <a:avLst/>
              </a:prstGeom>
              <a:blipFill>
                <a:blip r:embed="rId4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5B6187DF-5FE9-4CE8-A1C1-709E45805AA4}"/>
              </a:ext>
            </a:extLst>
          </p:cNvPr>
          <p:cNvGrpSpPr/>
          <p:nvPr/>
        </p:nvGrpSpPr>
        <p:grpSpPr>
          <a:xfrm>
            <a:off x="2008607" y="2534959"/>
            <a:ext cx="1828800" cy="649224"/>
            <a:chOff x="2008607" y="2534959"/>
            <a:chExt cx="1828800" cy="649224"/>
          </a:xfrm>
        </p:grpSpPr>
        <p:cxnSp>
          <p:nvCxnSpPr>
            <p:cNvPr id="170" name="Connector: Elbow 169">
              <a:extLst>
                <a:ext uri="{FF2B5EF4-FFF2-40B4-BE49-F238E27FC236}">
                  <a16:creationId xmlns:a16="http://schemas.microsoft.com/office/drawing/2014/main" id="{CDB2FDB9-6806-4BFA-87CD-B4C4889D6A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FEEFF1E8-12B2-4631-A7F6-745C17918989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0" y="795327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F857C35-6C7E-41FD-A8AC-73601ECBEFFF}"/>
              </a:ext>
            </a:extLst>
          </p:cNvPr>
          <p:cNvGrpSpPr/>
          <p:nvPr/>
        </p:nvGrpSpPr>
        <p:grpSpPr>
          <a:xfrm>
            <a:off x="3837407" y="2534959"/>
            <a:ext cx="1828800" cy="649224"/>
            <a:chOff x="2008607" y="2534959"/>
            <a:chExt cx="1828800" cy="649224"/>
          </a:xfrm>
        </p:grpSpPr>
        <p:cxnSp>
          <p:nvCxnSpPr>
            <p:cNvPr id="173" name="Connector: Elbow 172">
              <a:extLst>
                <a:ext uri="{FF2B5EF4-FFF2-40B4-BE49-F238E27FC236}">
                  <a16:creationId xmlns:a16="http://schemas.microsoft.com/office/drawing/2014/main" id="{3393531B-9A6B-4BB5-BAF2-E58567024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153690D-2FE8-4497-AF54-16743DF21043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E9A3DA9-8767-4B71-AD6D-A7DB6A954605}"/>
              </a:ext>
            </a:extLst>
          </p:cNvPr>
          <p:cNvGrpSpPr/>
          <p:nvPr/>
        </p:nvGrpSpPr>
        <p:grpSpPr>
          <a:xfrm>
            <a:off x="5666206" y="2534959"/>
            <a:ext cx="1828800" cy="649224"/>
            <a:chOff x="2008607" y="2534959"/>
            <a:chExt cx="1828800" cy="649224"/>
          </a:xfrm>
        </p:grpSpPr>
        <p:cxnSp>
          <p:nvCxnSpPr>
            <p:cNvPr id="176" name="Connector: Elbow 175">
              <a:extLst>
                <a:ext uri="{FF2B5EF4-FFF2-40B4-BE49-F238E27FC236}">
                  <a16:creationId xmlns:a16="http://schemas.microsoft.com/office/drawing/2014/main" id="{CAC0BEBF-DE49-4A64-B271-D4090E5478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7CF6974-5B10-466C-8074-F4AA6F525325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641D25F0-3299-4E01-8862-01C0267B5D04}"/>
              </a:ext>
            </a:extLst>
          </p:cNvPr>
          <p:cNvCxnSpPr>
            <a:cxnSpLocks/>
          </p:cNvCxnSpPr>
          <p:nvPr/>
        </p:nvCxnSpPr>
        <p:spPr>
          <a:xfrm flipV="1">
            <a:off x="7495006" y="2539947"/>
            <a:ext cx="1828800" cy="644236"/>
          </a:xfrm>
          <a:prstGeom prst="bentConnector3">
            <a:avLst>
              <a:gd name="adj1" fmla="val 7534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AA25467-1969-4616-A082-B585905377BB}"/>
              </a:ext>
            </a:extLst>
          </p:cNvPr>
          <p:cNvGrpSpPr/>
          <p:nvPr/>
        </p:nvGrpSpPr>
        <p:grpSpPr>
          <a:xfrm>
            <a:off x="2008607" y="3872554"/>
            <a:ext cx="1828800" cy="649224"/>
            <a:chOff x="2008607" y="2534959"/>
            <a:chExt cx="1828800" cy="649224"/>
          </a:xfrm>
        </p:grpSpPr>
        <p:cxnSp>
          <p:nvCxnSpPr>
            <p:cNvPr id="182" name="Connector: Elbow 181">
              <a:extLst>
                <a:ext uri="{FF2B5EF4-FFF2-40B4-BE49-F238E27FC236}">
                  <a16:creationId xmlns:a16="http://schemas.microsoft.com/office/drawing/2014/main" id="{90D3663B-073B-480E-B7D4-3B9C35F1A2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6E30778-F9D0-4499-BB45-D367234DB70A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5C58635C-54DB-42C9-A0EC-9831540295AA}"/>
              </a:ext>
            </a:extLst>
          </p:cNvPr>
          <p:cNvGrpSpPr/>
          <p:nvPr/>
        </p:nvGrpSpPr>
        <p:grpSpPr>
          <a:xfrm>
            <a:off x="3837407" y="3872554"/>
            <a:ext cx="1828800" cy="649224"/>
            <a:chOff x="2008607" y="2534959"/>
            <a:chExt cx="1828800" cy="649224"/>
          </a:xfrm>
        </p:grpSpPr>
        <p:cxnSp>
          <p:nvCxnSpPr>
            <p:cNvPr id="185" name="Connector: Elbow 184">
              <a:extLst>
                <a:ext uri="{FF2B5EF4-FFF2-40B4-BE49-F238E27FC236}">
                  <a16:creationId xmlns:a16="http://schemas.microsoft.com/office/drawing/2014/main" id="{268B84BD-F996-4566-9D33-C3E57134C9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8AAD360A-2831-460A-9E23-70FA11655789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E04343C-47F3-4E4F-9B97-90D288D64150}"/>
              </a:ext>
            </a:extLst>
          </p:cNvPr>
          <p:cNvGrpSpPr/>
          <p:nvPr/>
        </p:nvGrpSpPr>
        <p:grpSpPr>
          <a:xfrm>
            <a:off x="5666206" y="3872554"/>
            <a:ext cx="1828800" cy="649224"/>
            <a:chOff x="2008607" y="2534959"/>
            <a:chExt cx="1828800" cy="649224"/>
          </a:xfrm>
        </p:grpSpPr>
        <p:cxnSp>
          <p:nvCxnSpPr>
            <p:cNvPr id="192" name="Connector: Elbow 191">
              <a:extLst>
                <a:ext uri="{FF2B5EF4-FFF2-40B4-BE49-F238E27FC236}">
                  <a16:creationId xmlns:a16="http://schemas.microsoft.com/office/drawing/2014/main" id="{A938D9FB-BB92-479E-A367-8F7CB974A2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607" y="2539947"/>
              <a:ext cx="1828800" cy="644236"/>
            </a:xfrm>
            <a:prstGeom prst="bentConnector3">
              <a:avLst>
                <a:gd name="adj1" fmla="val 900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6BD8A340-045A-44B2-9738-74996C75C1DE}"/>
                </a:ext>
              </a:extLst>
            </p:cNvPr>
            <p:cNvCxnSpPr/>
            <p:nvPr/>
          </p:nvCxnSpPr>
          <p:spPr>
            <a:xfrm>
              <a:off x="3837407" y="2534959"/>
              <a:ext cx="0" cy="64922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D36E7820-39CE-459E-963B-F018351F45A7}"/>
              </a:ext>
            </a:extLst>
          </p:cNvPr>
          <p:cNvCxnSpPr>
            <a:cxnSpLocks/>
          </p:cNvCxnSpPr>
          <p:nvPr/>
        </p:nvCxnSpPr>
        <p:spPr>
          <a:xfrm flipV="1">
            <a:off x="7495006" y="3877542"/>
            <a:ext cx="1828800" cy="644236"/>
          </a:xfrm>
          <a:prstGeom prst="bentConnector3">
            <a:avLst>
              <a:gd name="adj1" fmla="val 9008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46F332DF-2740-458A-9F36-CD8C20DAE1FC}"/>
                  </a:ext>
                </a:extLst>
              </p:cNvPr>
              <p:cNvSpPr txBox="1"/>
              <p:nvPr/>
            </p:nvSpPr>
            <p:spPr>
              <a:xfrm>
                <a:off x="228234" y="409745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46F332DF-2740-458A-9F36-CD8C20DAE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34" y="4097451"/>
                <a:ext cx="891974" cy="215444"/>
              </a:xfrm>
              <a:prstGeom prst="rect">
                <a:avLst/>
              </a:prstGeom>
              <a:blipFill>
                <a:blip r:embed="rId6"/>
                <a:stretch>
                  <a:fillRect l="-6122" r="-340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DFB0BC05-A957-46A0-9FEF-CF1C0995BE7A}"/>
                  </a:ext>
                </a:extLst>
              </p:cNvPr>
              <p:cNvSpPr txBox="1"/>
              <p:nvPr/>
            </p:nvSpPr>
            <p:spPr>
              <a:xfrm>
                <a:off x="228234" y="3764832"/>
                <a:ext cx="132311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10%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DFB0BC05-A957-46A0-9FEF-CF1C0995B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34" y="3764832"/>
                <a:ext cx="1323119" cy="215444"/>
              </a:xfrm>
              <a:prstGeom prst="rect">
                <a:avLst/>
              </a:prstGeom>
              <a:blipFill>
                <a:blip r:embed="rId7"/>
                <a:stretch>
                  <a:fillRect l="-4147" r="-276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E88147C-4C4B-423E-9366-A9EED2124838}"/>
              </a:ext>
            </a:extLst>
          </p:cNvPr>
          <p:cNvCxnSpPr/>
          <p:nvPr/>
        </p:nvCxnSpPr>
        <p:spPr>
          <a:xfrm>
            <a:off x="2008607" y="88967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/>
              <p:nvPr/>
            </p:nvSpPr>
            <p:spPr>
              <a:xfrm>
                <a:off x="9779045" y="1075111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45" y="1075111"/>
                <a:ext cx="1544718" cy="235449"/>
              </a:xfrm>
              <a:prstGeom prst="rect">
                <a:avLst/>
              </a:prstGeom>
              <a:blipFill>
                <a:blip r:embed="rId8"/>
                <a:stretch>
                  <a:fillRect l="-2756" r="-394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/>
              <p:nvPr/>
            </p:nvSpPr>
            <p:spPr>
              <a:xfrm>
                <a:off x="2613273" y="70007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273" y="700077"/>
                <a:ext cx="529440" cy="153888"/>
              </a:xfrm>
              <a:prstGeom prst="rect">
                <a:avLst/>
              </a:prstGeom>
              <a:blipFill>
                <a:blip r:embed="rId9"/>
                <a:stretch>
                  <a:fillRect l="-5747" r="-459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44BF0D4F-BF0B-4564-BD21-13B282CF0572}"/>
              </a:ext>
            </a:extLst>
          </p:cNvPr>
          <p:cNvGrpSpPr/>
          <p:nvPr/>
        </p:nvGrpSpPr>
        <p:grpSpPr>
          <a:xfrm>
            <a:off x="2008607" y="932614"/>
            <a:ext cx="914400" cy="205694"/>
            <a:chOff x="2008607" y="932614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/>
                <p:nvPr/>
              </p:nvSpPr>
              <p:spPr>
                <a:xfrm>
                  <a:off x="2304545" y="932614"/>
                  <a:ext cx="322524" cy="1663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𝐻𝑖𝑔h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4545" y="932614"/>
                  <a:ext cx="322524" cy="166392"/>
                </a:xfrm>
                <a:prstGeom prst="rect">
                  <a:avLst/>
                </a:prstGeom>
                <a:blipFill>
                  <a:blip r:embed="rId10"/>
                  <a:stretch>
                    <a:fillRect l="-7547" r="-5660" b="-259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0D18040B-6B2D-4B4C-A514-63E14EDA6254}"/>
                </a:ext>
              </a:extLst>
            </p:cNvPr>
            <p:cNvCxnSpPr/>
            <p:nvPr/>
          </p:nvCxnSpPr>
          <p:spPr>
            <a:xfrm>
              <a:off x="2008607" y="1138308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42E155B-2179-449C-B233-BF5D16AD3DFC}"/>
              </a:ext>
            </a:extLst>
          </p:cNvPr>
          <p:cNvGrpSpPr/>
          <p:nvPr/>
        </p:nvGrpSpPr>
        <p:grpSpPr>
          <a:xfrm>
            <a:off x="2923007" y="932614"/>
            <a:ext cx="914400" cy="205694"/>
            <a:chOff x="2685513" y="823575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/>
                <p:nvPr/>
              </p:nvSpPr>
              <p:spPr>
                <a:xfrm>
                  <a:off x="3002616" y="823575"/>
                  <a:ext cx="28244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𝐿𝑜𝑤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2616" y="823575"/>
                  <a:ext cx="282449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3043" r="-2174"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C1C1726D-FDFB-43DF-BC1D-76026CB9B87D}"/>
                </a:ext>
              </a:extLst>
            </p:cNvPr>
            <p:cNvCxnSpPr/>
            <p:nvPr/>
          </p:nvCxnSpPr>
          <p:spPr>
            <a:xfrm>
              <a:off x="2685513" y="1029269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FFE36C90-CF7A-4F70-87D1-9B20B890BD5D}"/>
                  </a:ext>
                </a:extLst>
              </p:cNvPr>
              <p:cNvSpPr txBox="1"/>
              <p:nvPr/>
            </p:nvSpPr>
            <p:spPr>
              <a:xfrm>
                <a:off x="8678501" y="407300"/>
                <a:ext cx="645305" cy="3161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FFE36C90-CF7A-4F70-87D1-9B20B890B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8501" y="407300"/>
                <a:ext cx="645305" cy="316177"/>
              </a:xfrm>
              <a:prstGeom prst="rect">
                <a:avLst/>
              </a:prstGeom>
              <a:blipFill>
                <a:blip r:embed="rId12"/>
                <a:stretch>
                  <a:fillRect l="-4762" t="-1923" r="-2857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3A55339A-BC69-4F59-861B-801D03A30E1F}"/>
                  </a:ext>
                </a:extLst>
              </p:cNvPr>
              <p:cNvSpPr txBox="1"/>
              <p:nvPr/>
            </p:nvSpPr>
            <p:spPr>
              <a:xfrm>
                <a:off x="10984871" y="422425"/>
                <a:ext cx="1034194" cy="1663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𝐻𝑖𝑔h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𝐿𝑜𝑤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3A55339A-BC69-4F59-861B-801D03A30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4871" y="422425"/>
                <a:ext cx="1034194" cy="166392"/>
              </a:xfrm>
              <a:prstGeom prst="rect">
                <a:avLst/>
              </a:prstGeom>
              <a:blipFill>
                <a:blip r:embed="rId13"/>
                <a:stretch>
                  <a:fillRect l="-294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/>
              <p:nvPr/>
            </p:nvSpPr>
            <p:spPr>
              <a:xfrm>
                <a:off x="9741105" y="1420968"/>
                <a:ext cx="1624355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1105" y="1420968"/>
                <a:ext cx="1624355" cy="291618"/>
              </a:xfrm>
              <a:prstGeom prst="rect">
                <a:avLst/>
              </a:prstGeom>
              <a:blipFill>
                <a:blip r:embed="rId14"/>
                <a:stretch>
                  <a:fillRect l="-2256" t="-2083" r="-2256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AEEB621-2C0D-46E7-B36B-434216C571C1}"/>
                  </a:ext>
                </a:extLst>
              </p:cNvPr>
              <p:cNvSpPr txBox="1"/>
              <p:nvPr/>
            </p:nvSpPr>
            <p:spPr>
              <a:xfrm>
                <a:off x="9741105" y="1750232"/>
                <a:ext cx="2052228" cy="3163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0.5µ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µ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∗100%=50%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AEEB621-2C0D-46E7-B36B-434216C57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1105" y="1750232"/>
                <a:ext cx="2052228" cy="316305"/>
              </a:xfrm>
              <a:prstGeom prst="rect">
                <a:avLst/>
              </a:prstGeom>
              <a:blipFill>
                <a:blip r:embed="rId15"/>
                <a:stretch>
                  <a:fillRect l="-1780" t="-5769" r="-1484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3447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3652B72-3364-4103-A54A-DDEBA6A7B38C}"/>
              </a:ext>
            </a:extLst>
          </p:cNvPr>
          <p:cNvGrpSpPr/>
          <p:nvPr/>
        </p:nvGrpSpPr>
        <p:grpSpPr>
          <a:xfrm>
            <a:off x="1090399" y="1102745"/>
            <a:ext cx="7983217" cy="845128"/>
            <a:chOff x="1706349" y="1045595"/>
            <a:chExt cx="7983217" cy="84512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2CDC819-84D8-467A-B57C-836856800A2D}"/>
                </a:ext>
              </a:extLst>
            </p:cNvPr>
            <p:cNvCxnSpPr/>
            <p:nvPr/>
          </p:nvCxnSpPr>
          <p:spPr>
            <a:xfrm>
              <a:off x="20086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2008606" y="189072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8B7462-8152-46F1-917A-6D224B3F087D}"/>
                </a:ext>
              </a:extLst>
            </p:cNvPr>
            <p:cNvCxnSpPr/>
            <p:nvPr/>
          </p:nvCxnSpPr>
          <p:spPr>
            <a:xfrm>
              <a:off x="3837407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658EA02-B74C-4B03-BEE6-465F5BB4B74D}"/>
                </a:ext>
              </a:extLst>
            </p:cNvPr>
            <p:cNvCxnSpPr/>
            <p:nvPr/>
          </p:nvCxnSpPr>
          <p:spPr>
            <a:xfrm>
              <a:off x="56662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FFEF7ED-BCC2-4607-A268-5C5899D41811}"/>
                </a:ext>
              </a:extLst>
            </p:cNvPr>
            <p:cNvCxnSpPr/>
            <p:nvPr/>
          </p:nvCxnSpPr>
          <p:spPr>
            <a:xfrm>
              <a:off x="74950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F88695-69B7-4A28-85EE-6B363A0C9711}"/>
                </a:ext>
              </a:extLst>
            </p:cNvPr>
            <p:cNvCxnSpPr/>
            <p:nvPr/>
          </p:nvCxnSpPr>
          <p:spPr>
            <a:xfrm>
              <a:off x="9323806" y="104559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C5DB29-15EF-43CA-B58C-EC0E5E01283D}"/>
                </a:ext>
              </a:extLst>
            </p:cNvPr>
            <p:cNvGrpSpPr/>
            <p:nvPr/>
          </p:nvGrpSpPr>
          <p:grpSpPr>
            <a:xfrm>
              <a:off x="2008607" y="1241499"/>
              <a:ext cx="7315199" cy="649224"/>
              <a:chOff x="2008607" y="1241499"/>
              <a:chExt cx="7315199" cy="649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62EE0F3-554D-4439-B3EC-966ABAF8AF2A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" name="Connector: Elbow 2">
                  <a:extLst>
                    <a:ext uri="{FF2B5EF4-FFF2-40B4-BE49-F238E27FC236}">
                      <a16:creationId xmlns:a16="http://schemas.microsoft.com/office/drawing/2014/main" id="{622C8A6C-BC7D-4212-A5E1-63D0EAC521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9AEE5BB-040A-494F-A4BD-ECDC1FA570E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E1BBA7-AE56-4362-8644-9DDAF8737932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" name="Connector: Elbow 20">
                  <a:extLst>
                    <a:ext uri="{FF2B5EF4-FFF2-40B4-BE49-F238E27FC236}">
                      <a16:creationId xmlns:a16="http://schemas.microsoft.com/office/drawing/2014/main" id="{06A05BC6-5586-4237-A5A3-01DCB8205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946D880-344D-43FA-B676-9605B7235F6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7BF31D5-E610-4704-9639-637F90E53033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D70C8574-348D-4EB2-B89E-5FE2E89D1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DE47D6-2B9B-49F8-9831-6AFAF5DC9EEC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20B5E6B1-BDBB-4DA2-AB5A-AD4E6927E7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95006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ADBA9AA-E84C-4A0F-8E72-031DF11F346D}"/>
                </a:ext>
              </a:extLst>
            </p:cNvPr>
            <p:cNvCxnSpPr>
              <a:cxnSpLocks/>
            </p:cNvCxnSpPr>
            <p:nvPr/>
          </p:nvCxnSpPr>
          <p:spPr>
            <a:xfrm>
              <a:off x="1984313" y="1241499"/>
              <a:ext cx="4572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61C10-3CFF-4D44-981B-59E8BFD00152}"/>
                </a:ext>
              </a:extLst>
            </p:cNvPr>
            <p:cNvSpPr txBox="1"/>
            <p:nvPr/>
          </p:nvSpPr>
          <p:spPr>
            <a:xfrm>
              <a:off x="1706349" y="1094992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690032" y="266700"/>
            <a:ext cx="4610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ebas Neue" panose="020B0606020202050201" pitchFamily="34" charset="0"/>
              </a:rPr>
              <a:t>Same Duty Cycle (50%), Different Frequencies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6651A0-6B5C-4E36-9D79-E75501EDD86B}"/>
              </a:ext>
            </a:extLst>
          </p:cNvPr>
          <p:cNvCxnSpPr/>
          <p:nvPr/>
        </p:nvCxnSpPr>
        <p:spPr>
          <a:xfrm>
            <a:off x="20086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8B1865-ABFA-448C-9427-A61EC5D9B77C}"/>
              </a:ext>
            </a:extLst>
          </p:cNvPr>
          <p:cNvCxnSpPr>
            <a:cxnSpLocks/>
          </p:cNvCxnSpPr>
          <p:nvPr/>
        </p:nvCxnSpPr>
        <p:spPr>
          <a:xfrm>
            <a:off x="2008606" y="318418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CEAC341-9EA4-4DEC-A2F4-D31F6736AAFC}"/>
              </a:ext>
            </a:extLst>
          </p:cNvPr>
          <p:cNvCxnSpPr/>
          <p:nvPr/>
        </p:nvCxnSpPr>
        <p:spPr>
          <a:xfrm>
            <a:off x="3837407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F6DB0D-1475-4F46-B39B-84AFF61E185F}"/>
              </a:ext>
            </a:extLst>
          </p:cNvPr>
          <p:cNvCxnSpPr/>
          <p:nvPr/>
        </p:nvCxnSpPr>
        <p:spPr>
          <a:xfrm>
            <a:off x="56662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98A648-8059-428E-9DCE-FDA7F74CC846}"/>
              </a:ext>
            </a:extLst>
          </p:cNvPr>
          <p:cNvCxnSpPr/>
          <p:nvPr/>
        </p:nvCxnSpPr>
        <p:spPr>
          <a:xfrm>
            <a:off x="74950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EDAEB5-7A19-4B4D-9A98-DDEF91A93142}"/>
              </a:ext>
            </a:extLst>
          </p:cNvPr>
          <p:cNvCxnSpPr/>
          <p:nvPr/>
        </p:nvCxnSpPr>
        <p:spPr>
          <a:xfrm>
            <a:off x="9323806" y="23390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39F53E-C7F9-4122-AA64-D056E55A66ED}"/>
              </a:ext>
            </a:extLst>
          </p:cNvPr>
          <p:cNvGrpSpPr/>
          <p:nvPr/>
        </p:nvGrpSpPr>
        <p:grpSpPr>
          <a:xfrm>
            <a:off x="5666206" y="2534959"/>
            <a:ext cx="3657600" cy="649224"/>
            <a:chOff x="2008607" y="1241499"/>
            <a:chExt cx="7315199" cy="649224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EB247C9-6660-4F41-B37A-85221432EFD9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5" name="Connector: Elbow 44">
                <a:extLst>
                  <a:ext uri="{FF2B5EF4-FFF2-40B4-BE49-F238E27FC236}">
                    <a16:creationId xmlns:a16="http://schemas.microsoft.com/office/drawing/2014/main" id="{CC9BF2A7-FD88-46F6-9B03-093A76FFF95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2ED417CD-5E55-4AFC-8961-D63F23C1B525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441F9D4-D7E5-4954-AEBD-F99B8DC39F2B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3" name="Connector: Elbow 42">
                <a:extLst>
                  <a:ext uri="{FF2B5EF4-FFF2-40B4-BE49-F238E27FC236}">
                    <a16:creationId xmlns:a16="http://schemas.microsoft.com/office/drawing/2014/main" id="{52E5995A-9C08-4366-B593-5A61D6BEB9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19104CD-2642-4832-932F-0516CE821088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CF3D03B-600F-4C11-8878-C5D368D87A10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7F288134-97B6-43A2-A616-319EA4F834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B986D71F-BDC3-4E07-927D-5657C775C8BB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42EE0983-2C70-4D50-B413-CC2517AB50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F408B-089A-495E-AA38-236ADB04A03E}"/>
              </a:ext>
            </a:extLst>
          </p:cNvPr>
          <p:cNvCxnSpPr>
            <a:cxnSpLocks/>
          </p:cNvCxnSpPr>
          <p:nvPr/>
        </p:nvCxnSpPr>
        <p:spPr>
          <a:xfrm>
            <a:off x="1984313" y="253495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706349" y="238845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BF0E676-01CD-4967-BC79-FBD72C1490F3}"/>
              </a:ext>
            </a:extLst>
          </p:cNvPr>
          <p:cNvGrpSpPr/>
          <p:nvPr/>
        </p:nvGrpSpPr>
        <p:grpSpPr>
          <a:xfrm>
            <a:off x="2008607" y="2534959"/>
            <a:ext cx="3657600" cy="649224"/>
            <a:chOff x="2008607" y="1241499"/>
            <a:chExt cx="7315199" cy="649224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F2F68EA-3A35-4E1B-A908-8DBECE21CB89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71" name="Connector: Elbow 70">
                <a:extLst>
                  <a:ext uri="{FF2B5EF4-FFF2-40B4-BE49-F238E27FC236}">
                    <a16:creationId xmlns:a16="http://schemas.microsoft.com/office/drawing/2014/main" id="{3D84A0F2-6219-4CF6-951B-3691E3F9F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EA052F6E-FFE5-4E65-93C1-3D48BC0F5608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42EA3B3-3C27-43E9-B516-FBDC81D97221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9" name="Connector: Elbow 68">
                <a:extLst>
                  <a:ext uri="{FF2B5EF4-FFF2-40B4-BE49-F238E27FC236}">
                    <a16:creationId xmlns:a16="http://schemas.microsoft.com/office/drawing/2014/main" id="{E975B15E-0B7D-46AE-823A-B5D88FEB71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2586514-001E-490C-92FD-3DAE848FFE71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9BB5C7F-35AE-451D-8B8C-1F0044D0C395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7" name="Connector: Elbow 66">
                <a:extLst>
                  <a:ext uri="{FF2B5EF4-FFF2-40B4-BE49-F238E27FC236}">
                    <a16:creationId xmlns:a16="http://schemas.microsoft.com/office/drawing/2014/main" id="{E479934F-BC79-4B51-A557-6906201EEE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8D158C9-636C-4552-9E73-BC527EFD1036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3A5AE1C7-481D-4EE4-B5DD-2D17992106FF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65" name="Connector: Elbow 64">
                <a:extLst>
                  <a:ext uri="{FF2B5EF4-FFF2-40B4-BE49-F238E27FC236}">
                    <a16:creationId xmlns:a16="http://schemas.microsoft.com/office/drawing/2014/main" id="{F257C60F-0636-48D4-AF36-B3975C1831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D803BECC-B9F9-40CA-A6AC-3A6D2D2A3561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BD15DDD-9CAF-438A-A127-EA763AE3F88D}"/>
              </a:ext>
            </a:extLst>
          </p:cNvPr>
          <p:cNvCxnSpPr/>
          <p:nvPr/>
        </p:nvCxnSpPr>
        <p:spPr>
          <a:xfrm>
            <a:off x="20086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248D898-0065-45C8-9C5F-F019B86AF4D7}"/>
              </a:ext>
            </a:extLst>
          </p:cNvPr>
          <p:cNvCxnSpPr>
            <a:cxnSpLocks/>
          </p:cNvCxnSpPr>
          <p:nvPr/>
        </p:nvCxnSpPr>
        <p:spPr>
          <a:xfrm>
            <a:off x="2008606" y="4521778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A768922-4A3D-4940-B8E3-84DDFC096997}"/>
              </a:ext>
            </a:extLst>
          </p:cNvPr>
          <p:cNvCxnSpPr/>
          <p:nvPr/>
        </p:nvCxnSpPr>
        <p:spPr>
          <a:xfrm>
            <a:off x="3837407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EF7702-6C09-4492-9A48-E25383AB2B44}"/>
              </a:ext>
            </a:extLst>
          </p:cNvPr>
          <p:cNvCxnSpPr/>
          <p:nvPr/>
        </p:nvCxnSpPr>
        <p:spPr>
          <a:xfrm>
            <a:off x="56662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738E0EF-F4A5-414A-84D3-0FCCF61AC1AF}"/>
              </a:ext>
            </a:extLst>
          </p:cNvPr>
          <p:cNvCxnSpPr/>
          <p:nvPr/>
        </p:nvCxnSpPr>
        <p:spPr>
          <a:xfrm>
            <a:off x="74950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3B4996-FE54-4451-B6EE-7A1A6B98DF18}"/>
              </a:ext>
            </a:extLst>
          </p:cNvPr>
          <p:cNvCxnSpPr/>
          <p:nvPr/>
        </p:nvCxnSpPr>
        <p:spPr>
          <a:xfrm>
            <a:off x="9323806" y="3676650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0AAC7B9-8E0A-4370-9962-CFD6ABC02512}"/>
              </a:ext>
            </a:extLst>
          </p:cNvPr>
          <p:cNvGrpSpPr/>
          <p:nvPr/>
        </p:nvGrpSpPr>
        <p:grpSpPr>
          <a:xfrm>
            <a:off x="2008607" y="3872554"/>
            <a:ext cx="2441448" cy="649224"/>
            <a:chOff x="2008607" y="1241499"/>
            <a:chExt cx="7315199" cy="649224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DED7188E-78B4-49F4-8163-85A56BF7FFF4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9" name="Connector: Elbow 118">
                <a:extLst>
                  <a:ext uri="{FF2B5EF4-FFF2-40B4-BE49-F238E27FC236}">
                    <a16:creationId xmlns:a16="http://schemas.microsoft.com/office/drawing/2014/main" id="{AE85F0F9-8835-44D1-8C60-62F93ED68D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FB97B0F3-71BD-4F22-9EE7-33D645879BCD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8F283205-1C8C-41CD-97A5-1A1B90DAB107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7" name="Connector: Elbow 116">
                <a:extLst>
                  <a:ext uri="{FF2B5EF4-FFF2-40B4-BE49-F238E27FC236}">
                    <a16:creationId xmlns:a16="http://schemas.microsoft.com/office/drawing/2014/main" id="{E54797E3-EB28-412F-8C26-36F2EC04D7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1D1468FC-1060-408B-A423-B7EBA3775552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0B4B1B7A-2225-4005-A0DC-60BEF1AA209A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5" name="Connector: Elbow 114">
                <a:extLst>
                  <a:ext uri="{FF2B5EF4-FFF2-40B4-BE49-F238E27FC236}">
                    <a16:creationId xmlns:a16="http://schemas.microsoft.com/office/drawing/2014/main" id="{7834710E-0F45-4980-A3C5-109E49F223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D2593D58-D1F8-411C-90D9-8FDABC1C6284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A820EC07-4117-4442-AB78-63123DFC7798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13" name="Connector: Elbow 112">
                <a:extLst>
                  <a:ext uri="{FF2B5EF4-FFF2-40B4-BE49-F238E27FC236}">
                    <a16:creationId xmlns:a16="http://schemas.microsoft.com/office/drawing/2014/main" id="{E63B6232-7E62-4B06-BC15-6E98A723E1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6283F773-6003-4AD4-88EC-3887B9D86739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4E100A3-88C8-493B-9FD6-418A797CA23B}"/>
              </a:ext>
            </a:extLst>
          </p:cNvPr>
          <p:cNvCxnSpPr>
            <a:cxnSpLocks/>
          </p:cNvCxnSpPr>
          <p:nvPr/>
        </p:nvCxnSpPr>
        <p:spPr>
          <a:xfrm>
            <a:off x="1984313" y="3872554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9D033016-2CC0-4EA3-8763-17089D84776E}"/>
              </a:ext>
            </a:extLst>
          </p:cNvPr>
          <p:cNvSpPr txBox="1"/>
          <p:nvPr/>
        </p:nvSpPr>
        <p:spPr>
          <a:xfrm>
            <a:off x="1706349" y="3726047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BD7FE18-4A1E-43BA-AD09-2D32CDFE6E9D}"/>
              </a:ext>
            </a:extLst>
          </p:cNvPr>
          <p:cNvGrpSpPr/>
          <p:nvPr/>
        </p:nvGrpSpPr>
        <p:grpSpPr>
          <a:xfrm>
            <a:off x="4445966" y="3867406"/>
            <a:ext cx="2441448" cy="649224"/>
            <a:chOff x="2008607" y="1241499"/>
            <a:chExt cx="7315199" cy="649224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1945B0B-78D6-443B-AD3E-B4237DADABB7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33" name="Connector: Elbow 132">
                <a:extLst>
                  <a:ext uri="{FF2B5EF4-FFF2-40B4-BE49-F238E27FC236}">
                    <a16:creationId xmlns:a16="http://schemas.microsoft.com/office/drawing/2014/main" id="{3ECA79C7-DE3E-422A-B760-8C0567F5D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C7E42857-0680-433C-95F9-580AAFCFA1E0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12470415-267C-416D-98C1-9DF57CA9FD29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31" name="Connector: Elbow 130">
                <a:extLst>
                  <a:ext uri="{FF2B5EF4-FFF2-40B4-BE49-F238E27FC236}">
                    <a16:creationId xmlns:a16="http://schemas.microsoft.com/office/drawing/2014/main" id="{D2C1D19D-CAAC-4C9E-8471-29338C5C30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1DB40870-62BC-42A6-B375-417AE45D7CD5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4B0B6BD-D569-45F9-BDB3-F4C4BB4382B7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29" name="Connector: Elbow 128">
                <a:extLst>
                  <a:ext uri="{FF2B5EF4-FFF2-40B4-BE49-F238E27FC236}">
                    <a16:creationId xmlns:a16="http://schemas.microsoft.com/office/drawing/2014/main" id="{74E2A5C3-637E-4F97-B5E3-9765E67AE7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B83247F1-20C3-4E86-91C1-9CE74CDF97CF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F7AFBDF-6D8F-474C-8C3C-DA945FB129CE}"/>
                </a:ext>
              </a:extLst>
            </p:cNvPr>
            <p:cNvGrpSpPr/>
            <p:nvPr/>
          </p:nvGrpSpPr>
          <p:grpSpPr>
            <a:xfrm>
              <a:off x="74950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27" name="Connector: Elbow 126">
                <a:extLst>
                  <a:ext uri="{FF2B5EF4-FFF2-40B4-BE49-F238E27FC236}">
                    <a16:creationId xmlns:a16="http://schemas.microsoft.com/office/drawing/2014/main" id="{BCE6E449-1D7C-4F82-A7EA-DAF8F79BE5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7873266A-855E-4991-9B76-4F743054CCD3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52803E6-387A-4316-9C2F-391FE26970A4}"/>
              </a:ext>
            </a:extLst>
          </p:cNvPr>
          <p:cNvGrpSpPr/>
          <p:nvPr/>
        </p:nvGrpSpPr>
        <p:grpSpPr>
          <a:xfrm>
            <a:off x="6882840" y="3875048"/>
            <a:ext cx="2441448" cy="649224"/>
            <a:chOff x="2008607" y="1241499"/>
            <a:chExt cx="7315199" cy="649224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D81C820E-F62E-480C-B2BF-E97F3BAE8942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6" name="Connector: Elbow 145">
                <a:extLst>
                  <a:ext uri="{FF2B5EF4-FFF2-40B4-BE49-F238E27FC236}">
                    <a16:creationId xmlns:a16="http://schemas.microsoft.com/office/drawing/2014/main" id="{73DE3F84-BC2B-4BC9-87B1-69BE227083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6321F4EB-5B7D-459B-9D96-0898F890086B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98B14177-210F-4318-AAB2-B7D8120E240E}"/>
                </a:ext>
              </a:extLst>
            </p:cNvPr>
            <p:cNvGrpSpPr/>
            <p:nvPr/>
          </p:nvGrpSpPr>
          <p:grpSpPr>
            <a:xfrm>
              <a:off x="38374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4" name="Connector: Elbow 143">
                <a:extLst>
                  <a:ext uri="{FF2B5EF4-FFF2-40B4-BE49-F238E27FC236}">
                    <a16:creationId xmlns:a16="http://schemas.microsoft.com/office/drawing/2014/main" id="{01EB7CAF-D78E-4FC6-9241-521B8FC8E8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E0880B0-875D-447A-BFBE-328D429B2DCD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F9C699EE-AF6A-493E-9862-602AFD7FC133}"/>
                </a:ext>
              </a:extLst>
            </p:cNvPr>
            <p:cNvGrpSpPr/>
            <p:nvPr/>
          </p:nvGrpSpPr>
          <p:grpSpPr>
            <a:xfrm>
              <a:off x="5666206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42" name="Connector: Elbow 141">
                <a:extLst>
                  <a:ext uri="{FF2B5EF4-FFF2-40B4-BE49-F238E27FC236}">
                    <a16:creationId xmlns:a16="http://schemas.microsoft.com/office/drawing/2014/main" id="{F38AB76F-79FE-4BA1-ABFA-60CC926960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CEF23F69-88B3-452B-A42F-5177E0219CCE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0" name="Connector: Elbow 139">
              <a:extLst>
                <a:ext uri="{FF2B5EF4-FFF2-40B4-BE49-F238E27FC236}">
                  <a16:creationId xmlns:a16="http://schemas.microsoft.com/office/drawing/2014/main" id="{9523D862-EA5B-4AC3-BF91-13B5282D1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5006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/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519789-D8FC-4039-9957-7502D4A93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1427611"/>
                <a:ext cx="891974" cy="215444"/>
              </a:xfrm>
              <a:prstGeom prst="rect">
                <a:avLst/>
              </a:prstGeom>
              <a:blipFill>
                <a:blip r:embed="rId2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6BC43B-9CAC-4B0C-B864-E180589196BD}"/>
                  </a:ext>
                </a:extLst>
              </p:cNvPr>
              <p:cNvSpPr txBox="1"/>
              <p:nvPr/>
            </p:nvSpPr>
            <p:spPr>
              <a:xfrm>
                <a:off x="218585" y="2665451"/>
                <a:ext cx="8919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6BC43B-9CAC-4B0C-B864-E18058919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2665451"/>
                <a:ext cx="891975" cy="215444"/>
              </a:xfrm>
              <a:prstGeom prst="rect">
                <a:avLst/>
              </a:prstGeom>
              <a:blipFill>
                <a:blip r:embed="rId3"/>
                <a:stretch>
                  <a:fillRect l="-6849" r="-411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F0EACF4-86FC-4CB3-A33C-47C844F0C965}"/>
                  </a:ext>
                </a:extLst>
              </p:cNvPr>
              <p:cNvSpPr txBox="1"/>
              <p:nvPr/>
            </p:nvSpPr>
            <p:spPr>
              <a:xfrm>
                <a:off x="218585" y="3960714"/>
                <a:ext cx="8919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=3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𝑀𝐻𝑧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F0EACF4-86FC-4CB3-A33C-47C844F0C9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3960714"/>
                <a:ext cx="891975" cy="215444"/>
              </a:xfrm>
              <a:prstGeom prst="rect">
                <a:avLst/>
              </a:prstGeom>
              <a:blipFill>
                <a:blip r:embed="rId4"/>
                <a:stretch>
                  <a:fillRect l="-6849" r="-411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A8BB9DE8-89A9-4525-BF1D-CBD6545B0F45}"/>
                  </a:ext>
                </a:extLst>
              </p:cNvPr>
              <p:cNvSpPr txBox="1"/>
              <p:nvPr/>
            </p:nvSpPr>
            <p:spPr>
              <a:xfrm>
                <a:off x="218585" y="5252558"/>
                <a:ext cx="103784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=500 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𝑘𝐻𝑧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A8BB9DE8-89A9-4525-BF1D-CBD6545B0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85" y="5252558"/>
                <a:ext cx="1037848" cy="215444"/>
              </a:xfrm>
              <a:prstGeom prst="rect">
                <a:avLst/>
              </a:prstGeom>
              <a:blipFill>
                <a:blip r:embed="rId5"/>
                <a:stretch>
                  <a:fillRect l="-5882" r="-2941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28C89BC-0B4A-43DC-BE8F-88D2357A6C9A}"/>
              </a:ext>
            </a:extLst>
          </p:cNvPr>
          <p:cNvCxnSpPr/>
          <p:nvPr/>
        </p:nvCxnSpPr>
        <p:spPr>
          <a:xfrm>
            <a:off x="2008607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AA1AB60-3C12-4A23-9224-4BF628B46E2F}"/>
              </a:ext>
            </a:extLst>
          </p:cNvPr>
          <p:cNvCxnSpPr>
            <a:cxnSpLocks/>
          </p:cNvCxnSpPr>
          <p:nvPr/>
        </p:nvCxnSpPr>
        <p:spPr>
          <a:xfrm>
            <a:off x="2008606" y="5715670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8D3F5E2-7354-4D03-A50B-FD472ABBADBE}"/>
              </a:ext>
            </a:extLst>
          </p:cNvPr>
          <p:cNvCxnSpPr/>
          <p:nvPr/>
        </p:nvCxnSpPr>
        <p:spPr>
          <a:xfrm>
            <a:off x="3837407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AC9FE82-6FF4-44B1-B01A-6FA0ED2B4A87}"/>
              </a:ext>
            </a:extLst>
          </p:cNvPr>
          <p:cNvCxnSpPr/>
          <p:nvPr/>
        </p:nvCxnSpPr>
        <p:spPr>
          <a:xfrm>
            <a:off x="56662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A858BBB8-75CF-4EA5-B506-6D76DE00800A}"/>
              </a:ext>
            </a:extLst>
          </p:cNvPr>
          <p:cNvCxnSpPr/>
          <p:nvPr/>
        </p:nvCxnSpPr>
        <p:spPr>
          <a:xfrm>
            <a:off x="74950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D7A65C76-FB4A-4BBF-B8D6-E0EF826FDB7C}"/>
              </a:ext>
            </a:extLst>
          </p:cNvPr>
          <p:cNvCxnSpPr/>
          <p:nvPr/>
        </p:nvCxnSpPr>
        <p:spPr>
          <a:xfrm>
            <a:off x="9323806" y="4870542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D78D9E8-44DE-40F7-B834-CE85776DD1A5}"/>
              </a:ext>
            </a:extLst>
          </p:cNvPr>
          <p:cNvGrpSpPr/>
          <p:nvPr/>
        </p:nvGrpSpPr>
        <p:grpSpPr>
          <a:xfrm>
            <a:off x="2008606" y="5066446"/>
            <a:ext cx="7315201" cy="649224"/>
            <a:chOff x="2008607" y="1241499"/>
            <a:chExt cx="3657600" cy="649224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53C11AE2-B3DD-4B0A-BB99-C63CB2031312}"/>
                </a:ext>
              </a:extLst>
            </p:cNvPr>
            <p:cNvGrpSpPr/>
            <p:nvPr/>
          </p:nvGrpSpPr>
          <p:grpSpPr>
            <a:xfrm>
              <a:off x="2008607" y="1241499"/>
              <a:ext cx="1828800" cy="649224"/>
              <a:chOff x="2008607" y="1241499"/>
              <a:chExt cx="1828800" cy="649224"/>
            </a:xfrm>
          </p:grpSpPr>
          <p:cxnSp>
            <p:nvCxnSpPr>
              <p:cNvPr id="168" name="Connector: Elbow 167">
                <a:extLst>
                  <a:ext uri="{FF2B5EF4-FFF2-40B4-BE49-F238E27FC236}">
                    <a16:creationId xmlns:a16="http://schemas.microsoft.com/office/drawing/2014/main" id="{88E9B431-8F60-403E-9E0A-A38A1C2264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EF08848B-7094-4A8B-9FB8-DE54DFCB6F30}"/>
                  </a:ext>
                </a:extLst>
              </p:cNvPr>
              <p:cNvCxnSpPr/>
              <p:nvPr/>
            </p:nvCxnSpPr>
            <p:spPr>
              <a:xfrm>
                <a:off x="3837407" y="124149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9CB3DE08-5607-4679-A4D3-0BF178A19E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7407" y="1246487"/>
              <a:ext cx="1828800" cy="644236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3223122C-A4F4-4501-A799-8E6DD3CFF842}"/>
              </a:ext>
            </a:extLst>
          </p:cNvPr>
          <p:cNvCxnSpPr>
            <a:cxnSpLocks/>
          </p:cNvCxnSpPr>
          <p:nvPr/>
        </p:nvCxnSpPr>
        <p:spPr>
          <a:xfrm>
            <a:off x="1984313" y="5066446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82EBED1C-259C-4337-80FB-9A1D7CF84B70}"/>
              </a:ext>
            </a:extLst>
          </p:cNvPr>
          <p:cNvSpPr txBox="1"/>
          <p:nvPr/>
        </p:nvSpPr>
        <p:spPr>
          <a:xfrm>
            <a:off x="1706349" y="4919939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702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7514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latin typeface="Bebas Neue" panose="020B0606020202050201" pitchFamily="34" charset="0"/>
              </a:defRPr>
            </a:lvl1pPr>
          </a:lstStyle>
          <a:p>
            <a:r>
              <a:rPr lang="en-US" dirty="0"/>
              <a:t>Same Duty Cycle (50%), Different Frequencies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BA41B59-8B12-4453-BB32-E9CD4BECDFF7}"/>
              </a:ext>
            </a:extLst>
          </p:cNvPr>
          <p:cNvGrpSpPr/>
          <p:nvPr/>
        </p:nvGrpSpPr>
        <p:grpSpPr>
          <a:xfrm>
            <a:off x="126326" y="665787"/>
            <a:ext cx="11918054" cy="1190646"/>
            <a:chOff x="126326" y="757227"/>
            <a:chExt cx="11918054" cy="119064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3652B72-3364-4103-A54A-DDEBA6A7B38C}"/>
                </a:ext>
              </a:extLst>
            </p:cNvPr>
            <p:cNvGrpSpPr/>
            <p:nvPr/>
          </p:nvGrpSpPr>
          <p:grpSpPr>
            <a:xfrm>
              <a:off x="1090399" y="1102745"/>
              <a:ext cx="7983217" cy="845128"/>
              <a:chOff x="1706349" y="1045595"/>
              <a:chExt cx="7983217" cy="845128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2CDC819-84D8-467A-B57C-836856800A2D}"/>
                  </a:ext>
                </a:extLst>
              </p:cNvPr>
              <p:cNvCxnSpPr/>
              <p:nvPr/>
            </p:nvCxnSpPr>
            <p:spPr>
              <a:xfrm>
                <a:off x="2008607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B598C-6778-4D6A-BC30-73B3365DC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1890723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68B7462-8152-46F1-917A-6D224B3F087D}"/>
                  </a:ext>
                </a:extLst>
              </p:cNvPr>
              <p:cNvCxnSpPr/>
              <p:nvPr/>
            </p:nvCxnSpPr>
            <p:spPr>
              <a:xfrm>
                <a:off x="3837407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658EA02-B74C-4B03-BEE6-465F5BB4B74D}"/>
                  </a:ext>
                </a:extLst>
              </p:cNvPr>
              <p:cNvCxnSpPr/>
              <p:nvPr/>
            </p:nvCxnSpPr>
            <p:spPr>
              <a:xfrm>
                <a:off x="56662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FFEF7ED-BCC2-4607-A268-5C5899D41811}"/>
                  </a:ext>
                </a:extLst>
              </p:cNvPr>
              <p:cNvCxnSpPr/>
              <p:nvPr/>
            </p:nvCxnSpPr>
            <p:spPr>
              <a:xfrm>
                <a:off x="74950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F88695-69B7-4A28-85EE-6B363A0C9711}"/>
                  </a:ext>
                </a:extLst>
              </p:cNvPr>
              <p:cNvCxnSpPr/>
              <p:nvPr/>
            </p:nvCxnSpPr>
            <p:spPr>
              <a:xfrm>
                <a:off x="93238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F3C5DB29-15EF-43CA-B58C-EC0E5E01283D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7315199" cy="649224"/>
                <a:chOff x="2008607" y="1241499"/>
                <a:chExt cx="7315199" cy="649224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362EE0F3-554D-4439-B3EC-966ABAF8AF2A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" name="Connector: Elbow 2">
                    <a:extLst>
                      <a:ext uri="{FF2B5EF4-FFF2-40B4-BE49-F238E27FC236}">
                        <a16:creationId xmlns:a16="http://schemas.microsoft.com/office/drawing/2014/main" id="{622C8A6C-BC7D-4212-A5E1-63D0EAC521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Connector 9">
                    <a:extLst>
                      <a:ext uri="{FF2B5EF4-FFF2-40B4-BE49-F238E27FC236}">
                        <a16:creationId xmlns:a16="http://schemas.microsoft.com/office/drawing/2014/main" id="{D9AEE5BB-040A-494F-A4BD-ECDC1FA570E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85E1BBA7-AE56-4362-8644-9DDAF873793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1" name="Connector: Elbow 20">
                    <a:extLst>
                      <a:ext uri="{FF2B5EF4-FFF2-40B4-BE49-F238E27FC236}">
                        <a16:creationId xmlns:a16="http://schemas.microsoft.com/office/drawing/2014/main" id="{06A05BC6-5586-4237-A5A3-01DCB8205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C946D880-344D-43FA-B676-9605B7235F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A7BF31D5-E610-4704-9639-637F90E5303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" name="Connector: Elbow 31">
                    <a:extLst>
                      <a:ext uri="{FF2B5EF4-FFF2-40B4-BE49-F238E27FC236}">
                        <a16:creationId xmlns:a16="http://schemas.microsoft.com/office/drawing/2014/main" id="{D70C8574-348D-4EB2-B89E-5FE2E89D1A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0ADE47D6-2B9B-49F8-9831-6AFAF5DC9EE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5" name="Connector: Elbow 34">
                  <a:extLst>
                    <a:ext uri="{FF2B5EF4-FFF2-40B4-BE49-F238E27FC236}">
                      <a16:creationId xmlns:a16="http://schemas.microsoft.com/office/drawing/2014/main" id="{20B5E6B1-BDBB-4DA2-AB5A-AD4E6927E7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ADBA9AA-E84C-4A0F-8E72-031DF11F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124149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461C10-3CFF-4D44-981B-59E8BFD00152}"/>
                  </a:ext>
                </a:extLst>
              </p:cNvPr>
              <p:cNvSpPr txBox="1"/>
              <p:nvPr/>
            </p:nvSpPr>
            <p:spPr>
              <a:xfrm>
                <a:off x="1706349" y="1094992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1587A59-2586-46CD-8F83-2FE1B23880DF}"/>
                </a:ext>
              </a:extLst>
            </p:cNvPr>
            <p:cNvGrpSpPr/>
            <p:nvPr/>
          </p:nvGrpSpPr>
          <p:grpSpPr>
            <a:xfrm>
              <a:off x="1392657" y="757227"/>
              <a:ext cx="1828800" cy="438231"/>
              <a:chOff x="1392657" y="757227"/>
              <a:chExt cx="1828800" cy="438231"/>
            </a:xfrm>
          </p:grpSpPr>
          <p:cxnSp>
            <p:nvCxnSpPr>
              <p:cNvPr id="121" name="Straight Arrow Connector 120">
                <a:extLst>
                  <a:ext uri="{FF2B5EF4-FFF2-40B4-BE49-F238E27FC236}">
                    <a16:creationId xmlns:a16="http://schemas.microsoft.com/office/drawing/2014/main" id="{06FAB3FC-CEE8-4744-87B4-23F6E7FA3A34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9" name="TextBox 138">
                    <a:extLst>
                      <a:ext uri="{FF2B5EF4-FFF2-40B4-BE49-F238E27FC236}">
                        <a16:creationId xmlns:a16="http://schemas.microsoft.com/office/drawing/2014/main" id="{04A561ED-B18E-4B5B-BDDD-2DF873275E92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39" name="TextBox 138">
                    <a:extLst>
                      <a:ext uri="{FF2B5EF4-FFF2-40B4-BE49-F238E27FC236}">
                        <a16:creationId xmlns:a16="http://schemas.microsoft.com/office/drawing/2014/main" id="{04A561ED-B18E-4B5B-BDDD-2DF873275E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4E2B6591-E1A3-4F8D-B244-5A34CFEAC3A3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03D37FAE-F109-4B22-9648-B14CB87473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03D37FAE-F109-4B22-9648-B14CB87473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1" name="Straight Arrow Connector 160">
                  <a:extLst>
                    <a:ext uri="{FF2B5EF4-FFF2-40B4-BE49-F238E27FC236}">
                      <a16:creationId xmlns:a16="http://schemas.microsoft.com/office/drawing/2014/main" id="{7AB9861F-7D2B-406A-8209-0808E975B821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92DF6B7F-F6C2-46DA-9337-9B6CA1433E1B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3" name="TextBox 162">
                      <a:extLst>
                        <a:ext uri="{FF2B5EF4-FFF2-40B4-BE49-F238E27FC236}">
                          <a16:creationId xmlns:a16="http://schemas.microsoft.com/office/drawing/2014/main" id="{9C32BEF2-3750-4913-BEE4-187851368B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3" name="TextBox 162">
                      <a:extLst>
                        <a:ext uri="{FF2B5EF4-FFF2-40B4-BE49-F238E27FC236}">
                          <a16:creationId xmlns:a16="http://schemas.microsoft.com/office/drawing/2014/main" id="{9C32BEF2-3750-4913-BEE4-187851368B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0638" r="-212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4" name="Straight Arrow Connector 163">
                  <a:extLst>
                    <a:ext uri="{FF2B5EF4-FFF2-40B4-BE49-F238E27FC236}">
                      <a16:creationId xmlns:a16="http://schemas.microsoft.com/office/drawing/2014/main" id="{B31C665F-5E7E-45DA-8C53-20A44561D740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ECD8C0D-A190-4920-8489-E1752F85A242}"/>
                </a:ext>
              </a:extLst>
            </p:cNvPr>
            <p:cNvGrpSpPr/>
            <p:nvPr/>
          </p:nvGrpSpPr>
          <p:grpSpPr>
            <a:xfrm>
              <a:off x="9017205" y="1246561"/>
              <a:ext cx="3027175" cy="630797"/>
              <a:chOff x="9017205" y="1246561"/>
              <a:chExt cx="3027175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5" name="TextBox 164">
                    <a:extLst>
                      <a:ext uri="{FF2B5EF4-FFF2-40B4-BE49-F238E27FC236}">
                        <a16:creationId xmlns:a16="http://schemas.microsoft.com/office/drawing/2014/main" id="{0E918D25-2397-4EF5-9D23-102307F3D5A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65" name="TextBox 164">
                    <a:extLst>
                      <a:ext uri="{FF2B5EF4-FFF2-40B4-BE49-F238E27FC236}">
                        <a16:creationId xmlns:a16="http://schemas.microsoft.com/office/drawing/2014/main" id="{0E918D25-2397-4EF5-9D23-102307F3D5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8414B59F-A39C-4056-9A54-40E5A467C818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8414B59F-A39C-4056-9A54-40E5A467C8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11" t="-5769" b="-173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06EC77A4-68CE-42C1-AA9C-CD1798B1F846}"/>
                </a:ext>
              </a:extLst>
            </p:cNvPr>
            <p:cNvGrpSpPr/>
            <p:nvPr/>
          </p:nvGrpSpPr>
          <p:grpSpPr>
            <a:xfrm>
              <a:off x="126326" y="1542228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2" name="TextBox 171">
                    <a:extLst>
                      <a:ext uri="{FF2B5EF4-FFF2-40B4-BE49-F238E27FC236}">
                        <a16:creationId xmlns:a16="http://schemas.microsoft.com/office/drawing/2014/main" id="{8E675E1D-7D29-49A5-84A9-56F6B5E3B0DF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72" name="TextBox 171">
                    <a:extLst>
                      <a:ext uri="{FF2B5EF4-FFF2-40B4-BE49-F238E27FC236}">
                        <a16:creationId xmlns:a16="http://schemas.microsoft.com/office/drawing/2014/main" id="{8E675E1D-7D29-49A5-84A9-56F6B5E3B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7200" t="-3333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3F3BF432-54E5-4DF9-BC50-90A084A9A047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3F3BF432-54E5-4DF9-BC50-90A084A9A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324" t="-3226" r="-3784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2707979-F5BF-4073-8A1A-1A7E5E58E51D}"/>
              </a:ext>
            </a:extLst>
          </p:cNvPr>
          <p:cNvGrpSpPr/>
          <p:nvPr/>
        </p:nvGrpSpPr>
        <p:grpSpPr>
          <a:xfrm>
            <a:off x="126325" y="2292921"/>
            <a:ext cx="11988587" cy="1159670"/>
            <a:chOff x="126325" y="2024513"/>
            <a:chExt cx="11988587" cy="115967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4704C55-E094-4EBC-99CF-5BD9C59A8FF3}"/>
                </a:ext>
              </a:extLst>
            </p:cNvPr>
            <p:cNvGrpSpPr/>
            <p:nvPr/>
          </p:nvGrpSpPr>
          <p:grpSpPr>
            <a:xfrm>
              <a:off x="1090399" y="2339055"/>
              <a:ext cx="7983217" cy="845128"/>
              <a:chOff x="1706349" y="2339055"/>
              <a:chExt cx="7983217" cy="845128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96651A0-6B5C-4E36-9D79-E75501EDD86B}"/>
                  </a:ext>
                </a:extLst>
              </p:cNvPr>
              <p:cNvCxnSpPr/>
              <p:nvPr/>
            </p:nvCxnSpPr>
            <p:spPr>
              <a:xfrm>
                <a:off x="2008607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CA8B1865-ABFA-448C-9427-A61EC5D9B7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3184183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4CEAC341-9EA4-4DEC-A2F4-D31F6736AAFC}"/>
                  </a:ext>
                </a:extLst>
              </p:cNvPr>
              <p:cNvCxnSpPr/>
              <p:nvPr/>
            </p:nvCxnSpPr>
            <p:spPr>
              <a:xfrm>
                <a:off x="3837407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8F6DB0D-1475-4F46-B39B-84AFF61E185F}"/>
                  </a:ext>
                </a:extLst>
              </p:cNvPr>
              <p:cNvCxnSpPr/>
              <p:nvPr/>
            </p:nvCxnSpPr>
            <p:spPr>
              <a:xfrm>
                <a:off x="56662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398A648-8059-428E-9DCE-FDA7F74CC846}"/>
                  </a:ext>
                </a:extLst>
              </p:cNvPr>
              <p:cNvCxnSpPr/>
              <p:nvPr/>
            </p:nvCxnSpPr>
            <p:spPr>
              <a:xfrm>
                <a:off x="74950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AEDAEB5-7A19-4B4D-9A98-DDEF91A93142}"/>
                  </a:ext>
                </a:extLst>
              </p:cNvPr>
              <p:cNvCxnSpPr/>
              <p:nvPr/>
            </p:nvCxnSpPr>
            <p:spPr>
              <a:xfrm>
                <a:off x="93238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039F53E-C7F9-4122-AA64-D056E55A66ED}"/>
                  </a:ext>
                </a:extLst>
              </p:cNvPr>
              <p:cNvGrpSpPr/>
              <p:nvPr/>
            </p:nvGrpSpPr>
            <p:grpSpPr>
              <a:xfrm>
                <a:off x="5666206" y="2534959"/>
                <a:ext cx="3657600" cy="649224"/>
                <a:chOff x="2008607" y="1241499"/>
                <a:chExt cx="7315199" cy="649224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EB247C9-6660-4F41-B37A-85221432EFD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" name="Connector: Elbow 44">
                    <a:extLst>
                      <a:ext uri="{FF2B5EF4-FFF2-40B4-BE49-F238E27FC236}">
                        <a16:creationId xmlns:a16="http://schemas.microsoft.com/office/drawing/2014/main" id="{CC9BF2A7-FD88-46F6-9B03-093A76FFF9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2ED417CD-5E55-4AFC-8961-D63F23C1B52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E441F9D4-D7E5-4954-AEBD-F99B8DC39F2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" name="Connector: Elbow 42">
                    <a:extLst>
                      <a:ext uri="{FF2B5EF4-FFF2-40B4-BE49-F238E27FC236}">
                        <a16:creationId xmlns:a16="http://schemas.microsoft.com/office/drawing/2014/main" id="{52E5995A-9C08-4366-B593-5A61D6BEB9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119104CD-2642-4832-932F-0516CE8210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8CF3D03B-600F-4C11-8878-C5D368D87A1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1" name="Connector: Elbow 40">
                    <a:extLst>
                      <a:ext uri="{FF2B5EF4-FFF2-40B4-BE49-F238E27FC236}">
                        <a16:creationId xmlns:a16="http://schemas.microsoft.com/office/drawing/2014/main" id="{7F288134-97B6-43A2-A616-319EA4F834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B986D71F-BDC3-4E07-927D-5657C775C8B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0" name="Connector: Elbow 39">
                  <a:extLst>
                    <a:ext uri="{FF2B5EF4-FFF2-40B4-BE49-F238E27FC236}">
                      <a16:creationId xmlns:a16="http://schemas.microsoft.com/office/drawing/2014/main" id="{42EE0983-2C70-4D50-B413-CC2517AB5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16F408B-089A-495E-AA38-236ADB04A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253495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3DDE669-FA3C-47BA-BACE-688131A5124E}"/>
                  </a:ext>
                </a:extLst>
              </p:cNvPr>
              <p:cNvSpPr txBox="1"/>
              <p:nvPr/>
            </p:nvSpPr>
            <p:spPr>
              <a:xfrm>
                <a:off x="1706349" y="2388452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0BF0E676-01CD-4967-BC79-FBD72C1490F3}"/>
                  </a:ext>
                </a:extLst>
              </p:cNvPr>
              <p:cNvGrpSpPr/>
              <p:nvPr/>
            </p:nvGrpSpPr>
            <p:grpSpPr>
              <a:xfrm>
                <a:off x="2008607" y="2534959"/>
                <a:ext cx="3657600" cy="649224"/>
                <a:chOff x="2008607" y="1241499"/>
                <a:chExt cx="7315199" cy="649224"/>
              </a:xfrm>
            </p:grpSpPr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CF2F68EA-3A35-4E1B-A908-8DBECE21CB8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71" name="Connector: Elbow 70">
                    <a:extLst>
                      <a:ext uri="{FF2B5EF4-FFF2-40B4-BE49-F238E27FC236}">
                        <a16:creationId xmlns:a16="http://schemas.microsoft.com/office/drawing/2014/main" id="{3D84A0F2-6219-4CF6-951B-3691E3F9F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EA052F6E-FFE5-4E65-93C1-3D48BC0F560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942EA3B3-3C27-43E9-B516-FBDC81D9722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9" name="Connector: Elbow 68">
                    <a:extLst>
                      <a:ext uri="{FF2B5EF4-FFF2-40B4-BE49-F238E27FC236}">
                        <a16:creationId xmlns:a16="http://schemas.microsoft.com/office/drawing/2014/main" id="{E975B15E-0B7D-46AE-823A-B5D88FEB71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A2586514-001E-490C-92FD-3DAE848FFE7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79BB5C7F-35AE-451D-8B8C-1F0044D0C39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" name="Connector: Elbow 66">
                    <a:extLst>
                      <a:ext uri="{FF2B5EF4-FFF2-40B4-BE49-F238E27FC236}">
                        <a16:creationId xmlns:a16="http://schemas.microsoft.com/office/drawing/2014/main" id="{E479934F-BC79-4B51-A557-6906201EEE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F8D158C9-636C-4552-9E73-BC527EFD1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3A5AE1C7-481D-4EE4-B5DD-2D17992106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" name="Connector: Elbow 64">
                    <a:extLst>
                      <a:ext uri="{FF2B5EF4-FFF2-40B4-BE49-F238E27FC236}">
                        <a16:creationId xmlns:a16="http://schemas.microsoft.com/office/drawing/2014/main" id="{F257C60F-0636-48D4-AF36-B3975C1831E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D803BECC-B9F9-40CA-A6AC-3A6D2D2A356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7013A4C-AF4A-4021-8835-E9AA953C02EB}"/>
                </a:ext>
              </a:extLst>
            </p:cNvPr>
            <p:cNvGrpSpPr/>
            <p:nvPr/>
          </p:nvGrpSpPr>
          <p:grpSpPr>
            <a:xfrm>
              <a:off x="1391223" y="2024513"/>
              <a:ext cx="914397" cy="189600"/>
              <a:chOff x="1391223" y="2024513"/>
              <a:chExt cx="914397" cy="189600"/>
            </a:xfrm>
          </p:grpSpPr>
          <p:cxnSp>
            <p:nvCxnSpPr>
              <p:cNvPr id="176" name="Straight Arrow Connector 175">
                <a:extLst>
                  <a:ext uri="{FF2B5EF4-FFF2-40B4-BE49-F238E27FC236}">
                    <a16:creationId xmlns:a16="http://schemas.microsoft.com/office/drawing/2014/main" id="{4A2A5E08-3389-4BD4-8C2A-5450F2DE29DB}"/>
                  </a:ext>
                </a:extLst>
              </p:cNvPr>
              <p:cNvCxnSpPr/>
              <p:nvPr/>
            </p:nvCxnSpPr>
            <p:spPr>
              <a:xfrm>
                <a:off x="1391223" y="2214113"/>
                <a:ext cx="914397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F867B98-C9E8-4028-B78D-94C274943114}"/>
                      </a:ext>
                    </a:extLst>
                  </p:cNvPr>
                  <p:cNvSpPr txBox="1"/>
                  <p:nvPr/>
                </p:nvSpPr>
                <p:spPr>
                  <a:xfrm>
                    <a:off x="1583827" y="2024513"/>
                    <a:ext cx="264719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F867B98-C9E8-4028-B78D-94C2749431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83827" y="2024513"/>
                    <a:ext cx="264719" cy="15388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8605" r="-106977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A79D2C1D-D5F5-48F5-9448-AA23E9D14E3E}"/>
                </a:ext>
              </a:extLst>
            </p:cNvPr>
            <p:cNvGrpSpPr/>
            <p:nvPr/>
          </p:nvGrpSpPr>
          <p:grpSpPr>
            <a:xfrm>
              <a:off x="1391223" y="2257050"/>
              <a:ext cx="457199" cy="205694"/>
              <a:chOff x="2008607" y="932614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0FCC2B00-3875-49B0-9694-1A9427F0CBB6}"/>
                      </a:ext>
                    </a:extLst>
                  </p:cNvPr>
                  <p:cNvSpPr txBox="1"/>
                  <p:nvPr/>
                </p:nvSpPr>
                <p:spPr>
                  <a:xfrm>
                    <a:off x="2189033" y="932614"/>
                    <a:ext cx="322525" cy="1663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0FCC2B00-3875-49B0-9694-1A9427F0C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9033" y="932614"/>
                    <a:ext cx="322525" cy="16639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923" r="-103846" b="-2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3" name="Straight Arrow Connector 182">
                <a:extLst>
                  <a:ext uri="{FF2B5EF4-FFF2-40B4-BE49-F238E27FC236}">
                    <a16:creationId xmlns:a16="http://schemas.microsoft.com/office/drawing/2014/main" id="{A434F54F-8643-4743-9A75-763925B1896E}"/>
                  </a:ext>
                </a:extLst>
              </p:cNvPr>
              <p:cNvCxnSpPr/>
              <p:nvPr/>
            </p:nvCxnSpPr>
            <p:spPr>
              <a:xfrm>
                <a:off x="2008607" y="1138308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24C1B679-DD26-4FF3-8E76-AE5E383E86C9}"/>
                </a:ext>
              </a:extLst>
            </p:cNvPr>
            <p:cNvGrpSpPr/>
            <p:nvPr/>
          </p:nvGrpSpPr>
          <p:grpSpPr>
            <a:xfrm>
              <a:off x="1848422" y="2257050"/>
              <a:ext cx="457199" cy="205694"/>
              <a:chOff x="2685513" y="823575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9CB32AAC-A8F5-43A0-8C16-FD4F4B5CDF91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234" y="823575"/>
                    <a:ext cx="282449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𝐿𝑜𝑤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9CB32AAC-A8F5-43A0-8C16-FD4F4B5CDF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234" y="823575"/>
                    <a:ext cx="282449" cy="153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4783" r="-95652" b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1" name="Straight Arrow Connector 180">
                <a:extLst>
                  <a:ext uri="{FF2B5EF4-FFF2-40B4-BE49-F238E27FC236}">
                    <a16:creationId xmlns:a16="http://schemas.microsoft.com/office/drawing/2014/main" id="{7C4A23D9-82FD-45F7-8B42-FC198F5FC1DE}"/>
                  </a:ext>
                </a:extLst>
              </p:cNvPr>
              <p:cNvCxnSpPr/>
              <p:nvPr/>
            </p:nvCxnSpPr>
            <p:spPr>
              <a:xfrm>
                <a:off x="2685513" y="1029269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F46C9DD9-5D60-4C6B-8C94-0CA7E19E1B3B}"/>
                </a:ext>
              </a:extLst>
            </p:cNvPr>
            <p:cNvGrpSpPr/>
            <p:nvPr/>
          </p:nvGrpSpPr>
          <p:grpSpPr>
            <a:xfrm>
              <a:off x="126325" y="2778538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3" name="TextBox 202">
                    <a:extLst>
                      <a:ext uri="{FF2B5EF4-FFF2-40B4-BE49-F238E27FC236}">
                        <a16:creationId xmlns:a16="http://schemas.microsoft.com/office/drawing/2014/main" id="{96C79768-D13F-4826-A497-B42CDA715356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=2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3" name="TextBox 202">
                    <a:extLst>
                      <a:ext uri="{FF2B5EF4-FFF2-40B4-BE49-F238E27FC236}">
                        <a16:creationId xmlns:a16="http://schemas.microsoft.com/office/drawing/2014/main" id="{96C79768-D13F-4826-A497-B42CDA7153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200" t="-3333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232C3679-6A19-47EB-AFED-C5ADA5BEC95D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232C3679-6A19-47EB-AFED-C5ADA5BEC9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324" t="-3333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48A362D5-2369-447B-8C29-C0AFE9B0DE65}"/>
                </a:ext>
              </a:extLst>
            </p:cNvPr>
            <p:cNvGrpSpPr/>
            <p:nvPr/>
          </p:nvGrpSpPr>
          <p:grpSpPr>
            <a:xfrm>
              <a:off x="9017205" y="2522053"/>
              <a:ext cx="3097707" cy="630797"/>
              <a:chOff x="9017205" y="1246561"/>
              <a:chExt cx="3097707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2" name="TextBox 211">
                    <a:extLst>
                      <a:ext uri="{FF2B5EF4-FFF2-40B4-BE49-F238E27FC236}">
                        <a16:creationId xmlns:a16="http://schemas.microsoft.com/office/drawing/2014/main" id="{9EF84079-49F0-45B9-8649-B8281D868307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64089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=0.5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2" name="TextBox 211">
                    <a:extLst>
                      <a:ext uri="{FF2B5EF4-FFF2-40B4-BE49-F238E27FC236}">
                        <a16:creationId xmlns:a16="http://schemas.microsoft.com/office/drawing/2014/main" id="{9EF84079-49F0-45B9-8649-B8281D8683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640898" cy="23544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602" r="-372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3BCE4755-DA0F-46EC-A36E-EBBEDB04488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3BCE4755-DA0F-46EC-A36E-EBBEDB0448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772" t="-5769" r="-197" b="-134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2A60D28-12F9-4B61-BA2F-DD0CCB35E5FF}"/>
              </a:ext>
            </a:extLst>
          </p:cNvPr>
          <p:cNvGrpSpPr/>
          <p:nvPr/>
        </p:nvGrpSpPr>
        <p:grpSpPr>
          <a:xfrm>
            <a:off x="126325" y="3889079"/>
            <a:ext cx="11988587" cy="1164101"/>
            <a:chOff x="126325" y="3360171"/>
            <a:chExt cx="11988587" cy="11641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5B84C75-1C20-4B43-B58C-EF373F4E478B}"/>
                </a:ext>
              </a:extLst>
            </p:cNvPr>
            <p:cNvGrpSpPr/>
            <p:nvPr/>
          </p:nvGrpSpPr>
          <p:grpSpPr>
            <a:xfrm>
              <a:off x="1090399" y="3676650"/>
              <a:ext cx="7983217" cy="847622"/>
              <a:chOff x="1706349" y="3676650"/>
              <a:chExt cx="7983217" cy="847622"/>
            </a:xfrm>
          </p:grpSpPr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6BD15DDD-9CAF-438A-A127-EA763AE3F88D}"/>
                  </a:ext>
                </a:extLst>
              </p:cNvPr>
              <p:cNvCxnSpPr/>
              <p:nvPr/>
            </p:nvCxnSpPr>
            <p:spPr>
              <a:xfrm>
                <a:off x="2008607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4248D898-0065-45C8-9C5F-F019B86AF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4521778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2A768922-4A3D-4940-B8E3-84DDFC096997}"/>
                  </a:ext>
                </a:extLst>
              </p:cNvPr>
              <p:cNvCxnSpPr/>
              <p:nvPr/>
            </p:nvCxnSpPr>
            <p:spPr>
              <a:xfrm>
                <a:off x="3837407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3EF7702-6C09-4492-9A48-E25383AB2B44}"/>
                  </a:ext>
                </a:extLst>
              </p:cNvPr>
              <p:cNvCxnSpPr/>
              <p:nvPr/>
            </p:nvCxnSpPr>
            <p:spPr>
              <a:xfrm>
                <a:off x="56662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A738E0EF-F4A5-414A-84D3-0FCCF61AC1AF}"/>
                  </a:ext>
                </a:extLst>
              </p:cNvPr>
              <p:cNvCxnSpPr/>
              <p:nvPr/>
            </p:nvCxnSpPr>
            <p:spPr>
              <a:xfrm>
                <a:off x="74950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CE3B4996-FE54-4451-B6EE-7A1A6B98DF18}"/>
                  </a:ext>
                </a:extLst>
              </p:cNvPr>
              <p:cNvCxnSpPr/>
              <p:nvPr/>
            </p:nvCxnSpPr>
            <p:spPr>
              <a:xfrm>
                <a:off x="93238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A0AAC7B9-8E0A-4370-9962-CFD6ABC02512}"/>
                  </a:ext>
                </a:extLst>
              </p:cNvPr>
              <p:cNvGrpSpPr/>
              <p:nvPr/>
            </p:nvGrpSpPr>
            <p:grpSpPr>
              <a:xfrm>
                <a:off x="2008607" y="3872554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09" name="Group 108">
                  <a:extLst>
                    <a:ext uri="{FF2B5EF4-FFF2-40B4-BE49-F238E27FC236}">
                      <a16:creationId xmlns:a16="http://schemas.microsoft.com/office/drawing/2014/main" id="{DED7188E-78B4-49F4-8163-85A56BF7FFF4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9" name="Connector: Elbow 118">
                    <a:extLst>
                      <a:ext uri="{FF2B5EF4-FFF2-40B4-BE49-F238E27FC236}">
                        <a16:creationId xmlns:a16="http://schemas.microsoft.com/office/drawing/2014/main" id="{AE85F0F9-8835-44D1-8C60-62F93ED68D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Straight Connector 119">
                    <a:extLst>
                      <a:ext uri="{FF2B5EF4-FFF2-40B4-BE49-F238E27FC236}">
                        <a16:creationId xmlns:a16="http://schemas.microsoft.com/office/drawing/2014/main" id="{FB97B0F3-71BD-4F22-9EE7-33D645879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8F283205-1C8C-41CD-97A5-1A1B90DAB10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7" name="Connector: Elbow 116">
                    <a:extLst>
                      <a:ext uri="{FF2B5EF4-FFF2-40B4-BE49-F238E27FC236}">
                        <a16:creationId xmlns:a16="http://schemas.microsoft.com/office/drawing/2014/main" id="{E54797E3-EB28-412F-8C26-36F2EC04D7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1D1468FC-1060-408B-A423-B7EBA37755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0B4B1B7A-2225-4005-A0DC-60BEF1AA20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5" name="Connector: Elbow 114">
                    <a:extLst>
                      <a:ext uri="{FF2B5EF4-FFF2-40B4-BE49-F238E27FC236}">
                        <a16:creationId xmlns:a16="http://schemas.microsoft.com/office/drawing/2014/main" id="{7834710E-0F45-4980-A3C5-109E49F22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D2593D58-D1F8-411C-90D9-8FDABC1C62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A820EC07-4117-4442-AB78-63123DFC779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3" name="Connector: Elbow 112">
                    <a:extLst>
                      <a:ext uri="{FF2B5EF4-FFF2-40B4-BE49-F238E27FC236}">
                        <a16:creationId xmlns:a16="http://schemas.microsoft.com/office/drawing/2014/main" id="{E63B6232-7E62-4B06-BC15-6E98A723E1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Straight Connector 113">
                    <a:extLst>
                      <a:ext uri="{FF2B5EF4-FFF2-40B4-BE49-F238E27FC236}">
                        <a16:creationId xmlns:a16="http://schemas.microsoft.com/office/drawing/2014/main" id="{6283F773-6003-4AD4-88EC-3887B9D867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E4E100A3-88C8-493B-9FD6-418A797CA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3872554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D033016-2CC0-4EA3-8763-17089D84776E}"/>
                  </a:ext>
                </a:extLst>
              </p:cNvPr>
              <p:cNvSpPr txBox="1"/>
              <p:nvPr/>
            </p:nvSpPr>
            <p:spPr>
              <a:xfrm>
                <a:off x="1706349" y="3726047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9BD7FE18-4A1E-43BA-AD09-2D32CDFE6E9D}"/>
                  </a:ext>
                </a:extLst>
              </p:cNvPr>
              <p:cNvGrpSpPr/>
              <p:nvPr/>
            </p:nvGrpSpPr>
            <p:grpSpPr>
              <a:xfrm>
                <a:off x="4445966" y="3867406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31945B0B-78D6-443B-AD3E-B4237DADABB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3ECA79C7-DE3E-422A-B760-8C0567F5DF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C7E42857-0680-433C-95F9-580AAFCFA1E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12470415-267C-416D-98C1-9DF57CA9FD2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D2C1D19D-CAAC-4C9E-8471-29338C5C30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1DB40870-62BC-42A6-B375-417AE45D7CD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A4B0B6BD-D569-45F9-BDB3-F4C4BB438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9" name="Connector: Elbow 128">
                    <a:extLst>
                      <a:ext uri="{FF2B5EF4-FFF2-40B4-BE49-F238E27FC236}">
                        <a16:creationId xmlns:a16="http://schemas.microsoft.com/office/drawing/2014/main" id="{74E2A5C3-637E-4F97-B5E3-9765E67AE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B83247F1-20C3-4E86-91C1-9CE74CDF97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DF7AFBDF-6D8F-474C-8C3C-DA945FB129C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7" name="Connector: Elbow 126">
                    <a:extLst>
                      <a:ext uri="{FF2B5EF4-FFF2-40B4-BE49-F238E27FC236}">
                        <a16:creationId xmlns:a16="http://schemas.microsoft.com/office/drawing/2014/main" id="{BCE6E449-1D7C-4F82-A7EA-DAF8F79BE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8" name="Straight Connector 127">
                    <a:extLst>
                      <a:ext uri="{FF2B5EF4-FFF2-40B4-BE49-F238E27FC236}">
                        <a16:creationId xmlns:a16="http://schemas.microsoft.com/office/drawing/2014/main" id="{7873266A-855E-4991-9B76-4F743054CC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F52803E6-387A-4316-9C2F-391FE26970A4}"/>
                  </a:ext>
                </a:extLst>
              </p:cNvPr>
              <p:cNvGrpSpPr/>
              <p:nvPr/>
            </p:nvGrpSpPr>
            <p:grpSpPr>
              <a:xfrm>
                <a:off x="6882840" y="3875048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D81C820E-F62E-480C-B2BF-E97F3BAE894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6" name="Connector: Elbow 145">
                    <a:extLst>
                      <a:ext uri="{FF2B5EF4-FFF2-40B4-BE49-F238E27FC236}">
                        <a16:creationId xmlns:a16="http://schemas.microsoft.com/office/drawing/2014/main" id="{73DE3F84-BC2B-4BC9-87B1-69BE227083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Straight Connector 146">
                    <a:extLst>
                      <a:ext uri="{FF2B5EF4-FFF2-40B4-BE49-F238E27FC236}">
                        <a16:creationId xmlns:a16="http://schemas.microsoft.com/office/drawing/2014/main" id="{6321F4EB-5B7D-459B-9D96-0898F890086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98B14177-210F-4318-AAB2-B7D8120E240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4" name="Connector: Elbow 143">
                    <a:extLst>
                      <a:ext uri="{FF2B5EF4-FFF2-40B4-BE49-F238E27FC236}">
                        <a16:creationId xmlns:a16="http://schemas.microsoft.com/office/drawing/2014/main" id="{01EB7CAF-D78E-4FC6-9241-521B8FC8E8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DE0880B0-875D-447A-BFBE-328D429B2D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F9C699EE-AF6A-493E-9862-602AFD7FC13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2" name="Connector: Elbow 141">
                    <a:extLst>
                      <a:ext uri="{FF2B5EF4-FFF2-40B4-BE49-F238E27FC236}">
                        <a16:creationId xmlns:a16="http://schemas.microsoft.com/office/drawing/2014/main" id="{F38AB76F-79FE-4BA1-ABFA-60CC926960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CEF23F69-88B3-452B-A42F-5177E0219C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40" name="Connector: Elbow 139">
                  <a:extLst>
                    <a:ext uri="{FF2B5EF4-FFF2-40B4-BE49-F238E27FC236}">
                      <a16:creationId xmlns:a16="http://schemas.microsoft.com/office/drawing/2014/main" id="{9523D862-EA5B-4AC3-BF91-13B5282D1C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2B2C8590-47FE-44C6-A690-2599305B9CCD}"/>
                </a:ext>
              </a:extLst>
            </p:cNvPr>
            <p:cNvGrpSpPr/>
            <p:nvPr/>
          </p:nvGrpSpPr>
          <p:grpSpPr>
            <a:xfrm>
              <a:off x="1390370" y="3360171"/>
              <a:ext cx="606953" cy="438231"/>
              <a:chOff x="1392657" y="757227"/>
              <a:chExt cx="1828800" cy="438231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E8D17810-397A-4C54-9354-F19979C82E60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EA523A84-7D7C-4BCB-87D6-B096C0C1E287}"/>
                      </a:ext>
                    </a:extLst>
                  </p:cNvPr>
                  <p:cNvSpPr txBox="1"/>
                  <p:nvPr/>
                </p:nvSpPr>
                <p:spPr>
                  <a:xfrm>
                    <a:off x="1614661" y="757227"/>
                    <a:ext cx="52944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EA523A84-7D7C-4BCB-87D6-B096C0C1E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4661" y="757227"/>
                    <a:ext cx="529441" cy="153888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7586" r="-2103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C6B2385C-5745-41F6-A882-3E30E37475F5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1" name="TextBox 190">
                      <a:extLst>
                        <a:ext uri="{FF2B5EF4-FFF2-40B4-BE49-F238E27FC236}">
                          <a16:creationId xmlns:a16="http://schemas.microsoft.com/office/drawing/2014/main" id="{A1144AFA-530C-4674-970A-CE362989C4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74949" y="932614"/>
                      <a:ext cx="322523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1" name="TextBox 190">
                      <a:extLst>
                        <a:ext uri="{FF2B5EF4-FFF2-40B4-BE49-F238E27FC236}">
                          <a16:creationId xmlns:a16="http://schemas.microsoft.com/office/drawing/2014/main" id="{A1144AFA-530C-4674-970A-CE362989C4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74949" y="932614"/>
                      <a:ext cx="322523" cy="16639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47059" r="-211765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Arrow Connector 191">
                  <a:extLst>
                    <a:ext uri="{FF2B5EF4-FFF2-40B4-BE49-F238E27FC236}">
                      <a16:creationId xmlns:a16="http://schemas.microsoft.com/office/drawing/2014/main" id="{6BCC39BB-8002-4186-AD93-4603A9F22006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48DFBF15-339B-4CCE-8471-4FBA6A30A948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9" name="TextBox 188">
                      <a:extLst>
                        <a:ext uri="{FF2B5EF4-FFF2-40B4-BE49-F238E27FC236}">
                          <a16:creationId xmlns:a16="http://schemas.microsoft.com/office/drawing/2014/main" id="{C7ADC3AB-0AF1-445C-9270-8A879EADC6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1285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89" name="TextBox 188">
                      <a:extLst>
                        <a:ext uri="{FF2B5EF4-FFF2-40B4-BE49-F238E27FC236}">
                          <a16:creationId xmlns:a16="http://schemas.microsoft.com/office/drawing/2014/main" id="{C7ADC3AB-0AF1-445C-9270-8A879EADC6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1285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3333" r="-2000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0" name="Straight Arrow Connector 189">
                  <a:extLst>
                    <a:ext uri="{FF2B5EF4-FFF2-40B4-BE49-F238E27FC236}">
                      <a16:creationId xmlns:a16="http://schemas.microsoft.com/office/drawing/2014/main" id="{5F75819A-D22F-49EF-AEC6-EEADA405FE74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69860032-B1FC-4081-B26C-028B7B82E445}"/>
                </a:ext>
              </a:extLst>
            </p:cNvPr>
            <p:cNvGrpSpPr/>
            <p:nvPr/>
          </p:nvGrpSpPr>
          <p:grpSpPr>
            <a:xfrm>
              <a:off x="126325" y="4118627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819A7CCC-EF81-4C28-B206-BABB9BA7A11D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=3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819A7CCC-EF81-4C28-B206-BABB9BA7A1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7200" t="-3226" r="-480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9DA95DE-4C96-404D-BAA8-6FB0CC8B1959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9DA95DE-4C96-404D-BAA8-6FB0CC8B19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29B28E2-AEDE-4A18-A1CC-BFF6A8DB6A96}"/>
                </a:ext>
              </a:extLst>
            </p:cNvPr>
            <p:cNvGrpSpPr/>
            <p:nvPr/>
          </p:nvGrpSpPr>
          <p:grpSpPr>
            <a:xfrm>
              <a:off x="9017205" y="3876619"/>
              <a:ext cx="3097707" cy="630797"/>
              <a:chOff x="9017205" y="1246561"/>
              <a:chExt cx="3097707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EA5223AD-0E8E-468A-AE89-854F01D40D91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711431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=0.33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EA5223AD-0E8E-468A-AE89-854F01D40D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711431" cy="23544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91" r="-356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59EBC4CE-D811-4866-AC57-D37246B3F849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0.33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59EBC4CE-D811-4866-AC57-D37246B3F8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772" t="-1923" r="-197" b="-134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EECDA4C-37A7-4932-BD91-E78A21F3BF20}"/>
              </a:ext>
            </a:extLst>
          </p:cNvPr>
          <p:cNvGrpSpPr/>
          <p:nvPr/>
        </p:nvGrpSpPr>
        <p:grpSpPr>
          <a:xfrm>
            <a:off x="126325" y="5489667"/>
            <a:ext cx="11864739" cy="1136279"/>
            <a:chOff x="126325" y="4579391"/>
            <a:chExt cx="11864739" cy="11362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231383-D5BE-4DF0-A5A2-F22BFD255280}"/>
                </a:ext>
              </a:extLst>
            </p:cNvPr>
            <p:cNvGrpSpPr/>
            <p:nvPr/>
          </p:nvGrpSpPr>
          <p:grpSpPr>
            <a:xfrm>
              <a:off x="1090399" y="4870542"/>
              <a:ext cx="7983217" cy="845128"/>
              <a:chOff x="1706349" y="4870542"/>
              <a:chExt cx="7983217" cy="845128"/>
            </a:xfrm>
          </p:grpSpPr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328C89BC-0B4A-43DC-BE8F-88D2357A6C9A}"/>
                  </a:ext>
                </a:extLst>
              </p:cNvPr>
              <p:cNvCxnSpPr/>
              <p:nvPr/>
            </p:nvCxnSpPr>
            <p:spPr>
              <a:xfrm>
                <a:off x="2008607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FAA1AB60-3C12-4A23-9224-4BF628B46E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5715670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18D3F5E2-7354-4D03-A50B-FD472ABBADBE}"/>
                  </a:ext>
                </a:extLst>
              </p:cNvPr>
              <p:cNvCxnSpPr/>
              <p:nvPr/>
            </p:nvCxnSpPr>
            <p:spPr>
              <a:xfrm>
                <a:off x="3837407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AC9FE82-6FF4-44B1-B01A-6FA0ED2B4A87}"/>
                  </a:ext>
                </a:extLst>
              </p:cNvPr>
              <p:cNvCxnSpPr/>
              <p:nvPr/>
            </p:nvCxnSpPr>
            <p:spPr>
              <a:xfrm>
                <a:off x="56662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A858BBB8-75CF-4EA5-B506-6D76DE00800A}"/>
                  </a:ext>
                </a:extLst>
              </p:cNvPr>
              <p:cNvCxnSpPr/>
              <p:nvPr/>
            </p:nvCxnSpPr>
            <p:spPr>
              <a:xfrm>
                <a:off x="74950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D7A65C76-FB4A-4BBF-B8D6-E0EF826FDB7C}"/>
                  </a:ext>
                </a:extLst>
              </p:cNvPr>
              <p:cNvCxnSpPr/>
              <p:nvPr/>
            </p:nvCxnSpPr>
            <p:spPr>
              <a:xfrm>
                <a:off x="93238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D78D9E8-44DE-40F7-B834-CE85776DD1A5}"/>
                  </a:ext>
                </a:extLst>
              </p:cNvPr>
              <p:cNvGrpSpPr/>
              <p:nvPr/>
            </p:nvGrpSpPr>
            <p:grpSpPr>
              <a:xfrm>
                <a:off x="2008606" y="5066446"/>
                <a:ext cx="7315201" cy="649224"/>
                <a:chOff x="2008607" y="1241499"/>
                <a:chExt cx="3657600" cy="649224"/>
              </a:xfrm>
            </p:grpSpPr>
            <p:grpSp>
              <p:nvGrpSpPr>
                <p:cNvPr id="160" name="Group 159">
                  <a:extLst>
                    <a:ext uri="{FF2B5EF4-FFF2-40B4-BE49-F238E27FC236}">
                      <a16:creationId xmlns:a16="http://schemas.microsoft.com/office/drawing/2014/main" id="{53C11AE2-B3DD-4B0A-BB99-C63CB203131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68" name="Connector: Elbow 167">
                    <a:extLst>
                      <a:ext uri="{FF2B5EF4-FFF2-40B4-BE49-F238E27FC236}">
                        <a16:creationId xmlns:a16="http://schemas.microsoft.com/office/drawing/2014/main" id="{88E9B431-8F60-403E-9E0A-A38A1C2264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EF08848B-7094-4A8B-9FB8-DE54DFCB6F3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6" name="Connector: Elbow 165">
                  <a:extLst>
                    <a:ext uri="{FF2B5EF4-FFF2-40B4-BE49-F238E27FC236}">
                      <a16:creationId xmlns:a16="http://schemas.microsoft.com/office/drawing/2014/main" id="{9CB3DE08-5607-4679-A4D3-0BF178A19E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374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3223122C-A4F4-4501-A799-8E6DD3CFF8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5066446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BED1C-259C-4337-80FB-9A1D7CF84B70}"/>
                  </a:ext>
                </a:extLst>
              </p:cNvPr>
              <p:cNvSpPr txBox="1"/>
              <p:nvPr/>
            </p:nvSpPr>
            <p:spPr>
              <a:xfrm>
                <a:off x="1706349" y="4919939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197357C2-4F48-42C3-B6FB-DFA6E71BF85E}"/>
                </a:ext>
              </a:extLst>
            </p:cNvPr>
            <p:cNvGrpSpPr/>
            <p:nvPr/>
          </p:nvGrpSpPr>
          <p:grpSpPr>
            <a:xfrm>
              <a:off x="1392656" y="4579391"/>
              <a:ext cx="3657587" cy="438231"/>
              <a:chOff x="1392657" y="757227"/>
              <a:chExt cx="1828800" cy="438231"/>
            </a:xfrm>
          </p:grpSpPr>
          <p:cxnSp>
            <p:nvCxnSpPr>
              <p:cNvPr id="194" name="Straight Arrow Connector 193">
                <a:extLst>
                  <a:ext uri="{FF2B5EF4-FFF2-40B4-BE49-F238E27FC236}">
                    <a16:creationId xmlns:a16="http://schemas.microsoft.com/office/drawing/2014/main" id="{AD7A036A-B666-4CC2-8883-B8297E1DD075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19AC117F-6B73-41E1-9DF3-F58DD005B31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19AC117F-6B73-41E1-9DF3-F58DD005B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C9280509-64AC-4005-8794-7C5D25AF7A18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638C8C2-B243-437A-9F9C-FC05F58642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638C8C2-B243-437A-9F9C-FC05F58642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1" name="Straight Arrow Connector 200">
                  <a:extLst>
                    <a:ext uri="{FF2B5EF4-FFF2-40B4-BE49-F238E27FC236}">
                      <a16:creationId xmlns:a16="http://schemas.microsoft.com/office/drawing/2014/main" id="{2A780CBD-A444-45E8-935E-FE407481C571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4A7FCAF1-6451-4041-871F-254D549A3616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C0DE2741-3463-4F76-8DC5-FF544C5A49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C0DE2741-3463-4F76-8DC5-FF544C5A49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9" name="Straight Arrow Connector 198">
                  <a:extLst>
                    <a:ext uri="{FF2B5EF4-FFF2-40B4-BE49-F238E27FC236}">
                      <a16:creationId xmlns:a16="http://schemas.microsoft.com/office/drawing/2014/main" id="{0BE43111-CAFC-458C-8F7E-125B8C1BBCE1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8FBDB50F-472B-4E3B-83A2-5567B7442840}"/>
                </a:ext>
              </a:extLst>
            </p:cNvPr>
            <p:cNvGrpSpPr/>
            <p:nvPr/>
          </p:nvGrpSpPr>
          <p:grpSpPr>
            <a:xfrm>
              <a:off x="126325" y="5310025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1894C7E8-346D-4985-A35F-99AA44195012}"/>
                      </a:ext>
                    </a:extLst>
                  </p:cNvPr>
                  <p:cNvSpPr txBox="1"/>
                  <p:nvPr/>
                </p:nvSpPr>
                <p:spPr>
                  <a:xfrm>
                    <a:off x="368315" y="1491383"/>
                    <a:ext cx="88774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=500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1894C7E8-346D-4985-A35F-99AA441950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315" y="1491383"/>
                    <a:ext cx="887744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5479" t="-3226" r="-411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DD2FE902-9077-4D94-8B47-368A79F92B24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DD2FE902-9077-4D94-8B47-368A79F92B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623076EF-88DF-4BA3-BDAA-E54468983045}"/>
                </a:ext>
              </a:extLst>
            </p:cNvPr>
            <p:cNvGrpSpPr/>
            <p:nvPr/>
          </p:nvGrpSpPr>
          <p:grpSpPr>
            <a:xfrm>
              <a:off x="9013069" y="5029809"/>
              <a:ext cx="2977995" cy="630797"/>
              <a:chOff x="9017205" y="1246561"/>
              <a:chExt cx="2977995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C4A07680-4A3E-40BA-A324-7748064DE66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628074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500 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=2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C4A07680-4A3E-40BA-A324-7748064DE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628074" cy="23544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2996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10425CBF-1F33-48AE-97EE-E9961A34E62B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297799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10425CBF-1F33-48AE-97EE-E9961A34E6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2977995" cy="31669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049" t="-1923" b="-1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136658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different Duty Cycle, same Frequency (1MHZ)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6FC33D2-DAC5-4BC4-BDD0-19FF43C18782}"/>
              </a:ext>
            </a:extLst>
          </p:cNvPr>
          <p:cNvGrpSpPr/>
          <p:nvPr/>
        </p:nvGrpSpPr>
        <p:grpSpPr>
          <a:xfrm>
            <a:off x="126326" y="665787"/>
            <a:ext cx="11918054" cy="1190646"/>
            <a:chOff x="126326" y="757227"/>
            <a:chExt cx="11918054" cy="119064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4CF3304-81D6-4DDF-926D-2987D66C71D6}"/>
                </a:ext>
              </a:extLst>
            </p:cNvPr>
            <p:cNvGrpSpPr/>
            <p:nvPr/>
          </p:nvGrpSpPr>
          <p:grpSpPr>
            <a:xfrm>
              <a:off x="126326" y="757227"/>
              <a:ext cx="11918054" cy="1190646"/>
              <a:chOff x="126326" y="757227"/>
              <a:chExt cx="11918054" cy="1190646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2CDC819-84D8-467A-B57C-836856800A2D}"/>
                  </a:ext>
                </a:extLst>
              </p:cNvPr>
              <p:cNvCxnSpPr/>
              <p:nvPr/>
            </p:nvCxnSpPr>
            <p:spPr>
              <a:xfrm>
                <a:off x="13926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68B7462-8152-46F1-917A-6D224B3F087D}"/>
                  </a:ext>
                </a:extLst>
              </p:cNvPr>
              <p:cNvCxnSpPr/>
              <p:nvPr/>
            </p:nvCxnSpPr>
            <p:spPr>
              <a:xfrm>
                <a:off x="32214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658EA02-B74C-4B03-BEE6-465F5BB4B74D}"/>
                  </a:ext>
                </a:extLst>
              </p:cNvPr>
              <p:cNvCxnSpPr/>
              <p:nvPr/>
            </p:nvCxnSpPr>
            <p:spPr>
              <a:xfrm>
                <a:off x="50502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FFEF7ED-BCC2-4607-A268-5C5899D41811}"/>
                  </a:ext>
                </a:extLst>
              </p:cNvPr>
              <p:cNvCxnSpPr/>
              <p:nvPr/>
            </p:nvCxnSpPr>
            <p:spPr>
              <a:xfrm>
                <a:off x="68790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F88695-69B7-4A28-85EE-6B363A0C9711}"/>
                  </a:ext>
                </a:extLst>
              </p:cNvPr>
              <p:cNvCxnSpPr/>
              <p:nvPr/>
            </p:nvCxnSpPr>
            <p:spPr>
              <a:xfrm>
                <a:off x="87078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ADBA9AA-E84C-4A0F-8E72-031DF11F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129864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3B889FB-E120-4A5C-8019-75E3014BAF82}"/>
                  </a:ext>
                </a:extLst>
              </p:cNvPr>
              <p:cNvGrpSpPr/>
              <p:nvPr/>
            </p:nvGrpSpPr>
            <p:grpSpPr>
              <a:xfrm>
                <a:off x="1090399" y="1152142"/>
                <a:ext cx="7617457" cy="795731"/>
                <a:chOff x="1090399" y="1152142"/>
                <a:chExt cx="7617457" cy="795731"/>
              </a:xfrm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F3C5DB29-15EF-43CA-B58C-EC0E5E01283D}"/>
                    </a:ext>
                  </a:extLst>
                </p:cNvPr>
                <p:cNvGrpSpPr/>
                <p:nvPr/>
              </p:nvGrpSpPr>
              <p:grpSpPr>
                <a:xfrm>
                  <a:off x="1392657" y="1298649"/>
                  <a:ext cx="7315199" cy="649224"/>
                  <a:chOff x="2008607" y="1241499"/>
                  <a:chExt cx="7315199" cy="649224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362EE0F3-554D-4439-B3EC-966ABAF8AF2A}"/>
                      </a:ext>
                    </a:extLst>
                  </p:cNvPr>
                  <p:cNvGrpSpPr/>
                  <p:nvPr/>
                </p:nvGrpSpPr>
                <p:grpSpPr>
                  <a:xfrm>
                    <a:off x="20086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3" name="Connector: Elbow 2">
                      <a:extLst>
                        <a:ext uri="{FF2B5EF4-FFF2-40B4-BE49-F238E27FC236}">
                          <a16:creationId xmlns:a16="http://schemas.microsoft.com/office/drawing/2014/main" id="{622C8A6C-BC7D-4212-A5E1-63D0EAC5215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" name="Straight Connector 9">
                      <a:extLst>
                        <a:ext uri="{FF2B5EF4-FFF2-40B4-BE49-F238E27FC236}">
                          <a16:creationId xmlns:a16="http://schemas.microsoft.com/office/drawing/2014/main" id="{D9AEE5BB-040A-494F-A4BD-ECDC1FA570E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85E1BBA7-AE56-4362-8644-9DDAF8737932}"/>
                      </a:ext>
                    </a:extLst>
                  </p:cNvPr>
                  <p:cNvGrpSpPr/>
                  <p:nvPr/>
                </p:nvGrpSpPr>
                <p:grpSpPr>
                  <a:xfrm>
                    <a:off x="38374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" name="Connector: Elbow 20">
                      <a:extLst>
                        <a:ext uri="{FF2B5EF4-FFF2-40B4-BE49-F238E27FC236}">
                          <a16:creationId xmlns:a16="http://schemas.microsoft.com/office/drawing/2014/main" id="{06A05BC6-5586-4237-A5A3-01DCB82055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C946D880-344D-43FA-B676-9605B7235F6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A7BF31D5-E610-4704-9639-637F90E53033}"/>
                      </a:ext>
                    </a:extLst>
                  </p:cNvPr>
                  <p:cNvGrpSpPr/>
                  <p:nvPr/>
                </p:nvGrpSpPr>
                <p:grpSpPr>
                  <a:xfrm>
                    <a:off x="5666206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32" name="Connector: Elbow 31">
                      <a:extLst>
                        <a:ext uri="{FF2B5EF4-FFF2-40B4-BE49-F238E27FC236}">
                          <a16:creationId xmlns:a16="http://schemas.microsoft.com/office/drawing/2014/main" id="{D70C8574-348D-4EB2-B89E-5FE2E89D1AF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" name="Straight Connector 32">
                      <a:extLst>
                        <a:ext uri="{FF2B5EF4-FFF2-40B4-BE49-F238E27FC236}">
                          <a16:creationId xmlns:a16="http://schemas.microsoft.com/office/drawing/2014/main" id="{0ADE47D6-2B9B-49F8-9831-6AFAF5DC9EE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5" name="Connector: Elbow 34">
                    <a:extLst>
                      <a:ext uri="{FF2B5EF4-FFF2-40B4-BE49-F238E27FC236}">
                        <a16:creationId xmlns:a16="http://schemas.microsoft.com/office/drawing/2014/main" id="{20B5E6B1-BDBB-4DA2-AB5A-AD4E6927E7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495006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0461C10-3CFF-4D44-981B-59E8BFD00152}"/>
                    </a:ext>
                  </a:extLst>
                </p:cNvPr>
                <p:cNvSpPr txBox="1"/>
                <p:nvPr/>
              </p:nvSpPr>
              <p:spPr>
                <a:xfrm>
                  <a:off x="1090399" y="1152142"/>
                  <a:ext cx="56303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>
                      <a:latin typeface="Segoe Condensed" panose="020B0606040200020203" pitchFamily="34" charset="0"/>
                    </a:rPr>
                    <a:t>V</a:t>
                  </a:r>
                  <a:r>
                    <a:rPr lang="en-US" sz="1200" baseline="-25000" dirty="0" err="1">
                      <a:latin typeface="Segoe Condensed" panose="020B0606040200020203" pitchFamily="34" charset="0"/>
                    </a:rPr>
                    <a:t>cc</a:t>
                  </a:r>
                  <a:endParaRPr lang="en-US" sz="1200" baseline="-25000" dirty="0">
                    <a:latin typeface="Segoe Condensed" panose="020B0606040200020203" pitchFamily="34" charset="0"/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8EDD4C9F-C2FA-4AAC-91B8-E17C581D17CE}"/>
                  </a:ext>
                </a:extLst>
              </p:cNvPr>
              <p:cNvGrpSpPr/>
              <p:nvPr/>
            </p:nvGrpSpPr>
            <p:grpSpPr>
              <a:xfrm>
                <a:off x="126326" y="1542228"/>
                <a:ext cx="1129733" cy="405645"/>
                <a:chOff x="126326" y="1491383"/>
                <a:chExt cx="1129733" cy="405645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44519789-D8FC-4039-9957-7502D4A937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1747" y="1491383"/>
                      <a:ext cx="764312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44519789-D8FC-4039-9957-7502D4A937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1747" y="1491383"/>
                      <a:ext cx="764312" cy="18466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200" t="-3333" r="-4800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1" name="TextBox 120">
                      <a:extLst>
                        <a:ext uri="{FF2B5EF4-FFF2-40B4-BE49-F238E27FC236}">
                          <a16:creationId xmlns:a16="http://schemas.microsoft.com/office/drawing/2014/main" id="{09C6E483-90E2-4DE2-B7B7-4E63854EA2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6326" y="1712362"/>
                      <a:ext cx="1129733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𝐷𝑢𝑡𝑦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𝐶𝑦𝑐𝑙𝑒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50%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121" name="TextBox 120">
                      <a:extLst>
                        <a:ext uri="{FF2B5EF4-FFF2-40B4-BE49-F238E27FC236}">
                          <a16:creationId xmlns:a16="http://schemas.microsoft.com/office/drawing/2014/main" id="{09C6E483-90E2-4DE2-B7B7-4E63854EA29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6326" y="1712362"/>
                      <a:ext cx="1129733" cy="18466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24" t="-3226" r="-3784" b="-290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EE88147C-4C4B-423E-9366-A9EED2124838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14BE10E-3723-49C8-9B9F-AC6DDCBEEA8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14BE10E-3723-49C8-9B9F-AC6DDCBEEA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DC119378-9011-4FD1-86A3-3F358C744D6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DC119378-9011-4FD1-86A3-3F358C744D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44BF0D4F-BF0B-4564-BD21-13B282CF0572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7D46186D-9F2E-4595-9B7D-1C01F187C4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7D46186D-9F2E-4595-9B7D-1C01F187C4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0870" r="-2174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1" name="Straight Arrow Connector 200">
                  <a:extLst>
                    <a:ext uri="{FF2B5EF4-FFF2-40B4-BE49-F238E27FC236}">
                      <a16:creationId xmlns:a16="http://schemas.microsoft.com/office/drawing/2014/main" id="{0D18040B-6B2D-4B4C-A514-63E14EDA6254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42E155B-2179-449C-B233-BF5D16AD3DFC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2" name="TextBox 201">
                      <a:extLst>
                        <a:ext uri="{FF2B5EF4-FFF2-40B4-BE49-F238E27FC236}">
                          <a16:creationId xmlns:a16="http://schemas.microsoft.com/office/drawing/2014/main" id="{F452A767-CB32-43EE-BBE9-F14113D57B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2" name="TextBox 201">
                      <a:extLst>
                        <a:ext uri="{FF2B5EF4-FFF2-40B4-BE49-F238E27FC236}">
                          <a16:creationId xmlns:a16="http://schemas.microsoft.com/office/drawing/2014/main" id="{F452A767-CB32-43EE-BBE9-F14113D57B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3" name="Straight Arrow Connector 202">
                  <a:extLst>
                    <a:ext uri="{FF2B5EF4-FFF2-40B4-BE49-F238E27FC236}">
                      <a16:creationId xmlns:a16="http://schemas.microsoft.com/office/drawing/2014/main" id="{C1C1726D-FDFB-43DF-BC1D-76026CB9B87D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1715E824-94BF-4B5F-9F07-206A80F75C1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1715E824-94BF-4B5F-9F07-206A80F75C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811" t="-5769" b="-173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194787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090399" y="24456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5CBB041-FE0E-49BC-AC54-6F54BE3B18D4}"/>
              </a:ext>
            </a:extLst>
          </p:cNvPr>
          <p:cNvGrpSpPr/>
          <p:nvPr/>
        </p:nvGrpSpPr>
        <p:grpSpPr>
          <a:xfrm>
            <a:off x="126326" y="2264714"/>
            <a:ext cx="11988586" cy="1192794"/>
            <a:chOff x="126326" y="2048539"/>
            <a:chExt cx="11988586" cy="119279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6651A0-6B5C-4E36-9D79-E75501EDD86B}"/>
                </a:ext>
              </a:extLst>
            </p:cNvPr>
            <p:cNvCxnSpPr/>
            <p:nvPr/>
          </p:nvCxnSpPr>
          <p:spPr>
            <a:xfrm>
              <a:off x="1392657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A8B1865-ABFA-448C-9427-A61EC5D9B77C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324133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EAC341-9EA4-4DEC-A2F4-D31F6736AAFC}"/>
                </a:ext>
              </a:extLst>
            </p:cNvPr>
            <p:cNvCxnSpPr/>
            <p:nvPr/>
          </p:nvCxnSpPr>
          <p:spPr>
            <a:xfrm>
              <a:off x="3221457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8F6DB0D-1475-4F46-B39B-84AFF61E185F}"/>
                </a:ext>
              </a:extLst>
            </p:cNvPr>
            <p:cNvCxnSpPr/>
            <p:nvPr/>
          </p:nvCxnSpPr>
          <p:spPr>
            <a:xfrm>
              <a:off x="50502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398A648-8059-428E-9DCE-FDA7F74CC846}"/>
                </a:ext>
              </a:extLst>
            </p:cNvPr>
            <p:cNvCxnSpPr/>
            <p:nvPr/>
          </p:nvCxnSpPr>
          <p:spPr>
            <a:xfrm>
              <a:off x="68790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AEDAEB5-7A19-4B4D-9A98-DDEF91A93142}"/>
                </a:ext>
              </a:extLst>
            </p:cNvPr>
            <p:cNvCxnSpPr/>
            <p:nvPr/>
          </p:nvCxnSpPr>
          <p:spPr>
            <a:xfrm>
              <a:off x="87078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B6187DF-5FE9-4CE8-A1C1-709E45805AA4}"/>
                </a:ext>
              </a:extLst>
            </p:cNvPr>
            <p:cNvGrpSpPr/>
            <p:nvPr/>
          </p:nvGrpSpPr>
          <p:grpSpPr>
            <a:xfrm>
              <a:off x="1392657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0" name="Connector: Elbow 169">
                <a:extLst>
                  <a:ext uri="{FF2B5EF4-FFF2-40B4-BE49-F238E27FC236}">
                    <a16:creationId xmlns:a16="http://schemas.microsoft.com/office/drawing/2014/main" id="{CDB2FDB9-6806-4BFA-87CD-B4C4889D6A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FEEFF1E8-12B2-4631-A7F6-745C17918989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FF857C35-6C7E-41FD-A8AC-73601ECBEFFF}"/>
                </a:ext>
              </a:extLst>
            </p:cNvPr>
            <p:cNvGrpSpPr/>
            <p:nvPr/>
          </p:nvGrpSpPr>
          <p:grpSpPr>
            <a:xfrm>
              <a:off x="3221457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3" name="Connector: Elbow 172">
                <a:extLst>
                  <a:ext uri="{FF2B5EF4-FFF2-40B4-BE49-F238E27FC236}">
                    <a16:creationId xmlns:a16="http://schemas.microsoft.com/office/drawing/2014/main" id="{3393531B-9A6B-4BB5-BAF2-E585670248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8153690D-2FE8-4497-AF54-16743DF21043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6E9A3DA9-8767-4B71-AD6D-A7DB6A954605}"/>
                </a:ext>
              </a:extLst>
            </p:cNvPr>
            <p:cNvGrpSpPr/>
            <p:nvPr/>
          </p:nvGrpSpPr>
          <p:grpSpPr>
            <a:xfrm>
              <a:off x="5050256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6" name="Connector: Elbow 175">
                <a:extLst>
                  <a:ext uri="{FF2B5EF4-FFF2-40B4-BE49-F238E27FC236}">
                    <a16:creationId xmlns:a16="http://schemas.microsoft.com/office/drawing/2014/main" id="{CAC0BEBF-DE49-4A64-B271-D4090E547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7CF6974-5B10-466C-8074-F4AA6F525325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9" name="Connector: Elbow 178">
              <a:extLst>
                <a:ext uri="{FF2B5EF4-FFF2-40B4-BE49-F238E27FC236}">
                  <a16:creationId xmlns:a16="http://schemas.microsoft.com/office/drawing/2014/main" id="{641D25F0-3299-4E01-8862-01C0267B5D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9056" y="259709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FFBA5EA-6545-4B61-B253-FA5CAA87AF8A}"/>
                    </a:ext>
                  </a:extLst>
                </p:cNvPr>
                <p:cNvSpPr txBox="1"/>
                <p:nvPr/>
              </p:nvSpPr>
              <p:spPr>
                <a:xfrm>
                  <a:off x="9017205" y="2548950"/>
                  <a:ext cx="1544718" cy="2354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𝑀𝐻𝑧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 µ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FFBA5EA-6545-4B61-B253-FA5CAA87AF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2548950"/>
                  <a:ext cx="1544718" cy="235449"/>
                </a:xfrm>
                <a:prstGeom prst="rect">
                  <a:avLst/>
                </a:prstGeom>
                <a:blipFill>
                  <a:blip r:embed="rId10"/>
                  <a:stretch>
                    <a:fillRect l="-2756" r="-394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CB8B52AD-F7F8-4F30-BF60-13E1E6DEF9FC}"/>
                    </a:ext>
                  </a:extLst>
                </p:cNvPr>
                <p:cNvSpPr txBox="1"/>
                <p:nvPr/>
              </p:nvSpPr>
              <p:spPr>
                <a:xfrm>
                  <a:off x="9017205" y="2863057"/>
                  <a:ext cx="3097707" cy="3166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 →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25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CB8B52AD-F7F8-4F30-BF60-13E1E6DEF9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2863057"/>
                  <a:ext cx="3097707" cy="316690"/>
                </a:xfrm>
                <a:prstGeom prst="rect">
                  <a:avLst/>
                </a:prstGeom>
                <a:blipFill>
                  <a:blip r:embed="rId11"/>
                  <a:stretch>
                    <a:fillRect l="-1772" t="-3846" b="-173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7873E20-9510-4423-B8E5-FDB7B4D8E91E}"/>
                </a:ext>
              </a:extLst>
            </p:cNvPr>
            <p:cNvGrpSpPr/>
            <p:nvPr/>
          </p:nvGrpSpPr>
          <p:grpSpPr>
            <a:xfrm>
              <a:off x="126326" y="2835688"/>
              <a:ext cx="1129733" cy="405645"/>
              <a:chOff x="126326" y="2793241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57AC387-B5E4-497E-85AB-9397787EE253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2793241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57AC387-B5E4-497E-85AB-9397787EE2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2793241"/>
                    <a:ext cx="764312" cy="18466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7200" t="-6667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20EB1B4D-F311-4E23-A2AD-D87129DB5C0C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3014220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25%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20EB1B4D-F311-4E23-A2AD-D87129DB5C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3014220"/>
                    <a:ext cx="1129733" cy="1846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4324" t="-3333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2B2CB8A-B4A1-41F0-9538-1F1960E3343E}"/>
                </a:ext>
              </a:extLst>
            </p:cNvPr>
            <p:cNvGrpSpPr/>
            <p:nvPr/>
          </p:nvGrpSpPr>
          <p:grpSpPr>
            <a:xfrm>
              <a:off x="1368363" y="2048539"/>
              <a:ext cx="1853094" cy="543570"/>
              <a:chOff x="1368363" y="2048539"/>
              <a:chExt cx="1853094" cy="54357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16F408B-089A-495E-AA38-236ADB04A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259210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B4A9BB90-5868-49A9-BBC5-410E25548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2589961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Arrow Connector 148">
                <a:extLst>
                  <a:ext uri="{FF2B5EF4-FFF2-40B4-BE49-F238E27FC236}">
                    <a16:creationId xmlns:a16="http://schemas.microsoft.com/office/drawing/2014/main" id="{F27F9DDE-4884-4FC1-9F7D-4AE7B1897D80}"/>
                  </a:ext>
                </a:extLst>
              </p:cNvPr>
              <p:cNvCxnSpPr/>
              <p:nvPr/>
            </p:nvCxnSpPr>
            <p:spPr>
              <a:xfrm>
                <a:off x="1392657" y="2238139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654428F4-507D-4758-8BF5-9A1B5C41FF13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2048539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654428F4-507D-4758-8BF5-9A1B5C41FF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2048539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86A6302E-09B6-415C-9F7D-609C13241A85}"/>
                  </a:ext>
                </a:extLst>
              </p:cNvPr>
              <p:cNvGrpSpPr/>
              <p:nvPr/>
            </p:nvGrpSpPr>
            <p:grpSpPr>
              <a:xfrm>
                <a:off x="1392657" y="2281076"/>
                <a:ext cx="13716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777834A3-CA2B-4496-9A5A-B9CF216CB3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777834A3-CA2B-4496-9A5A-B9CF216CB31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3" name="Straight Arrow Connector 152">
                  <a:extLst>
                    <a:ext uri="{FF2B5EF4-FFF2-40B4-BE49-F238E27FC236}">
                      <a16:creationId xmlns:a16="http://schemas.microsoft.com/office/drawing/2014/main" id="{CED05585-3D6F-4EDE-ABC6-5720B0057E60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1D97C17B-481A-42AC-B21C-687D837B83E6}"/>
                  </a:ext>
                </a:extLst>
              </p:cNvPr>
              <p:cNvGrpSpPr/>
              <p:nvPr/>
            </p:nvGrpSpPr>
            <p:grpSpPr>
              <a:xfrm>
                <a:off x="2764257" y="2281076"/>
                <a:ext cx="4572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5" name="TextBox 154">
                      <a:extLst>
                        <a:ext uri="{FF2B5EF4-FFF2-40B4-BE49-F238E27FC236}">
                          <a16:creationId xmlns:a16="http://schemas.microsoft.com/office/drawing/2014/main" id="{BEEBB0B5-F83C-45FB-80B3-EC6B11113A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8201" y="823575"/>
                      <a:ext cx="645048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5" name="TextBox 154">
                      <a:extLst>
                        <a:ext uri="{FF2B5EF4-FFF2-40B4-BE49-F238E27FC236}">
                          <a16:creationId xmlns:a16="http://schemas.microsoft.com/office/drawing/2014/main" id="{BEEBB0B5-F83C-45FB-80B3-EC6B11113A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8201" y="823575"/>
                      <a:ext cx="645048" cy="16639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7547" r="-5660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Arrow Connector 155">
                  <a:extLst>
                    <a:ext uri="{FF2B5EF4-FFF2-40B4-BE49-F238E27FC236}">
                      <a16:creationId xmlns:a16="http://schemas.microsoft.com/office/drawing/2014/main" id="{EC6CF660-05C8-40A0-B815-26B78CBA50C9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F4A424-9C24-4009-8073-2F67CEAD747A}"/>
              </a:ext>
            </a:extLst>
          </p:cNvPr>
          <p:cNvGrpSpPr/>
          <p:nvPr/>
        </p:nvGrpSpPr>
        <p:grpSpPr>
          <a:xfrm>
            <a:off x="126326" y="3865789"/>
            <a:ext cx="11988586" cy="1167962"/>
            <a:chOff x="126326" y="3410966"/>
            <a:chExt cx="11988586" cy="116796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8F5B6E6-5469-4D88-AB5E-ECCF81B5ADB6}"/>
                </a:ext>
              </a:extLst>
            </p:cNvPr>
            <p:cNvGrpSpPr/>
            <p:nvPr/>
          </p:nvGrpSpPr>
          <p:grpSpPr>
            <a:xfrm>
              <a:off x="126326" y="3410966"/>
              <a:ext cx="11988586" cy="1167962"/>
              <a:chOff x="126326" y="3410966"/>
              <a:chExt cx="11988586" cy="1167962"/>
            </a:xfrm>
          </p:grpSpPr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6BD15DDD-9CAF-438A-A127-EA763AE3F88D}"/>
                  </a:ext>
                </a:extLst>
              </p:cNvPr>
              <p:cNvCxnSpPr/>
              <p:nvPr/>
            </p:nvCxnSpPr>
            <p:spPr>
              <a:xfrm>
                <a:off x="1392657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2A768922-4A3D-4940-B8E3-84DDFC096997}"/>
                  </a:ext>
                </a:extLst>
              </p:cNvPr>
              <p:cNvCxnSpPr/>
              <p:nvPr/>
            </p:nvCxnSpPr>
            <p:spPr>
              <a:xfrm>
                <a:off x="3221457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3EF7702-6C09-4492-9A48-E25383AB2B44}"/>
                  </a:ext>
                </a:extLst>
              </p:cNvPr>
              <p:cNvCxnSpPr/>
              <p:nvPr/>
            </p:nvCxnSpPr>
            <p:spPr>
              <a:xfrm>
                <a:off x="50502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A738E0EF-F4A5-414A-84D3-0FCCF61AC1AF}"/>
                  </a:ext>
                </a:extLst>
              </p:cNvPr>
              <p:cNvCxnSpPr/>
              <p:nvPr/>
            </p:nvCxnSpPr>
            <p:spPr>
              <a:xfrm>
                <a:off x="68790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CE3B4996-FE54-4451-B6EE-7A1A6B98DF18}"/>
                  </a:ext>
                </a:extLst>
              </p:cNvPr>
              <p:cNvCxnSpPr/>
              <p:nvPr/>
            </p:nvCxnSpPr>
            <p:spPr>
              <a:xfrm>
                <a:off x="87078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E4E100A3-88C8-493B-9FD6-418A797CA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3929704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D033016-2CC0-4EA3-8763-17089D84776E}"/>
                  </a:ext>
                </a:extLst>
              </p:cNvPr>
              <p:cNvSpPr txBox="1"/>
              <p:nvPr/>
            </p:nvSpPr>
            <p:spPr>
              <a:xfrm>
                <a:off x="1090399" y="3783197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5AA25467-1969-4616-A082-B585905377BB}"/>
                  </a:ext>
                </a:extLst>
              </p:cNvPr>
              <p:cNvGrpSpPr/>
              <p:nvPr/>
            </p:nvGrpSpPr>
            <p:grpSpPr>
              <a:xfrm>
                <a:off x="1392657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82" name="Connector: Elbow 181">
                  <a:extLst>
                    <a:ext uri="{FF2B5EF4-FFF2-40B4-BE49-F238E27FC236}">
                      <a16:creationId xmlns:a16="http://schemas.microsoft.com/office/drawing/2014/main" id="{90D3663B-073B-480E-B7D4-3B9C35F1A2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86E30778-F9D0-4499-BB45-D367234DB70A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5C58635C-54DB-42C9-A0EC-9831540295AA}"/>
                  </a:ext>
                </a:extLst>
              </p:cNvPr>
              <p:cNvGrpSpPr/>
              <p:nvPr/>
            </p:nvGrpSpPr>
            <p:grpSpPr>
              <a:xfrm>
                <a:off x="3221457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85" name="Connector: Elbow 184">
                  <a:extLst>
                    <a:ext uri="{FF2B5EF4-FFF2-40B4-BE49-F238E27FC236}">
                      <a16:creationId xmlns:a16="http://schemas.microsoft.com/office/drawing/2014/main" id="{268B84BD-F996-4566-9D33-C3E57134C9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8AAD360A-2831-460A-9E23-70FA11655789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2E04343C-47F3-4E4F-9B97-90D288D64150}"/>
                  </a:ext>
                </a:extLst>
              </p:cNvPr>
              <p:cNvGrpSpPr/>
              <p:nvPr/>
            </p:nvGrpSpPr>
            <p:grpSpPr>
              <a:xfrm>
                <a:off x="5050256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92" name="Connector: Elbow 191">
                  <a:extLst>
                    <a:ext uri="{FF2B5EF4-FFF2-40B4-BE49-F238E27FC236}">
                      <a16:creationId xmlns:a16="http://schemas.microsoft.com/office/drawing/2014/main" id="{A938D9FB-BB92-479E-A367-8F7CB974A2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6BD8A340-045A-44B2-9738-74996C75C1DE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5" name="Connector: Elbow 194">
                <a:extLst>
                  <a:ext uri="{FF2B5EF4-FFF2-40B4-BE49-F238E27FC236}">
                    <a16:creationId xmlns:a16="http://schemas.microsoft.com/office/drawing/2014/main" id="{D36E7820-39CE-459E-963B-F018351F45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9056" y="3934692"/>
                <a:ext cx="1828800" cy="644236"/>
              </a:xfrm>
              <a:prstGeom prst="bentConnector3">
                <a:avLst>
                  <a:gd name="adj1" fmla="val 9008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DD0FBFE7-F28A-4607-B22D-DC61C860E75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3875084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DD0FBFE7-F28A-4607-B22D-DC61C860E7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3875084"/>
                    <a:ext cx="1544718" cy="23544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5AC29F7D-1C97-4EAF-8380-E610D26D9C1F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4189191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5AC29F7D-1C97-4EAF-8380-E610D26D9C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4189191"/>
                    <a:ext cx="3097707" cy="31669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772" t="-1923" b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80DED0E-D0FD-4352-846D-DEBA8503F729}"/>
                  </a:ext>
                </a:extLst>
              </p:cNvPr>
              <p:cNvGrpSpPr/>
              <p:nvPr/>
            </p:nvGrpSpPr>
            <p:grpSpPr>
              <a:xfrm>
                <a:off x="126326" y="4173283"/>
                <a:ext cx="1129733" cy="405645"/>
                <a:chOff x="126326" y="4149220"/>
                <a:chExt cx="1129733" cy="405645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F3CAE91C-AB07-4FF3-B9A8-B25CAA6956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1747" y="4149220"/>
                      <a:ext cx="764312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F3CAE91C-AB07-4FF3-B9A8-B25CAA6956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1747" y="4149220"/>
                      <a:ext cx="764312" cy="18466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200" t="-3333" r="-4800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EBB65551-7731-474A-9872-DAAD6739C5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6326" y="4370199"/>
                      <a:ext cx="1129733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𝐷𝑢𝑡𝑦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𝐶𝑦𝑐𝑙𝑒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10%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EBB65551-7731-474A-9872-DAAD6739C5F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6326" y="4370199"/>
                      <a:ext cx="1129733" cy="18466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4324" t="-3226" r="-3243" b="-290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0" name="Straight Arrow Connector 159">
                <a:extLst>
                  <a:ext uri="{FF2B5EF4-FFF2-40B4-BE49-F238E27FC236}">
                    <a16:creationId xmlns:a16="http://schemas.microsoft.com/office/drawing/2014/main" id="{CDFAA645-CF15-453E-A554-1F6B966D29B5}"/>
                  </a:ext>
                </a:extLst>
              </p:cNvPr>
              <p:cNvCxnSpPr/>
              <p:nvPr/>
            </p:nvCxnSpPr>
            <p:spPr>
              <a:xfrm>
                <a:off x="1392657" y="3600566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4563A66F-2C01-41F2-A089-B7E8DAFB384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3410966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4563A66F-2C01-41F2-A089-B7E8DAFB38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3410966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DF9C0994-3952-4DAB-A0E3-2CEFAD49CC0A}"/>
                  </a:ext>
                </a:extLst>
              </p:cNvPr>
              <p:cNvGrpSpPr/>
              <p:nvPr/>
            </p:nvGrpSpPr>
            <p:grpSpPr>
              <a:xfrm>
                <a:off x="1392657" y="3643503"/>
                <a:ext cx="1645920" cy="205694"/>
                <a:chOff x="2008607" y="932614"/>
                <a:chExt cx="109728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6" name="TextBox 165">
                      <a:extLst>
                        <a:ext uri="{FF2B5EF4-FFF2-40B4-BE49-F238E27FC236}">
                          <a16:creationId xmlns:a16="http://schemas.microsoft.com/office/drawing/2014/main" id="{79E56288-DCAF-4155-BC90-704D373234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18644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6" name="TextBox 165">
                      <a:extLst>
                        <a:ext uri="{FF2B5EF4-FFF2-40B4-BE49-F238E27FC236}">
                          <a16:creationId xmlns:a16="http://schemas.microsoft.com/office/drawing/2014/main" id="{79E56288-DCAF-4155-BC90-704D373234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18644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7" name="Straight Arrow Connector 166">
                  <a:extLst>
                    <a:ext uri="{FF2B5EF4-FFF2-40B4-BE49-F238E27FC236}">
                      <a16:creationId xmlns:a16="http://schemas.microsoft.com/office/drawing/2014/main" id="{C15B5204-A0B8-41FB-AFD7-824081484B38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109728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58463B6F-A3B3-4233-824F-794B49E5E216}"/>
                  </a:ext>
                </a:extLst>
              </p:cNvPr>
              <p:cNvGrpSpPr/>
              <p:nvPr/>
            </p:nvGrpSpPr>
            <p:grpSpPr>
              <a:xfrm>
                <a:off x="2964767" y="3643503"/>
                <a:ext cx="322524" cy="205694"/>
                <a:chOff x="3086533" y="823575"/>
                <a:chExt cx="645048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C4BB69CD-6768-4CC4-9573-F36EE65ABA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86533" y="823575"/>
                      <a:ext cx="645048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C4BB69CD-6768-4CC4-9573-F36EE65ABA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6533" y="823575"/>
                      <a:ext cx="645048" cy="16639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5" name="Straight Arrow Connector 164">
                  <a:extLst>
                    <a:ext uri="{FF2B5EF4-FFF2-40B4-BE49-F238E27FC236}">
                      <a16:creationId xmlns:a16="http://schemas.microsoft.com/office/drawing/2014/main" id="{2ECB8553-12AE-4C8B-A15F-096F54798C63}"/>
                    </a:ext>
                  </a:extLst>
                </p:cNvPr>
                <p:cNvCxnSpPr/>
                <p:nvPr/>
              </p:nvCxnSpPr>
              <p:spPr>
                <a:xfrm>
                  <a:off x="3231699" y="1029269"/>
                  <a:ext cx="36576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4248D898-0065-45C8-9C5F-F019B86AF4D7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4578928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21712B-9BD3-4ACB-8B55-9A8E27A93248}"/>
              </a:ext>
            </a:extLst>
          </p:cNvPr>
          <p:cNvGrpSpPr/>
          <p:nvPr/>
        </p:nvGrpSpPr>
        <p:grpSpPr>
          <a:xfrm>
            <a:off x="126326" y="5442031"/>
            <a:ext cx="11988586" cy="1183915"/>
            <a:chOff x="126326" y="4710511"/>
            <a:chExt cx="11988586" cy="1183915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DCD62D7-F276-4D6D-80C3-3A7297E4EAE2}"/>
                </a:ext>
              </a:extLst>
            </p:cNvPr>
            <p:cNvCxnSpPr/>
            <p:nvPr/>
          </p:nvCxnSpPr>
          <p:spPr>
            <a:xfrm>
              <a:off x="1392657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2B990216-E4DE-4BBE-A096-45BABAF00B8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5894426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8B33561-4154-4DD2-B285-89FE965D4982}"/>
                </a:ext>
              </a:extLst>
            </p:cNvPr>
            <p:cNvCxnSpPr/>
            <p:nvPr/>
          </p:nvCxnSpPr>
          <p:spPr>
            <a:xfrm>
              <a:off x="3221457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7E673BB4-A559-4F4C-B2B4-2BB3F67CF3F4}"/>
                </a:ext>
              </a:extLst>
            </p:cNvPr>
            <p:cNvCxnSpPr/>
            <p:nvPr/>
          </p:nvCxnSpPr>
          <p:spPr>
            <a:xfrm>
              <a:off x="50502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8FFCAB69-B764-44E0-947E-296650743826}"/>
                </a:ext>
              </a:extLst>
            </p:cNvPr>
            <p:cNvCxnSpPr/>
            <p:nvPr/>
          </p:nvCxnSpPr>
          <p:spPr>
            <a:xfrm>
              <a:off x="68790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0139E27-351E-4AF0-8EB5-1964D87B6D30}"/>
                </a:ext>
              </a:extLst>
            </p:cNvPr>
            <p:cNvCxnSpPr/>
            <p:nvPr/>
          </p:nvCxnSpPr>
          <p:spPr>
            <a:xfrm>
              <a:off x="87078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3808E4C6-A01C-418B-93F1-88AFA546ED79}"/>
                </a:ext>
              </a:extLst>
            </p:cNvPr>
            <p:cNvCxnSpPr>
              <a:cxnSpLocks/>
            </p:cNvCxnSpPr>
            <p:nvPr/>
          </p:nvCxnSpPr>
          <p:spPr>
            <a:xfrm>
              <a:off x="1368363" y="5245202"/>
              <a:ext cx="4572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EAB8FA7-6490-4F0F-A75A-E1BD58923241}"/>
                </a:ext>
              </a:extLst>
            </p:cNvPr>
            <p:cNvSpPr txBox="1"/>
            <p:nvPr/>
          </p:nvSpPr>
          <p:spPr>
            <a:xfrm>
              <a:off x="1090399" y="5098695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E3C2A3D-2D08-4AC5-9185-9B3C6C5C262E}"/>
                </a:ext>
              </a:extLst>
            </p:cNvPr>
            <p:cNvGrpSpPr/>
            <p:nvPr/>
          </p:nvGrpSpPr>
          <p:grpSpPr>
            <a:xfrm>
              <a:off x="1392657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06" name="Connector: Elbow 105">
                <a:extLst>
                  <a:ext uri="{FF2B5EF4-FFF2-40B4-BE49-F238E27FC236}">
                    <a16:creationId xmlns:a16="http://schemas.microsoft.com/office/drawing/2014/main" id="{271DAF6C-6F93-475C-906C-942E4D0BBD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49E2B50-5F28-4844-88F9-CE08B3F3C037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30608730-8D96-48F9-8B9C-654585E4E4CE}"/>
                    </a:ext>
                  </a:extLst>
                </p:cNvPr>
                <p:cNvSpPr txBox="1"/>
                <p:nvPr/>
              </p:nvSpPr>
              <p:spPr>
                <a:xfrm>
                  <a:off x="9017205" y="5190582"/>
                  <a:ext cx="1544718" cy="2354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𝑀𝐻𝑧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 µ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30608730-8D96-48F9-8B9C-654585E4E4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5190582"/>
                  <a:ext cx="1544718" cy="235449"/>
                </a:xfrm>
                <a:prstGeom prst="rect">
                  <a:avLst/>
                </a:prstGeom>
                <a:blipFill>
                  <a:blip r:embed="rId5"/>
                  <a:stretch>
                    <a:fillRect l="-2756" r="-394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3ACCE541-072C-42AC-AE5C-9D53EF0D3450}"/>
                    </a:ext>
                  </a:extLst>
                </p:cNvPr>
                <p:cNvSpPr txBox="1"/>
                <p:nvPr/>
              </p:nvSpPr>
              <p:spPr>
                <a:xfrm>
                  <a:off x="9017205" y="5504689"/>
                  <a:ext cx="3097707" cy="3166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 →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85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85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3ACCE541-072C-42AC-AE5C-9D53EF0D3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5504689"/>
                  <a:ext cx="3097707" cy="316690"/>
                </a:xfrm>
                <a:prstGeom prst="rect">
                  <a:avLst/>
                </a:prstGeom>
                <a:blipFill>
                  <a:blip r:embed="rId19"/>
                  <a:stretch>
                    <a:fillRect l="-1772" t="-3846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1860F765-C597-4416-8B64-C50DE778C3F5}"/>
                </a:ext>
              </a:extLst>
            </p:cNvPr>
            <p:cNvGrpSpPr/>
            <p:nvPr/>
          </p:nvGrpSpPr>
          <p:grpSpPr>
            <a:xfrm>
              <a:off x="126326" y="5488781"/>
              <a:ext cx="1129733" cy="405645"/>
              <a:chOff x="126326" y="4149220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CF9093C3-0B6C-44EB-8671-E0B18FDE351B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4149220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CF9093C3-0B6C-44EB-8671-E0B18FDE35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4149220"/>
                    <a:ext cx="764312" cy="18466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7200" t="-3226" r="-480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F65B8929-11F0-4C09-9933-AAE2C9439C34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4370199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85%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F65B8929-11F0-4C09-9933-AAE2C9439C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4370199"/>
                    <a:ext cx="1129733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852105F-190F-4D97-8E1D-D7B7D883D584}"/>
                </a:ext>
              </a:extLst>
            </p:cNvPr>
            <p:cNvGrpSpPr/>
            <p:nvPr/>
          </p:nvGrpSpPr>
          <p:grpSpPr>
            <a:xfrm>
              <a:off x="3221457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24" name="Connector: Elbow 123">
                <a:extLst>
                  <a:ext uri="{FF2B5EF4-FFF2-40B4-BE49-F238E27FC236}">
                    <a16:creationId xmlns:a16="http://schemas.microsoft.com/office/drawing/2014/main" id="{8E36A3D7-F590-4480-ABC6-A8FC12A749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84BC091D-D5D2-4165-8A0E-CA4626F960DA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AADD6B29-9C40-48F6-8C93-797E35E53209}"/>
                </a:ext>
              </a:extLst>
            </p:cNvPr>
            <p:cNvGrpSpPr/>
            <p:nvPr/>
          </p:nvGrpSpPr>
          <p:grpSpPr>
            <a:xfrm>
              <a:off x="5050256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27" name="Connector: Elbow 126">
                <a:extLst>
                  <a:ext uri="{FF2B5EF4-FFF2-40B4-BE49-F238E27FC236}">
                    <a16:creationId xmlns:a16="http://schemas.microsoft.com/office/drawing/2014/main" id="{A1D6C0C1-CD78-456A-A0CD-0B558D64A8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9B001B2C-DCA6-4523-9F84-75CCB5EB5CC8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8A1B09A4-CF50-4C65-91F5-5BE384D81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9056" y="5250190"/>
              <a:ext cx="1828800" cy="644236"/>
            </a:xfrm>
            <a:prstGeom prst="bentConnector3">
              <a:avLst>
                <a:gd name="adj1" fmla="val 15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5741AD66-F3B1-4EC2-8EC7-82E6D6535CB7}"/>
                </a:ext>
              </a:extLst>
            </p:cNvPr>
            <p:cNvCxnSpPr/>
            <p:nvPr/>
          </p:nvCxnSpPr>
          <p:spPr>
            <a:xfrm>
              <a:off x="1391223" y="4900111"/>
              <a:ext cx="18288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15E951E-0B34-4B00-A4A2-17B4700DA24D}"/>
                    </a:ext>
                  </a:extLst>
                </p:cNvPr>
                <p:cNvSpPr txBox="1"/>
                <p:nvPr/>
              </p:nvSpPr>
              <p:spPr>
                <a:xfrm>
                  <a:off x="1995889" y="4710511"/>
                  <a:ext cx="52944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𝑃𝑒𝑟𝑖𝑜𝑑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15E951E-0B34-4B00-A4A2-17B4700DA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5889" y="4710511"/>
                  <a:ext cx="529440" cy="153888"/>
                </a:xfrm>
                <a:prstGeom prst="rect">
                  <a:avLst/>
                </a:prstGeom>
                <a:blipFill>
                  <a:blip r:embed="rId21"/>
                  <a:stretch>
                    <a:fillRect l="-5747" r="-5747"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0EB3AFD3-0E3E-4E42-8F15-5AB97FE68CB6}"/>
                </a:ext>
              </a:extLst>
            </p:cNvPr>
            <p:cNvGrpSpPr/>
            <p:nvPr/>
          </p:nvGrpSpPr>
          <p:grpSpPr>
            <a:xfrm>
              <a:off x="1391223" y="4943048"/>
              <a:ext cx="274320" cy="205694"/>
              <a:chOff x="2008607" y="932614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0B3E4ADE-A7E6-41DB-86D7-616934610821}"/>
                      </a:ext>
                    </a:extLst>
                  </p:cNvPr>
                  <p:cNvSpPr txBox="1"/>
                  <p:nvPr/>
                </p:nvSpPr>
                <p:spPr>
                  <a:xfrm>
                    <a:off x="2180504" y="932614"/>
                    <a:ext cx="28245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𝐿𝑜𝑤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0B3E4ADE-A7E6-41DB-86D7-6169346108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0504" y="932614"/>
                    <a:ext cx="282450" cy="15388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57143" r="-22142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7" name="Straight Arrow Connector 206">
                <a:extLst>
                  <a:ext uri="{FF2B5EF4-FFF2-40B4-BE49-F238E27FC236}">
                    <a16:creationId xmlns:a16="http://schemas.microsoft.com/office/drawing/2014/main" id="{B5B3C16E-A33C-4A85-BECD-C2AA51F06B77}"/>
                  </a:ext>
                </a:extLst>
              </p:cNvPr>
              <p:cNvCxnSpPr/>
              <p:nvPr/>
            </p:nvCxnSpPr>
            <p:spPr>
              <a:xfrm>
                <a:off x="2008607" y="1138308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753D206-94D5-4ED0-AE9D-8A4A565EB2AA}"/>
                </a:ext>
              </a:extLst>
            </p:cNvPr>
            <p:cNvGrpSpPr/>
            <p:nvPr/>
          </p:nvGrpSpPr>
          <p:grpSpPr>
            <a:xfrm>
              <a:off x="1666977" y="4943048"/>
              <a:ext cx="1554480" cy="205694"/>
              <a:chOff x="2685513" y="823575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0" name="TextBox 189">
                    <a:extLst>
                      <a:ext uri="{FF2B5EF4-FFF2-40B4-BE49-F238E27FC236}">
                        <a16:creationId xmlns:a16="http://schemas.microsoft.com/office/drawing/2014/main" id="{6A5B0461-E80C-43BE-86A4-4D75345110A6}"/>
                      </a:ext>
                    </a:extLst>
                  </p:cNvPr>
                  <p:cNvSpPr txBox="1"/>
                  <p:nvPr/>
                </p:nvSpPr>
                <p:spPr>
                  <a:xfrm>
                    <a:off x="2818201" y="823575"/>
                    <a:ext cx="645048" cy="1663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0" name="TextBox 189">
                    <a:extLst>
                      <a:ext uri="{FF2B5EF4-FFF2-40B4-BE49-F238E27FC236}">
                        <a16:creationId xmlns:a16="http://schemas.microsoft.com/office/drawing/2014/main" id="{6A5B0461-E80C-43BE-86A4-4D75345110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8201" y="823575"/>
                    <a:ext cx="645048" cy="16639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259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4" name="Straight Arrow Connector 193">
                <a:extLst>
                  <a:ext uri="{FF2B5EF4-FFF2-40B4-BE49-F238E27FC236}">
                    <a16:creationId xmlns:a16="http://schemas.microsoft.com/office/drawing/2014/main" id="{94B18DF9-2642-46B5-A19E-9AAF7DBC8ACB}"/>
                  </a:ext>
                </a:extLst>
              </p:cNvPr>
              <p:cNvCxnSpPr/>
              <p:nvPr/>
            </p:nvCxnSpPr>
            <p:spPr>
              <a:xfrm>
                <a:off x="2685513" y="1029269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837420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84807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913607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7424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5712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4000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060513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B889FB-E120-4A5C-8019-75E3014BAF82}"/>
              </a:ext>
            </a:extLst>
          </p:cNvPr>
          <p:cNvGrpSpPr/>
          <p:nvPr/>
        </p:nvGrpSpPr>
        <p:grpSpPr>
          <a:xfrm>
            <a:off x="1782549" y="1060702"/>
            <a:ext cx="7617457" cy="795731"/>
            <a:chOff x="1090399" y="1152142"/>
            <a:chExt cx="7617457" cy="79573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C5DB29-15EF-43CA-B58C-EC0E5E01283D}"/>
                </a:ext>
              </a:extLst>
            </p:cNvPr>
            <p:cNvGrpSpPr/>
            <p:nvPr/>
          </p:nvGrpSpPr>
          <p:grpSpPr>
            <a:xfrm>
              <a:off x="1392657" y="1298649"/>
              <a:ext cx="7315199" cy="649224"/>
              <a:chOff x="2008607" y="1241499"/>
              <a:chExt cx="7315199" cy="649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62EE0F3-554D-4439-B3EC-966ABAF8AF2A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" name="Connector: Elbow 2">
                  <a:extLst>
                    <a:ext uri="{FF2B5EF4-FFF2-40B4-BE49-F238E27FC236}">
                      <a16:creationId xmlns:a16="http://schemas.microsoft.com/office/drawing/2014/main" id="{622C8A6C-BC7D-4212-A5E1-63D0EAC521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9AEE5BB-040A-494F-A4BD-ECDC1FA570E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E1BBA7-AE56-4362-8644-9DDAF8737932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" name="Connector: Elbow 20">
                  <a:extLst>
                    <a:ext uri="{FF2B5EF4-FFF2-40B4-BE49-F238E27FC236}">
                      <a16:creationId xmlns:a16="http://schemas.microsoft.com/office/drawing/2014/main" id="{06A05BC6-5586-4237-A5A3-01DCB8205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946D880-344D-43FA-B676-9605B7235F6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7BF31D5-E610-4704-9639-637F90E53033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32" name="Connector: Elbow 31">
                  <a:extLst>
                    <a:ext uri="{FF2B5EF4-FFF2-40B4-BE49-F238E27FC236}">
                      <a16:creationId xmlns:a16="http://schemas.microsoft.com/office/drawing/2014/main" id="{D70C8574-348D-4EB2-B89E-5FE2E89D1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ADE47D6-2B9B-49F8-9831-6AFAF5DC9EEC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20B5E6B1-BDBB-4DA2-AB5A-AD4E6927E7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95006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61C10-3CFF-4D44-981B-59E8BFD00152}"/>
                </a:ext>
              </a:extLst>
            </p:cNvPr>
            <p:cNvSpPr txBox="1"/>
            <p:nvPr/>
          </p:nvSpPr>
          <p:spPr>
            <a:xfrm>
              <a:off x="1090399" y="1152142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159578" y="1450788"/>
            <a:ext cx="1788631" cy="364856"/>
            <a:chOff x="-532572" y="1491383"/>
            <a:chExt cx="1788631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555611" y="1491383"/>
                  <a:ext cx="700448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611" y="1491383"/>
                  <a:ext cx="700448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6957" r="-4348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1" r="-1020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E88147C-4C4B-423E-9366-A9EED2124838}"/>
              </a:ext>
            </a:extLst>
          </p:cNvPr>
          <p:cNvCxnSpPr/>
          <p:nvPr/>
        </p:nvCxnSpPr>
        <p:spPr>
          <a:xfrm>
            <a:off x="2084807" y="85538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/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blipFill>
                <a:blip r:embed="rId5"/>
                <a:stretch>
                  <a:fillRect l="-3162" r="-39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/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blipFill>
                <a:blip r:embed="rId6"/>
                <a:stretch>
                  <a:fillRect l="-5747" r="-57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44BF0D4F-BF0B-4564-BD21-13B282CF0572}"/>
              </a:ext>
            </a:extLst>
          </p:cNvPr>
          <p:cNvGrpSpPr/>
          <p:nvPr/>
        </p:nvGrpSpPr>
        <p:grpSpPr>
          <a:xfrm>
            <a:off x="2084807" y="898324"/>
            <a:ext cx="914400" cy="205694"/>
            <a:chOff x="2008607" y="932614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/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𝐿𝑜𝑤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13043" r="-217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0D18040B-6B2D-4B4C-A514-63E14EDA6254}"/>
                </a:ext>
              </a:extLst>
            </p:cNvPr>
            <p:cNvCxnSpPr/>
            <p:nvPr/>
          </p:nvCxnSpPr>
          <p:spPr>
            <a:xfrm>
              <a:off x="2008607" y="1138308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42E155B-2179-449C-B233-BF5D16AD3DFC}"/>
              </a:ext>
            </a:extLst>
          </p:cNvPr>
          <p:cNvGrpSpPr/>
          <p:nvPr/>
        </p:nvGrpSpPr>
        <p:grpSpPr>
          <a:xfrm>
            <a:off x="2999207" y="898324"/>
            <a:ext cx="914400" cy="205694"/>
            <a:chOff x="2685513" y="823575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/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𝐻𝑖𝑔h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blipFill>
                  <a:blip r:embed="rId8"/>
                  <a:stretch>
                    <a:fillRect l="-7547" r="-5660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C1C1726D-FDFB-43DF-BC1D-76026CB9B87D}"/>
                </a:ext>
              </a:extLst>
            </p:cNvPr>
            <p:cNvCxnSpPr/>
            <p:nvPr/>
          </p:nvCxnSpPr>
          <p:spPr>
            <a:xfrm>
              <a:off x="2685513" y="1029269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/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 →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blipFill>
                <a:blip r:embed="rId9"/>
                <a:stretch>
                  <a:fillRect l="-3401" t="-2083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84806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843EF36-1239-406D-B7EF-4C5345CA68E8}"/>
              </a:ext>
            </a:extLst>
          </p:cNvPr>
          <p:cNvGrpSpPr/>
          <p:nvPr/>
        </p:nvGrpSpPr>
        <p:grpSpPr>
          <a:xfrm>
            <a:off x="137136" y="2052337"/>
            <a:ext cx="11368480" cy="1190646"/>
            <a:chOff x="-555014" y="757227"/>
            <a:chExt cx="11368480" cy="1190646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AAA1F2C-78E6-455D-8C69-C29402269552}"/>
                </a:ext>
              </a:extLst>
            </p:cNvPr>
            <p:cNvGrpSpPr/>
            <p:nvPr/>
          </p:nvGrpSpPr>
          <p:grpSpPr>
            <a:xfrm>
              <a:off x="-555014" y="757227"/>
              <a:ext cx="11368480" cy="1190646"/>
              <a:chOff x="-555014" y="757227"/>
              <a:chExt cx="11368480" cy="1190646"/>
            </a:xfrm>
          </p:grpSpPr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5F7E7087-FC4E-4733-BF60-DA4A3318D69C}"/>
                  </a:ext>
                </a:extLst>
              </p:cNvPr>
              <p:cNvCxnSpPr/>
              <p:nvPr/>
            </p:nvCxnSpPr>
            <p:spPr>
              <a:xfrm>
                <a:off x="13926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5049459F-F981-4F2B-BEB7-A40F474E2EFD}"/>
                  </a:ext>
                </a:extLst>
              </p:cNvPr>
              <p:cNvCxnSpPr/>
              <p:nvPr/>
            </p:nvCxnSpPr>
            <p:spPr>
              <a:xfrm>
                <a:off x="32214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8D210EFB-07DD-4FE8-8329-852770E51EF8}"/>
                  </a:ext>
                </a:extLst>
              </p:cNvPr>
              <p:cNvCxnSpPr/>
              <p:nvPr/>
            </p:nvCxnSpPr>
            <p:spPr>
              <a:xfrm>
                <a:off x="50502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F31127E1-41FD-4E85-AF70-374BA9A4839D}"/>
                  </a:ext>
                </a:extLst>
              </p:cNvPr>
              <p:cNvCxnSpPr/>
              <p:nvPr/>
            </p:nvCxnSpPr>
            <p:spPr>
              <a:xfrm>
                <a:off x="68790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2097BBF0-B2F8-4CC4-B504-D2505B188B80}"/>
                  </a:ext>
                </a:extLst>
              </p:cNvPr>
              <p:cNvCxnSpPr/>
              <p:nvPr/>
            </p:nvCxnSpPr>
            <p:spPr>
              <a:xfrm>
                <a:off x="87078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AEEF62F8-1EDA-419A-BE28-679DD665C5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129864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070C3C07-51A1-4826-9B49-0630DBBF7A27}"/>
                  </a:ext>
                </a:extLst>
              </p:cNvPr>
              <p:cNvGrpSpPr/>
              <p:nvPr/>
            </p:nvGrpSpPr>
            <p:grpSpPr>
              <a:xfrm>
                <a:off x="1090399" y="1152142"/>
                <a:ext cx="7617457" cy="795731"/>
                <a:chOff x="1090399" y="1152142"/>
                <a:chExt cx="7617457" cy="795731"/>
              </a:xfrm>
            </p:grpSpPr>
            <p:grpSp>
              <p:nvGrpSpPr>
                <p:cNvPr id="211" name="Group 210">
                  <a:extLst>
                    <a:ext uri="{FF2B5EF4-FFF2-40B4-BE49-F238E27FC236}">
                      <a16:creationId xmlns:a16="http://schemas.microsoft.com/office/drawing/2014/main" id="{FEBC65EB-D194-4497-8DA2-DB4CDDFA72CD}"/>
                    </a:ext>
                  </a:extLst>
                </p:cNvPr>
                <p:cNvGrpSpPr/>
                <p:nvPr/>
              </p:nvGrpSpPr>
              <p:grpSpPr>
                <a:xfrm>
                  <a:off x="1392657" y="1298649"/>
                  <a:ext cx="7315199" cy="649224"/>
                  <a:chOff x="2008607" y="1241499"/>
                  <a:chExt cx="7315199" cy="649224"/>
                </a:xfrm>
              </p:grpSpPr>
              <p:grpSp>
                <p:nvGrpSpPr>
                  <p:cNvPr id="213" name="Group 212">
                    <a:extLst>
                      <a:ext uri="{FF2B5EF4-FFF2-40B4-BE49-F238E27FC236}">
                        <a16:creationId xmlns:a16="http://schemas.microsoft.com/office/drawing/2014/main" id="{935E4993-D105-40F5-9997-5D970187505C}"/>
                      </a:ext>
                    </a:extLst>
                  </p:cNvPr>
                  <p:cNvGrpSpPr/>
                  <p:nvPr/>
                </p:nvGrpSpPr>
                <p:grpSpPr>
                  <a:xfrm>
                    <a:off x="20086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21" name="Connector: Elbow 220">
                      <a:extLst>
                        <a:ext uri="{FF2B5EF4-FFF2-40B4-BE49-F238E27FC236}">
                          <a16:creationId xmlns:a16="http://schemas.microsoft.com/office/drawing/2014/main" id="{5806C49D-5DEA-46B4-95AD-DE26FE7CE2A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2" name="Straight Connector 221">
                      <a:extLst>
                        <a:ext uri="{FF2B5EF4-FFF2-40B4-BE49-F238E27FC236}">
                          <a16:creationId xmlns:a16="http://schemas.microsoft.com/office/drawing/2014/main" id="{1BF690C9-7C48-4688-A797-2D70EA21BA5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4" name="Group 213">
                    <a:extLst>
                      <a:ext uri="{FF2B5EF4-FFF2-40B4-BE49-F238E27FC236}">
                        <a16:creationId xmlns:a16="http://schemas.microsoft.com/office/drawing/2014/main" id="{442D794B-788C-4A51-A1B2-001730008E60}"/>
                      </a:ext>
                    </a:extLst>
                  </p:cNvPr>
                  <p:cNvGrpSpPr/>
                  <p:nvPr/>
                </p:nvGrpSpPr>
                <p:grpSpPr>
                  <a:xfrm>
                    <a:off x="38374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9" name="Connector: Elbow 218">
                      <a:extLst>
                        <a:ext uri="{FF2B5EF4-FFF2-40B4-BE49-F238E27FC236}">
                          <a16:creationId xmlns:a16="http://schemas.microsoft.com/office/drawing/2014/main" id="{8FB41742-8DED-453C-8379-A97A6ECA6E7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0" name="Straight Connector 219">
                      <a:extLst>
                        <a:ext uri="{FF2B5EF4-FFF2-40B4-BE49-F238E27FC236}">
                          <a16:creationId xmlns:a16="http://schemas.microsoft.com/office/drawing/2014/main" id="{580807EE-895E-46A9-A72F-F2F49A69C70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5" name="Group 214">
                    <a:extLst>
                      <a:ext uri="{FF2B5EF4-FFF2-40B4-BE49-F238E27FC236}">
                        <a16:creationId xmlns:a16="http://schemas.microsoft.com/office/drawing/2014/main" id="{D24C85B7-98B0-49A2-AD47-F2681143F0E0}"/>
                      </a:ext>
                    </a:extLst>
                  </p:cNvPr>
                  <p:cNvGrpSpPr/>
                  <p:nvPr/>
                </p:nvGrpSpPr>
                <p:grpSpPr>
                  <a:xfrm>
                    <a:off x="5666206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7" name="Connector: Elbow 216">
                      <a:extLst>
                        <a:ext uri="{FF2B5EF4-FFF2-40B4-BE49-F238E27FC236}">
                          <a16:creationId xmlns:a16="http://schemas.microsoft.com/office/drawing/2014/main" id="{F769CEF4-ABB6-402E-B79A-5788DA9C4B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8" name="Straight Connector 217">
                      <a:extLst>
                        <a:ext uri="{FF2B5EF4-FFF2-40B4-BE49-F238E27FC236}">
                          <a16:creationId xmlns:a16="http://schemas.microsoft.com/office/drawing/2014/main" id="{3E673C37-6DF0-4CCA-A24E-4F6B09B9C270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16" name="Connector: Elbow 215">
                    <a:extLst>
                      <a:ext uri="{FF2B5EF4-FFF2-40B4-BE49-F238E27FC236}">
                        <a16:creationId xmlns:a16="http://schemas.microsoft.com/office/drawing/2014/main" id="{A6673D25-D7E8-4918-B6C2-AB0F6301D2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495006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D5D756F3-2177-4B10-800C-A9270D23FF62}"/>
                    </a:ext>
                  </a:extLst>
                </p:cNvPr>
                <p:cNvSpPr txBox="1"/>
                <p:nvPr/>
              </p:nvSpPr>
              <p:spPr>
                <a:xfrm>
                  <a:off x="1090399" y="1152142"/>
                  <a:ext cx="56303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>
                      <a:latin typeface="Segoe Condensed" panose="020B0606040200020203" pitchFamily="34" charset="0"/>
                    </a:rPr>
                    <a:t>V</a:t>
                  </a:r>
                  <a:r>
                    <a:rPr lang="en-US" sz="1200" baseline="-25000" dirty="0" err="1">
                      <a:latin typeface="Segoe Condensed" panose="020B0606040200020203" pitchFamily="34" charset="0"/>
                    </a:rPr>
                    <a:t>cc</a:t>
                  </a:r>
                  <a:endParaRPr lang="en-US" sz="1200" baseline="-25000" dirty="0">
                    <a:latin typeface="Segoe Condensed" panose="020B0606040200020203" pitchFamily="34" charset="0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19BD1347-598C-464F-BABB-264E59281131}"/>
                  </a:ext>
                </a:extLst>
              </p:cNvPr>
              <p:cNvGrpSpPr/>
              <p:nvPr/>
            </p:nvGrpSpPr>
            <p:grpSpPr>
              <a:xfrm>
                <a:off x="-555014" y="1542228"/>
                <a:ext cx="1811073" cy="364856"/>
                <a:chOff x="-555014" y="1491383"/>
                <a:chExt cx="1811073" cy="36485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9" name="TextBox 208">
                      <a:extLst>
                        <a:ext uri="{FF2B5EF4-FFF2-40B4-BE49-F238E27FC236}">
                          <a16:creationId xmlns:a16="http://schemas.microsoft.com/office/drawing/2014/main" id="{6FA726C0-0C1C-4D9C-BDCE-57FA029B2AB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5611" y="1491383"/>
                      <a:ext cx="700448" cy="169277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09" name="TextBox 208">
                      <a:extLst>
                        <a:ext uri="{FF2B5EF4-FFF2-40B4-BE49-F238E27FC236}">
                          <a16:creationId xmlns:a16="http://schemas.microsoft.com/office/drawing/2014/main" id="{6FA726C0-0C1C-4D9C-BDCE-57FA029B2AB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5611" y="1491383"/>
                      <a:ext cx="700448" cy="16927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6957" r="-4348" b="-3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754F66E-57D7-4176-8F1D-E17132481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-555014" y="1686962"/>
                      <a:ext cx="1811073" cy="169277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𝑅𝑒𝑠𝑜𝑙𝑢𝑡𝑖𝑜𝑛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:2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</m:oMath>
                      </a14:m>
                      <a:r>
                        <a:rPr lang="en-US" sz="1100" dirty="0"/>
                        <a:t>s</a:t>
                      </a:r>
                    </a:p>
                  </p:txBody>
                </p:sp>
              </mc:Choice>
              <mc:Fallback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754F66E-57D7-4176-8F1D-E17132481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-555014" y="1686962"/>
                      <a:ext cx="1811073" cy="1692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349" t="-29630" r="-4698" b="-5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58" name="Straight Arrow Connector 157">
                <a:extLst>
                  <a:ext uri="{FF2B5EF4-FFF2-40B4-BE49-F238E27FC236}">
                    <a16:creationId xmlns:a16="http://schemas.microsoft.com/office/drawing/2014/main" id="{F32487AA-693C-413E-99CB-C934E46B5D55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929410CD-1A5E-47ED-986D-860457D25460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929410CD-1A5E-47ED-986D-860457D25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162" r="-395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8627E762-3DAD-4D3A-8D2C-CBF871757356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8627E762-3DAD-4D3A-8D2C-CBF8717573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747" r="-5747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55F852F4-7AD2-4E16-9FFD-9903825A5FB4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5" name="TextBox 204">
                      <a:extLst>
                        <a:ext uri="{FF2B5EF4-FFF2-40B4-BE49-F238E27FC236}">
                          <a16:creationId xmlns:a16="http://schemas.microsoft.com/office/drawing/2014/main" id="{45C9B537-5512-4E3A-B5CE-52C7F487A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5" name="TextBox 204">
                      <a:extLst>
                        <a:ext uri="{FF2B5EF4-FFF2-40B4-BE49-F238E27FC236}">
                          <a16:creationId xmlns:a16="http://schemas.microsoft.com/office/drawing/2014/main" id="{45C9B537-5512-4E3A-B5CE-52C7F487A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3043" r="-2174"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8" name="Straight Arrow Connector 207">
                  <a:extLst>
                    <a:ext uri="{FF2B5EF4-FFF2-40B4-BE49-F238E27FC236}">
                      <a16:creationId xmlns:a16="http://schemas.microsoft.com/office/drawing/2014/main" id="{C0F764C9-1AC7-406D-A031-76BB81095D44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1AD9D0C6-1E2F-4E65-9A06-3662DF8F7025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D6C8A8EA-9FC6-4FA6-88E1-3976A32B5A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D6C8A8EA-9FC6-4FA6-88E1-3976A32B5A1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547" r="-5660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695D5D07-2495-448C-A83F-457783E49529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7005ADC5-3C4E-46E8-BFB0-3E5896A4A103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1796261" cy="2916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7005ADC5-3C4E-46E8-BFB0-3E5896A4A1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1796261" cy="2916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401" t="-2083" b="-1458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B515340-9D2A-434F-B249-A692ACC8BE1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194787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A458D0A6-1C7E-46FE-B5DC-2743085B7E1B}"/>
              </a:ext>
            </a:extLst>
          </p:cNvPr>
          <p:cNvCxnSpPr/>
          <p:nvPr/>
        </p:nvCxnSpPr>
        <p:spPr>
          <a:xfrm>
            <a:off x="2084809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9154951F-C074-460C-9C29-6118892D3BF2}"/>
              </a:ext>
            </a:extLst>
          </p:cNvPr>
          <p:cNvCxnSpPr/>
          <p:nvPr/>
        </p:nvCxnSpPr>
        <p:spPr>
          <a:xfrm>
            <a:off x="2542008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5424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84807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8B7462-8152-46F1-917A-6D224B3F087D}"/>
              </a:ext>
            </a:extLst>
          </p:cNvPr>
          <p:cNvCxnSpPr/>
          <p:nvPr/>
        </p:nvCxnSpPr>
        <p:spPr>
          <a:xfrm>
            <a:off x="3913607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58EA02-B74C-4B03-BEE6-465F5BB4B74D}"/>
              </a:ext>
            </a:extLst>
          </p:cNvPr>
          <p:cNvCxnSpPr/>
          <p:nvPr/>
        </p:nvCxnSpPr>
        <p:spPr>
          <a:xfrm>
            <a:off x="57424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FEF7ED-BCC2-4607-A268-5C5899D41811}"/>
              </a:ext>
            </a:extLst>
          </p:cNvPr>
          <p:cNvCxnSpPr/>
          <p:nvPr/>
        </p:nvCxnSpPr>
        <p:spPr>
          <a:xfrm>
            <a:off x="75712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4000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060513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82549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-111970" y="1450788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=20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3" r="-118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1" r="-1020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E88147C-4C4B-423E-9366-A9EED2124838}"/>
              </a:ext>
            </a:extLst>
          </p:cNvPr>
          <p:cNvCxnSpPr/>
          <p:nvPr/>
        </p:nvCxnSpPr>
        <p:spPr>
          <a:xfrm>
            <a:off x="2084807" y="85538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/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blipFill>
                <a:blip r:embed="rId5"/>
                <a:stretch>
                  <a:fillRect l="-3162" r="-39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/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blipFill>
                <a:blip r:embed="rId6"/>
                <a:stretch>
                  <a:fillRect l="-5747" r="-57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44BF0D4F-BF0B-4564-BD21-13B282CF0572}"/>
              </a:ext>
            </a:extLst>
          </p:cNvPr>
          <p:cNvGrpSpPr/>
          <p:nvPr/>
        </p:nvGrpSpPr>
        <p:grpSpPr>
          <a:xfrm>
            <a:off x="2084807" y="898324"/>
            <a:ext cx="914400" cy="205694"/>
            <a:chOff x="2008607" y="932614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/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𝐿𝑜𝑤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7D46186D-9F2E-4595-9B7D-1C01F187C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blipFill>
                  <a:blip r:embed="rId7"/>
                  <a:stretch>
                    <a:fillRect l="-13043" r="-2174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0D18040B-6B2D-4B4C-A514-63E14EDA6254}"/>
                </a:ext>
              </a:extLst>
            </p:cNvPr>
            <p:cNvCxnSpPr/>
            <p:nvPr/>
          </p:nvCxnSpPr>
          <p:spPr>
            <a:xfrm>
              <a:off x="2008607" y="1138308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42E155B-2179-449C-B233-BF5D16AD3DFC}"/>
              </a:ext>
            </a:extLst>
          </p:cNvPr>
          <p:cNvGrpSpPr/>
          <p:nvPr/>
        </p:nvGrpSpPr>
        <p:grpSpPr>
          <a:xfrm>
            <a:off x="2999207" y="898324"/>
            <a:ext cx="914400" cy="205694"/>
            <a:chOff x="2685513" y="823575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/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𝐻𝑖𝑔h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F452A767-CB32-43EE-BBE9-F14113D5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blipFill>
                  <a:blip r:embed="rId8"/>
                  <a:stretch>
                    <a:fillRect l="-7547" r="-5660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C1C1726D-FDFB-43DF-BC1D-76026CB9B87D}"/>
                </a:ext>
              </a:extLst>
            </p:cNvPr>
            <p:cNvCxnSpPr/>
            <p:nvPr/>
          </p:nvCxnSpPr>
          <p:spPr>
            <a:xfrm>
              <a:off x="2685513" y="1029269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/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 →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blipFill>
                <a:blip r:embed="rId9"/>
                <a:stretch>
                  <a:fillRect l="-3401" t="-2083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40048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843EF36-1239-406D-B7EF-4C5345CA68E8}"/>
              </a:ext>
            </a:extLst>
          </p:cNvPr>
          <p:cNvGrpSpPr/>
          <p:nvPr/>
        </p:nvGrpSpPr>
        <p:grpSpPr>
          <a:xfrm>
            <a:off x="137136" y="2052337"/>
            <a:ext cx="11368480" cy="1190646"/>
            <a:chOff x="-555014" y="757227"/>
            <a:chExt cx="11368480" cy="1190646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AAA1F2C-78E6-455D-8C69-C29402269552}"/>
                </a:ext>
              </a:extLst>
            </p:cNvPr>
            <p:cNvGrpSpPr/>
            <p:nvPr/>
          </p:nvGrpSpPr>
          <p:grpSpPr>
            <a:xfrm>
              <a:off x="-555014" y="757227"/>
              <a:ext cx="11368480" cy="1190646"/>
              <a:chOff x="-555014" y="757227"/>
              <a:chExt cx="11368480" cy="1190646"/>
            </a:xfrm>
          </p:grpSpPr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5F7E7087-FC4E-4733-BF60-DA4A3318D69C}"/>
                  </a:ext>
                </a:extLst>
              </p:cNvPr>
              <p:cNvCxnSpPr/>
              <p:nvPr/>
            </p:nvCxnSpPr>
            <p:spPr>
              <a:xfrm>
                <a:off x="13926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5049459F-F981-4F2B-BEB7-A40F474E2EFD}"/>
                  </a:ext>
                </a:extLst>
              </p:cNvPr>
              <p:cNvCxnSpPr/>
              <p:nvPr/>
            </p:nvCxnSpPr>
            <p:spPr>
              <a:xfrm>
                <a:off x="32214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8D210EFB-07DD-4FE8-8329-852770E51EF8}"/>
                  </a:ext>
                </a:extLst>
              </p:cNvPr>
              <p:cNvCxnSpPr/>
              <p:nvPr/>
            </p:nvCxnSpPr>
            <p:spPr>
              <a:xfrm>
                <a:off x="50502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F31127E1-41FD-4E85-AF70-374BA9A4839D}"/>
                  </a:ext>
                </a:extLst>
              </p:cNvPr>
              <p:cNvCxnSpPr/>
              <p:nvPr/>
            </p:nvCxnSpPr>
            <p:spPr>
              <a:xfrm>
                <a:off x="68790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2097BBF0-B2F8-4CC4-B504-D2505B188B80}"/>
                  </a:ext>
                </a:extLst>
              </p:cNvPr>
              <p:cNvCxnSpPr/>
              <p:nvPr/>
            </p:nvCxnSpPr>
            <p:spPr>
              <a:xfrm>
                <a:off x="87078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AEEF62F8-1EDA-419A-BE28-679DD665C5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129864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070C3C07-51A1-4826-9B49-0630DBBF7A27}"/>
                  </a:ext>
                </a:extLst>
              </p:cNvPr>
              <p:cNvGrpSpPr/>
              <p:nvPr/>
            </p:nvGrpSpPr>
            <p:grpSpPr>
              <a:xfrm>
                <a:off x="1090399" y="1152142"/>
                <a:ext cx="7617457" cy="795731"/>
                <a:chOff x="1090399" y="1152142"/>
                <a:chExt cx="7617457" cy="795731"/>
              </a:xfrm>
            </p:grpSpPr>
            <p:grpSp>
              <p:nvGrpSpPr>
                <p:cNvPr id="211" name="Group 210">
                  <a:extLst>
                    <a:ext uri="{FF2B5EF4-FFF2-40B4-BE49-F238E27FC236}">
                      <a16:creationId xmlns:a16="http://schemas.microsoft.com/office/drawing/2014/main" id="{FEBC65EB-D194-4497-8DA2-DB4CDDFA72CD}"/>
                    </a:ext>
                  </a:extLst>
                </p:cNvPr>
                <p:cNvGrpSpPr/>
                <p:nvPr/>
              </p:nvGrpSpPr>
              <p:grpSpPr>
                <a:xfrm>
                  <a:off x="1392657" y="1298649"/>
                  <a:ext cx="7315199" cy="649224"/>
                  <a:chOff x="2008607" y="1241499"/>
                  <a:chExt cx="7315199" cy="649224"/>
                </a:xfrm>
              </p:grpSpPr>
              <p:grpSp>
                <p:nvGrpSpPr>
                  <p:cNvPr id="213" name="Group 212">
                    <a:extLst>
                      <a:ext uri="{FF2B5EF4-FFF2-40B4-BE49-F238E27FC236}">
                        <a16:creationId xmlns:a16="http://schemas.microsoft.com/office/drawing/2014/main" id="{935E4993-D105-40F5-9997-5D970187505C}"/>
                      </a:ext>
                    </a:extLst>
                  </p:cNvPr>
                  <p:cNvGrpSpPr/>
                  <p:nvPr/>
                </p:nvGrpSpPr>
                <p:grpSpPr>
                  <a:xfrm>
                    <a:off x="20086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21" name="Connector: Elbow 220">
                      <a:extLst>
                        <a:ext uri="{FF2B5EF4-FFF2-40B4-BE49-F238E27FC236}">
                          <a16:creationId xmlns:a16="http://schemas.microsoft.com/office/drawing/2014/main" id="{5806C49D-5DEA-46B4-95AD-DE26FE7CE2A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2" name="Straight Connector 221">
                      <a:extLst>
                        <a:ext uri="{FF2B5EF4-FFF2-40B4-BE49-F238E27FC236}">
                          <a16:creationId xmlns:a16="http://schemas.microsoft.com/office/drawing/2014/main" id="{1BF690C9-7C48-4688-A797-2D70EA21BA5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4" name="Group 213">
                    <a:extLst>
                      <a:ext uri="{FF2B5EF4-FFF2-40B4-BE49-F238E27FC236}">
                        <a16:creationId xmlns:a16="http://schemas.microsoft.com/office/drawing/2014/main" id="{442D794B-788C-4A51-A1B2-001730008E60}"/>
                      </a:ext>
                    </a:extLst>
                  </p:cNvPr>
                  <p:cNvGrpSpPr/>
                  <p:nvPr/>
                </p:nvGrpSpPr>
                <p:grpSpPr>
                  <a:xfrm>
                    <a:off x="38374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9" name="Connector: Elbow 218">
                      <a:extLst>
                        <a:ext uri="{FF2B5EF4-FFF2-40B4-BE49-F238E27FC236}">
                          <a16:creationId xmlns:a16="http://schemas.microsoft.com/office/drawing/2014/main" id="{8FB41742-8DED-453C-8379-A97A6ECA6E7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0" name="Straight Connector 219">
                      <a:extLst>
                        <a:ext uri="{FF2B5EF4-FFF2-40B4-BE49-F238E27FC236}">
                          <a16:creationId xmlns:a16="http://schemas.microsoft.com/office/drawing/2014/main" id="{580807EE-895E-46A9-A72F-F2F49A69C70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5" name="Group 214">
                    <a:extLst>
                      <a:ext uri="{FF2B5EF4-FFF2-40B4-BE49-F238E27FC236}">
                        <a16:creationId xmlns:a16="http://schemas.microsoft.com/office/drawing/2014/main" id="{D24C85B7-98B0-49A2-AD47-F2681143F0E0}"/>
                      </a:ext>
                    </a:extLst>
                  </p:cNvPr>
                  <p:cNvGrpSpPr/>
                  <p:nvPr/>
                </p:nvGrpSpPr>
                <p:grpSpPr>
                  <a:xfrm>
                    <a:off x="5666206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7" name="Connector: Elbow 216">
                      <a:extLst>
                        <a:ext uri="{FF2B5EF4-FFF2-40B4-BE49-F238E27FC236}">
                          <a16:creationId xmlns:a16="http://schemas.microsoft.com/office/drawing/2014/main" id="{F769CEF4-ABB6-402E-B79A-5788DA9C4B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8" name="Straight Connector 217">
                      <a:extLst>
                        <a:ext uri="{FF2B5EF4-FFF2-40B4-BE49-F238E27FC236}">
                          <a16:creationId xmlns:a16="http://schemas.microsoft.com/office/drawing/2014/main" id="{3E673C37-6DF0-4CCA-A24E-4F6B09B9C270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16" name="Connector: Elbow 215">
                    <a:extLst>
                      <a:ext uri="{FF2B5EF4-FFF2-40B4-BE49-F238E27FC236}">
                        <a16:creationId xmlns:a16="http://schemas.microsoft.com/office/drawing/2014/main" id="{A6673D25-D7E8-4918-B6C2-AB0F6301D2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495006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D5D756F3-2177-4B10-800C-A9270D23FF62}"/>
                    </a:ext>
                  </a:extLst>
                </p:cNvPr>
                <p:cNvSpPr txBox="1"/>
                <p:nvPr/>
              </p:nvSpPr>
              <p:spPr>
                <a:xfrm>
                  <a:off x="1090399" y="1152142"/>
                  <a:ext cx="56303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>
                      <a:latin typeface="Segoe Condensed" panose="020B0606040200020203" pitchFamily="34" charset="0"/>
                    </a:rPr>
                    <a:t>V</a:t>
                  </a:r>
                  <a:r>
                    <a:rPr lang="en-US" sz="1200" baseline="-25000" dirty="0" err="1">
                      <a:latin typeface="Segoe Condensed" panose="020B0606040200020203" pitchFamily="34" charset="0"/>
                    </a:rPr>
                    <a:t>cc</a:t>
                  </a:r>
                  <a:endParaRPr lang="en-US" sz="1200" baseline="-25000" dirty="0">
                    <a:latin typeface="Segoe Condensed" panose="020B0606040200020203" pitchFamily="34" charset="0"/>
                  </a:endParaRPr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19BD1347-598C-464F-BABB-264E59281131}"/>
                  </a:ext>
                </a:extLst>
              </p:cNvPr>
              <p:cNvGrpSpPr/>
              <p:nvPr/>
            </p:nvGrpSpPr>
            <p:grpSpPr>
              <a:xfrm>
                <a:off x="-555014" y="1542228"/>
                <a:ext cx="1811073" cy="364856"/>
                <a:chOff x="-555014" y="1491383"/>
                <a:chExt cx="1811073" cy="364856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9" name="TextBox 208">
                      <a:extLst>
                        <a:ext uri="{FF2B5EF4-FFF2-40B4-BE49-F238E27FC236}">
                          <a16:creationId xmlns:a16="http://schemas.microsoft.com/office/drawing/2014/main" id="{6FA726C0-0C1C-4D9C-BDCE-57FA029B2AB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5611" y="1491383"/>
                      <a:ext cx="700448" cy="169277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09" name="TextBox 208">
                      <a:extLst>
                        <a:ext uri="{FF2B5EF4-FFF2-40B4-BE49-F238E27FC236}">
                          <a16:creationId xmlns:a16="http://schemas.microsoft.com/office/drawing/2014/main" id="{6FA726C0-0C1C-4D9C-BDCE-57FA029B2AB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5611" y="1491383"/>
                      <a:ext cx="700448" cy="1692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6957" r="-4348" b="-3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754F66E-57D7-4176-8F1D-E17132481B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-555014" y="1686962"/>
                      <a:ext cx="1811073" cy="169277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 xmlns:m="http://schemas.openxmlformats.org/officeDocument/2006/math"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𝑅𝑒𝑠𝑜𝑙𝑢𝑡𝑖𝑜𝑛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:2 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</m:oMath>
                      </a14:m>
                      <a:r>
                        <a:rPr lang="en-US" sz="1100" dirty="0"/>
                        <a:t>s</a:t>
                      </a:r>
                    </a:p>
                  </p:txBody>
                </p:sp>
              </mc:Choice>
              <mc:Fallback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754F66E-57D7-4176-8F1D-E17132481B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-555014" y="1686962"/>
                      <a:ext cx="1811073" cy="169277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49" t="-29630" r="-4698" b="-5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58" name="Straight Arrow Connector 157">
                <a:extLst>
                  <a:ext uri="{FF2B5EF4-FFF2-40B4-BE49-F238E27FC236}">
                    <a16:creationId xmlns:a16="http://schemas.microsoft.com/office/drawing/2014/main" id="{F32487AA-693C-413E-99CB-C934E46B5D55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929410CD-1A5E-47ED-986D-860457D25460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929410CD-1A5E-47ED-986D-860457D254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62" r="-395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8627E762-3DAD-4D3A-8D2C-CBF871757356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8627E762-3DAD-4D3A-8D2C-CBF8717573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747" r="-5747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55F852F4-7AD2-4E16-9FFD-9903825A5FB4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5" name="TextBox 204">
                      <a:extLst>
                        <a:ext uri="{FF2B5EF4-FFF2-40B4-BE49-F238E27FC236}">
                          <a16:creationId xmlns:a16="http://schemas.microsoft.com/office/drawing/2014/main" id="{45C9B537-5512-4E3A-B5CE-52C7F487A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5" name="TextBox 204">
                      <a:extLst>
                        <a:ext uri="{FF2B5EF4-FFF2-40B4-BE49-F238E27FC236}">
                          <a16:creationId xmlns:a16="http://schemas.microsoft.com/office/drawing/2014/main" id="{45C9B537-5512-4E3A-B5CE-52C7F487A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3043" r="-2174"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8" name="Straight Arrow Connector 207">
                  <a:extLst>
                    <a:ext uri="{FF2B5EF4-FFF2-40B4-BE49-F238E27FC236}">
                      <a16:creationId xmlns:a16="http://schemas.microsoft.com/office/drawing/2014/main" id="{C0F764C9-1AC7-406D-A031-76BB81095D44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1AD9D0C6-1E2F-4E65-9A06-3662DF8F7025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D6C8A8EA-9FC6-4FA6-88E1-3976A32B5A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D6C8A8EA-9FC6-4FA6-88E1-3976A32B5A1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547" r="-5660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695D5D07-2495-448C-A83F-457783E49529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7005ADC5-3C4E-46E8-BFB0-3E5896A4A103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1796261" cy="2916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7005ADC5-3C4E-46E8-BFB0-3E5896A4A1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1796261" cy="2916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401" t="-2083" b="-1458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9B515340-9D2A-434F-B249-A692ACC8BE1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194787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A458D0A6-1C7E-46FE-B5DC-2743085B7E1B}"/>
              </a:ext>
            </a:extLst>
          </p:cNvPr>
          <p:cNvCxnSpPr/>
          <p:nvPr/>
        </p:nvCxnSpPr>
        <p:spPr>
          <a:xfrm>
            <a:off x="2084809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9154951F-C074-460C-9C29-6118892D3BF2}"/>
              </a:ext>
            </a:extLst>
          </p:cNvPr>
          <p:cNvCxnSpPr/>
          <p:nvPr/>
        </p:nvCxnSpPr>
        <p:spPr>
          <a:xfrm>
            <a:off x="2542008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AE9D70-3B72-4646-ACBD-3CDA51D63CC8}"/>
              </a:ext>
            </a:extLst>
          </p:cNvPr>
          <p:cNvGrpSpPr/>
          <p:nvPr/>
        </p:nvGrpSpPr>
        <p:grpSpPr>
          <a:xfrm>
            <a:off x="2084807" y="1205657"/>
            <a:ext cx="1828800" cy="650776"/>
            <a:chOff x="2084807" y="1205657"/>
            <a:chExt cx="1828800" cy="650776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8666363-47C2-41D7-9139-B28F4BD2998A}"/>
                </a:ext>
              </a:extLst>
            </p:cNvPr>
            <p:cNvGrpSpPr/>
            <p:nvPr/>
          </p:nvGrpSpPr>
          <p:grpSpPr>
            <a:xfrm>
              <a:off x="208480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95A1D198-8182-4A7D-B6AA-25915FD8BDC2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94" name="Connector: Elbow 93">
                  <a:extLst>
                    <a:ext uri="{FF2B5EF4-FFF2-40B4-BE49-F238E27FC236}">
                      <a16:creationId xmlns:a16="http://schemas.microsoft.com/office/drawing/2014/main" id="{465A6099-9707-4710-960F-FA683D65F6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12997978-AD55-40CC-B60F-61CEEBFD37D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433638BA-6191-43DF-AF2E-47C1BB6D8DBE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92" name="Connector: Elbow 91">
                  <a:extLst>
                    <a:ext uri="{FF2B5EF4-FFF2-40B4-BE49-F238E27FC236}">
                      <a16:creationId xmlns:a16="http://schemas.microsoft.com/office/drawing/2014/main" id="{3165213B-5F9C-4C82-B167-BE81F8A2E5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267D6F2B-3A33-4DD1-95EB-5533C5A4A243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491CA119-2F47-4763-95CF-BEB4462F89AC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90" name="Connector: Elbow 89">
                  <a:extLst>
                    <a:ext uri="{FF2B5EF4-FFF2-40B4-BE49-F238E27FC236}">
                      <a16:creationId xmlns:a16="http://schemas.microsoft.com/office/drawing/2014/main" id="{48115271-CFC5-4AC7-A624-ACFDFD5EC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63A3B609-2CFA-47CC-BF61-149E3A9A1D75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3B821388-E359-44EF-B019-0718883ED9B9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88" name="Connector: Elbow 87">
                  <a:extLst>
                    <a:ext uri="{FF2B5EF4-FFF2-40B4-BE49-F238E27FC236}">
                      <a16:creationId xmlns:a16="http://schemas.microsoft.com/office/drawing/2014/main" id="{7FCE5361-2791-42AE-91DC-F842B74320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500A1624-DD6D-48C2-B1B5-3F05C48F405F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F32E298-DEEF-47C7-A62A-B86519AD38BF}"/>
                </a:ext>
              </a:extLst>
            </p:cNvPr>
            <p:cNvGrpSpPr/>
            <p:nvPr/>
          </p:nvGrpSpPr>
          <p:grpSpPr>
            <a:xfrm>
              <a:off x="245056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314981DD-C12B-4554-B0AB-486D92889071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07" name="Connector: Elbow 106">
                  <a:extLst>
                    <a:ext uri="{FF2B5EF4-FFF2-40B4-BE49-F238E27FC236}">
                      <a16:creationId xmlns:a16="http://schemas.microsoft.com/office/drawing/2014/main" id="{7CA72C70-B16F-408D-AB08-FD877C4FBD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D09C6855-915D-42B9-A8F1-EB0206358D70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E4B8BB65-245F-48DE-9094-4F25E197DEB4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05" name="Connector: Elbow 104">
                  <a:extLst>
                    <a:ext uri="{FF2B5EF4-FFF2-40B4-BE49-F238E27FC236}">
                      <a16:creationId xmlns:a16="http://schemas.microsoft.com/office/drawing/2014/main" id="{1B3DF2A2-4AB2-4FB3-82DA-83C35A3FA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DED03ED-A2A8-4D44-B3F1-E70CA6D5231A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ECE9EA94-ABE8-4863-9BA4-5E129D843629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03" name="Connector: Elbow 102">
                  <a:extLst>
                    <a:ext uri="{FF2B5EF4-FFF2-40B4-BE49-F238E27FC236}">
                      <a16:creationId xmlns:a16="http://schemas.microsoft.com/office/drawing/2014/main" id="{3CE7574B-4527-4883-AA69-040C7DDAF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06118258-D6F3-40C5-9D40-E1C5277B5460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314CB2FF-FE7F-41CA-A370-140FCF060CCA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01" name="Connector: Elbow 100">
                  <a:extLst>
                    <a:ext uri="{FF2B5EF4-FFF2-40B4-BE49-F238E27FC236}">
                      <a16:creationId xmlns:a16="http://schemas.microsoft.com/office/drawing/2014/main" id="{E31D0984-6E28-4776-A123-AC6E5EB16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1F6DEFD4-7112-4954-B018-21A08A75F70F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1A92DAF8-F9A0-4E89-92FA-7B041C81E253}"/>
                </a:ext>
              </a:extLst>
            </p:cNvPr>
            <p:cNvGrpSpPr/>
            <p:nvPr/>
          </p:nvGrpSpPr>
          <p:grpSpPr>
            <a:xfrm>
              <a:off x="2816327" y="1205657"/>
              <a:ext cx="365760" cy="649224"/>
              <a:chOff x="2008607" y="1241499"/>
              <a:chExt cx="7315199" cy="649224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BD0FF449-F12B-4B5A-B7CC-BA2B6815F6E7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37" name="Connector: Elbow 136">
                  <a:extLst>
                    <a:ext uri="{FF2B5EF4-FFF2-40B4-BE49-F238E27FC236}">
                      <a16:creationId xmlns:a16="http://schemas.microsoft.com/office/drawing/2014/main" id="{534A9EC8-0B2F-42F0-9631-3DBF4BE61D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50B5F1E9-F1B4-4069-8B69-69C306B78036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C09498F1-CEAC-406C-AAE6-8E560C2023E9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35" name="Connector: Elbow 134">
                  <a:extLst>
                    <a:ext uri="{FF2B5EF4-FFF2-40B4-BE49-F238E27FC236}">
                      <a16:creationId xmlns:a16="http://schemas.microsoft.com/office/drawing/2014/main" id="{F09CE46E-EA14-4C2E-A8EF-4423FCDD27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5DC78602-5A2F-467A-A352-E46E2A3DFBED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5061EB75-080C-451E-8D1F-51065E010B67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33" name="Connector: Elbow 132">
                  <a:extLst>
                    <a:ext uri="{FF2B5EF4-FFF2-40B4-BE49-F238E27FC236}">
                      <a16:creationId xmlns:a16="http://schemas.microsoft.com/office/drawing/2014/main" id="{52218EF3-0E1F-40F9-9B6C-01F5398E6B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235968AF-E2BE-4505-AE4E-67773798BA2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22560755-A76F-451A-A63E-4725378E5D7F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31" name="Connector: Elbow 130">
                  <a:extLst>
                    <a:ext uri="{FF2B5EF4-FFF2-40B4-BE49-F238E27FC236}">
                      <a16:creationId xmlns:a16="http://schemas.microsoft.com/office/drawing/2014/main" id="{1200F8F6-8593-4F81-9C23-9F331E7BC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EAA6ED8B-C7A2-43B7-9957-3C4D318D3176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708F0CC7-7D77-48B1-9F76-1C2C3BA671F1}"/>
                </a:ext>
              </a:extLst>
            </p:cNvPr>
            <p:cNvGrpSpPr/>
            <p:nvPr/>
          </p:nvGrpSpPr>
          <p:grpSpPr>
            <a:xfrm>
              <a:off x="3182087" y="1205657"/>
              <a:ext cx="365760" cy="649224"/>
              <a:chOff x="2008607" y="1241499"/>
              <a:chExt cx="7315199" cy="649224"/>
            </a:xfrm>
          </p:grpSpPr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158C09DD-9160-4BC7-9AB6-111A81338609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25" name="Connector: Elbow 124">
                  <a:extLst>
                    <a:ext uri="{FF2B5EF4-FFF2-40B4-BE49-F238E27FC236}">
                      <a16:creationId xmlns:a16="http://schemas.microsoft.com/office/drawing/2014/main" id="{C406BF1E-03F6-4386-9641-72BB2E6B81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B9591E44-5C6D-4B0B-A326-81C4D4389D5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12891AED-15A3-46C8-8586-D7A09E046838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23" name="Connector: Elbow 122">
                  <a:extLst>
                    <a:ext uri="{FF2B5EF4-FFF2-40B4-BE49-F238E27FC236}">
                      <a16:creationId xmlns:a16="http://schemas.microsoft.com/office/drawing/2014/main" id="{6D06F44E-B39B-4D56-B7D1-25F20450C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72257CEA-957F-42B1-9534-22322C09FA4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AF54EF33-BD19-472A-A509-2A1379D345DE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20" name="Connector: Elbow 119">
                  <a:extLst>
                    <a:ext uri="{FF2B5EF4-FFF2-40B4-BE49-F238E27FC236}">
                      <a16:creationId xmlns:a16="http://schemas.microsoft.com/office/drawing/2014/main" id="{42625095-A1FF-44AB-81F0-D3B169D22E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2D528B00-E799-4BD7-A3BC-11A9B94173BE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65AB92A-F8C1-4698-AF81-DC8215C066DE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18" name="Connector: Elbow 117">
                  <a:extLst>
                    <a:ext uri="{FF2B5EF4-FFF2-40B4-BE49-F238E27FC236}">
                      <a16:creationId xmlns:a16="http://schemas.microsoft.com/office/drawing/2014/main" id="{EBA02351-C1EA-44C2-BA11-9750A2D5D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6C37AD95-92E3-49A7-B1EF-DCF067B45353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3D02B7A2-70F8-4671-AAD9-EB1F85F055BF}"/>
                </a:ext>
              </a:extLst>
            </p:cNvPr>
            <p:cNvGrpSpPr/>
            <p:nvPr/>
          </p:nvGrpSpPr>
          <p:grpSpPr>
            <a:xfrm>
              <a:off x="354784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5B3D5E63-EE75-4163-9924-0453B6F098EF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80" name="Connector: Elbow 179">
                  <a:extLst>
                    <a:ext uri="{FF2B5EF4-FFF2-40B4-BE49-F238E27FC236}">
                      <a16:creationId xmlns:a16="http://schemas.microsoft.com/office/drawing/2014/main" id="{94298A31-35CE-42CD-9F2C-0EBEF60365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EF44573D-64D4-4E18-8065-79D7B4D890F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CD0F5A5-DD4A-465A-A9ED-F64283EAB460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77" name="Connector: Elbow 176">
                  <a:extLst>
                    <a:ext uri="{FF2B5EF4-FFF2-40B4-BE49-F238E27FC236}">
                      <a16:creationId xmlns:a16="http://schemas.microsoft.com/office/drawing/2014/main" id="{1D84C436-A109-449B-B94E-83A30ECD90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33C85E50-FA0A-4548-99A4-93831B2C961D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6DE42F6E-DFE7-4E61-AACF-4D173018755A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75" name="Connector: Elbow 174">
                  <a:extLst>
                    <a:ext uri="{FF2B5EF4-FFF2-40B4-BE49-F238E27FC236}">
                      <a16:creationId xmlns:a16="http://schemas.microsoft.com/office/drawing/2014/main" id="{500A4327-6FB5-483E-9451-5C251066A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51E1A4F3-E6B4-43EB-ABAE-C1869C5A5B3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9FBBDD11-FF2F-49EE-8B9B-0EA7F9DBAFE5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73" name="Connector: Elbow 172">
                  <a:extLst>
                    <a:ext uri="{FF2B5EF4-FFF2-40B4-BE49-F238E27FC236}">
                      <a16:creationId xmlns:a16="http://schemas.microsoft.com/office/drawing/2014/main" id="{012F851B-D8F0-4B5C-982E-101189A6EF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E9D03280-A2DF-4D51-8D76-C3FD2FA82783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A0B2385D-2FA9-4F8A-92AC-8DC58C280A69}"/>
              </a:ext>
            </a:extLst>
          </p:cNvPr>
          <p:cNvGrpSpPr/>
          <p:nvPr/>
        </p:nvGrpSpPr>
        <p:grpSpPr>
          <a:xfrm>
            <a:off x="3913606" y="1205657"/>
            <a:ext cx="1828800" cy="650776"/>
            <a:chOff x="2084807" y="1205657"/>
            <a:chExt cx="1828800" cy="650776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DE5217F1-C0DD-4AD7-A525-0F2B3E524363}"/>
                </a:ext>
              </a:extLst>
            </p:cNvPr>
            <p:cNvGrpSpPr/>
            <p:nvPr/>
          </p:nvGrpSpPr>
          <p:grpSpPr>
            <a:xfrm>
              <a:off x="208480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6EE8EC9F-2F6F-4668-B759-8B3D24C2AB13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73" name="Connector: Elbow 272">
                  <a:extLst>
                    <a:ext uri="{FF2B5EF4-FFF2-40B4-BE49-F238E27FC236}">
                      <a16:creationId xmlns:a16="http://schemas.microsoft.com/office/drawing/2014/main" id="{A7F80387-C293-4719-8597-6FD53EFE54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Straight Connector 273">
                  <a:extLst>
                    <a:ext uri="{FF2B5EF4-FFF2-40B4-BE49-F238E27FC236}">
                      <a16:creationId xmlns:a16="http://schemas.microsoft.com/office/drawing/2014/main" id="{74746814-BF42-44C1-9EE7-323FFE1E4198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4" name="Group 263">
                <a:extLst>
                  <a:ext uri="{FF2B5EF4-FFF2-40B4-BE49-F238E27FC236}">
                    <a16:creationId xmlns:a16="http://schemas.microsoft.com/office/drawing/2014/main" id="{92D27E1C-BCC7-48FB-A58E-D929B393A4EA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71" name="Connector: Elbow 270">
                  <a:extLst>
                    <a:ext uri="{FF2B5EF4-FFF2-40B4-BE49-F238E27FC236}">
                      <a16:creationId xmlns:a16="http://schemas.microsoft.com/office/drawing/2014/main" id="{A01246E2-9FAB-42E0-B992-E5EFCA6867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Straight Connector 271">
                  <a:extLst>
                    <a:ext uri="{FF2B5EF4-FFF2-40B4-BE49-F238E27FC236}">
                      <a16:creationId xmlns:a16="http://schemas.microsoft.com/office/drawing/2014/main" id="{8099D367-7938-400B-B555-A10991774152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5" name="Group 264">
                <a:extLst>
                  <a:ext uri="{FF2B5EF4-FFF2-40B4-BE49-F238E27FC236}">
                    <a16:creationId xmlns:a16="http://schemas.microsoft.com/office/drawing/2014/main" id="{45A0E98B-55F7-4B3C-A3A3-C1361C7DCA2C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69" name="Connector: Elbow 268">
                  <a:extLst>
                    <a:ext uri="{FF2B5EF4-FFF2-40B4-BE49-F238E27FC236}">
                      <a16:creationId xmlns:a16="http://schemas.microsoft.com/office/drawing/2014/main" id="{D18F711F-7BCC-4E8A-AA90-C08AD8318E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030F36ED-7DE6-4E64-9BB4-60C92187A8CE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6" name="Group 265">
                <a:extLst>
                  <a:ext uri="{FF2B5EF4-FFF2-40B4-BE49-F238E27FC236}">
                    <a16:creationId xmlns:a16="http://schemas.microsoft.com/office/drawing/2014/main" id="{DAC7FD1F-0FE8-48A2-BCF6-EA8F97FBF87B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67" name="Connector: Elbow 266">
                  <a:extLst>
                    <a:ext uri="{FF2B5EF4-FFF2-40B4-BE49-F238E27FC236}">
                      <a16:creationId xmlns:a16="http://schemas.microsoft.com/office/drawing/2014/main" id="{656BA479-9BB6-48FD-8933-41A78D2E2B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267">
                  <a:extLst>
                    <a:ext uri="{FF2B5EF4-FFF2-40B4-BE49-F238E27FC236}">
                      <a16:creationId xmlns:a16="http://schemas.microsoft.com/office/drawing/2014/main" id="{01F90938-2F5F-4621-8A31-2FEA2001ACD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A48C7C62-FEC6-4243-9817-BA177232FFD2}"/>
                </a:ext>
              </a:extLst>
            </p:cNvPr>
            <p:cNvGrpSpPr/>
            <p:nvPr/>
          </p:nvGrpSpPr>
          <p:grpSpPr>
            <a:xfrm>
              <a:off x="245056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33118191-508D-4D65-A1DC-F0AF3DBA0160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61" name="Connector: Elbow 260">
                  <a:extLst>
                    <a:ext uri="{FF2B5EF4-FFF2-40B4-BE49-F238E27FC236}">
                      <a16:creationId xmlns:a16="http://schemas.microsoft.com/office/drawing/2014/main" id="{F8DBA17A-764C-4056-B27D-C4D708DA43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261">
                  <a:extLst>
                    <a:ext uri="{FF2B5EF4-FFF2-40B4-BE49-F238E27FC236}">
                      <a16:creationId xmlns:a16="http://schemas.microsoft.com/office/drawing/2014/main" id="{EC9145AF-584D-40B4-A750-4D7C6988AAC6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2" name="Group 251">
                <a:extLst>
                  <a:ext uri="{FF2B5EF4-FFF2-40B4-BE49-F238E27FC236}">
                    <a16:creationId xmlns:a16="http://schemas.microsoft.com/office/drawing/2014/main" id="{61E209C7-ABBF-4F52-A8B6-C7E4055C6E95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59" name="Connector: Elbow 258">
                  <a:extLst>
                    <a:ext uri="{FF2B5EF4-FFF2-40B4-BE49-F238E27FC236}">
                      <a16:creationId xmlns:a16="http://schemas.microsoft.com/office/drawing/2014/main" id="{A03CE354-037B-4154-8DA5-9A213C6FED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59">
                  <a:extLst>
                    <a:ext uri="{FF2B5EF4-FFF2-40B4-BE49-F238E27FC236}">
                      <a16:creationId xmlns:a16="http://schemas.microsoft.com/office/drawing/2014/main" id="{2C9F8E72-485B-4190-B9B1-B27B6CA9107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3" name="Group 252">
                <a:extLst>
                  <a:ext uri="{FF2B5EF4-FFF2-40B4-BE49-F238E27FC236}">
                    <a16:creationId xmlns:a16="http://schemas.microsoft.com/office/drawing/2014/main" id="{089D01A8-5A77-406A-920B-9D4E799BA287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57" name="Connector: Elbow 256">
                  <a:extLst>
                    <a:ext uri="{FF2B5EF4-FFF2-40B4-BE49-F238E27FC236}">
                      <a16:creationId xmlns:a16="http://schemas.microsoft.com/office/drawing/2014/main" id="{72137AD7-A598-4747-80C7-F195E425E0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Straight Connector 257">
                  <a:extLst>
                    <a:ext uri="{FF2B5EF4-FFF2-40B4-BE49-F238E27FC236}">
                      <a16:creationId xmlns:a16="http://schemas.microsoft.com/office/drawing/2014/main" id="{2AFEDFE6-C9B0-40B5-BA19-DF0E54998382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4" name="Group 253">
                <a:extLst>
                  <a:ext uri="{FF2B5EF4-FFF2-40B4-BE49-F238E27FC236}">
                    <a16:creationId xmlns:a16="http://schemas.microsoft.com/office/drawing/2014/main" id="{35FDB5EA-46DD-42FF-8338-EE6CAE7C06FC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55" name="Connector: Elbow 254">
                  <a:extLst>
                    <a:ext uri="{FF2B5EF4-FFF2-40B4-BE49-F238E27FC236}">
                      <a16:creationId xmlns:a16="http://schemas.microsoft.com/office/drawing/2014/main" id="{1FE067D3-2202-49F3-8570-881E2E7794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C719A371-D7D4-4A64-B9E8-70270A5AD13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E7FD7F3B-F685-47D2-B944-21D493A091BA}"/>
                </a:ext>
              </a:extLst>
            </p:cNvPr>
            <p:cNvGrpSpPr/>
            <p:nvPr/>
          </p:nvGrpSpPr>
          <p:grpSpPr>
            <a:xfrm>
              <a:off x="2816327" y="1205657"/>
              <a:ext cx="365760" cy="649224"/>
              <a:chOff x="2008607" y="1241499"/>
              <a:chExt cx="7315199" cy="649224"/>
            </a:xfrm>
          </p:grpSpPr>
          <p:grpSp>
            <p:nvGrpSpPr>
              <p:cNvPr id="239" name="Group 238">
                <a:extLst>
                  <a:ext uri="{FF2B5EF4-FFF2-40B4-BE49-F238E27FC236}">
                    <a16:creationId xmlns:a16="http://schemas.microsoft.com/office/drawing/2014/main" id="{C19506CE-6E7F-4661-8D2A-DFB099A83205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49" name="Connector: Elbow 248">
                  <a:extLst>
                    <a:ext uri="{FF2B5EF4-FFF2-40B4-BE49-F238E27FC236}">
                      <a16:creationId xmlns:a16="http://schemas.microsoft.com/office/drawing/2014/main" id="{DDF93453-2B9B-41A1-BB86-18B3C5B5CE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Straight Connector 249">
                  <a:extLst>
                    <a:ext uri="{FF2B5EF4-FFF2-40B4-BE49-F238E27FC236}">
                      <a16:creationId xmlns:a16="http://schemas.microsoft.com/office/drawing/2014/main" id="{EAD6B258-308E-4AD8-9488-07C6D05CA2FF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2F552FA4-9043-48BA-83DC-5862CF3C2CC0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47" name="Connector: Elbow 246">
                  <a:extLst>
                    <a:ext uri="{FF2B5EF4-FFF2-40B4-BE49-F238E27FC236}">
                      <a16:creationId xmlns:a16="http://schemas.microsoft.com/office/drawing/2014/main" id="{912492D4-4B45-4FC9-BC0F-78A7F078F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B7DBF0EA-4785-4201-96CB-CA6A1D1EDB1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1" name="Group 240">
                <a:extLst>
                  <a:ext uri="{FF2B5EF4-FFF2-40B4-BE49-F238E27FC236}">
                    <a16:creationId xmlns:a16="http://schemas.microsoft.com/office/drawing/2014/main" id="{80FDAAAB-440E-4187-8B45-618F0CC59E02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45" name="Connector: Elbow 244">
                  <a:extLst>
                    <a:ext uri="{FF2B5EF4-FFF2-40B4-BE49-F238E27FC236}">
                      <a16:creationId xmlns:a16="http://schemas.microsoft.com/office/drawing/2014/main" id="{D4B7EF7B-1416-4639-8EAA-ECBB04F48E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" name="Straight Connector 245">
                  <a:extLst>
                    <a:ext uri="{FF2B5EF4-FFF2-40B4-BE49-F238E27FC236}">
                      <a16:creationId xmlns:a16="http://schemas.microsoft.com/office/drawing/2014/main" id="{065846C8-B709-46A1-BE7A-848FE8F5EAE3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" name="Group 241">
                <a:extLst>
                  <a:ext uri="{FF2B5EF4-FFF2-40B4-BE49-F238E27FC236}">
                    <a16:creationId xmlns:a16="http://schemas.microsoft.com/office/drawing/2014/main" id="{EC323ECB-589E-4E96-AC22-70E24A488D43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43" name="Connector: Elbow 242">
                  <a:extLst>
                    <a:ext uri="{FF2B5EF4-FFF2-40B4-BE49-F238E27FC236}">
                      <a16:creationId xmlns:a16="http://schemas.microsoft.com/office/drawing/2014/main" id="{B6A08F81-6AFC-4685-B316-0D91A15299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Straight Connector 243">
                  <a:extLst>
                    <a:ext uri="{FF2B5EF4-FFF2-40B4-BE49-F238E27FC236}">
                      <a16:creationId xmlns:a16="http://schemas.microsoft.com/office/drawing/2014/main" id="{1DDEFFDB-38EE-4603-9A97-D7DAC077E3D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555027-3A60-4633-808C-93141F6A5BCA}"/>
                </a:ext>
              </a:extLst>
            </p:cNvPr>
            <p:cNvGrpSpPr/>
            <p:nvPr/>
          </p:nvGrpSpPr>
          <p:grpSpPr>
            <a:xfrm>
              <a:off x="3182087" y="1205657"/>
              <a:ext cx="365760" cy="649224"/>
              <a:chOff x="2008607" y="1241499"/>
              <a:chExt cx="7315199" cy="649224"/>
            </a:xfrm>
          </p:grpSpPr>
          <p:grpSp>
            <p:nvGrpSpPr>
              <p:cNvPr id="227" name="Group 226">
                <a:extLst>
                  <a:ext uri="{FF2B5EF4-FFF2-40B4-BE49-F238E27FC236}">
                    <a16:creationId xmlns:a16="http://schemas.microsoft.com/office/drawing/2014/main" id="{B6A4C52A-AAB4-4C2F-BF56-4C2D82D5B1FD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37" name="Connector: Elbow 236">
                  <a:extLst>
                    <a:ext uri="{FF2B5EF4-FFF2-40B4-BE49-F238E27FC236}">
                      <a16:creationId xmlns:a16="http://schemas.microsoft.com/office/drawing/2014/main" id="{97BCA86B-1B44-4222-8ED9-B4B4A34085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BF20169E-1E0A-42AD-9EF3-19FDD1D7FD0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8" name="Group 227">
                <a:extLst>
                  <a:ext uri="{FF2B5EF4-FFF2-40B4-BE49-F238E27FC236}">
                    <a16:creationId xmlns:a16="http://schemas.microsoft.com/office/drawing/2014/main" id="{ED6D5F29-B8FD-4045-9BDA-351A2F065290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35" name="Connector: Elbow 234">
                  <a:extLst>
                    <a:ext uri="{FF2B5EF4-FFF2-40B4-BE49-F238E27FC236}">
                      <a16:creationId xmlns:a16="http://schemas.microsoft.com/office/drawing/2014/main" id="{22D6E815-AE97-4509-9A0C-36DED4A3D2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18C2EF69-C519-4DDC-9E95-2FEBE071B65D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D985BD2D-0112-41D6-A973-F5A0CA74B2AF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33" name="Connector: Elbow 232">
                  <a:extLst>
                    <a:ext uri="{FF2B5EF4-FFF2-40B4-BE49-F238E27FC236}">
                      <a16:creationId xmlns:a16="http://schemas.microsoft.com/office/drawing/2014/main" id="{98E7BE54-185C-4644-9832-1A18F292D9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4E13D957-CB4D-437E-B25B-4DF7BCA2A83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0" name="Group 229">
                <a:extLst>
                  <a:ext uri="{FF2B5EF4-FFF2-40B4-BE49-F238E27FC236}">
                    <a16:creationId xmlns:a16="http://schemas.microsoft.com/office/drawing/2014/main" id="{1AEAF2DA-C9B7-46F6-957B-58E933A719FF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31" name="Connector: Elbow 230">
                  <a:extLst>
                    <a:ext uri="{FF2B5EF4-FFF2-40B4-BE49-F238E27FC236}">
                      <a16:creationId xmlns:a16="http://schemas.microsoft.com/office/drawing/2014/main" id="{1FB656C9-0094-4482-8D20-C46F02AEF1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" name="Straight Connector 231">
                  <a:extLst>
                    <a:ext uri="{FF2B5EF4-FFF2-40B4-BE49-F238E27FC236}">
                      <a16:creationId xmlns:a16="http://schemas.microsoft.com/office/drawing/2014/main" id="{B6A32C57-42E2-475A-BAA6-EA98B4BE13A0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4A5B3B86-085B-466D-A729-31D0ED77AB92}"/>
                </a:ext>
              </a:extLst>
            </p:cNvPr>
            <p:cNvGrpSpPr/>
            <p:nvPr/>
          </p:nvGrpSpPr>
          <p:grpSpPr>
            <a:xfrm>
              <a:off x="3547847" y="1207209"/>
              <a:ext cx="365760" cy="649224"/>
              <a:chOff x="2008607" y="1241499"/>
              <a:chExt cx="7315199" cy="649224"/>
            </a:xfrm>
          </p:grpSpPr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A2701633-5138-4717-9681-179B818E5A47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25" name="Connector: Elbow 224">
                  <a:extLst>
                    <a:ext uri="{FF2B5EF4-FFF2-40B4-BE49-F238E27FC236}">
                      <a16:creationId xmlns:a16="http://schemas.microsoft.com/office/drawing/2014/main" id="{2E2BE32B-B9B5-44D4-9950-3EB8B073A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EB75B80A-9450-4F70-97FB-E7291D834AD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098F7C11-C42D-4C35-8730-EC862B78CACE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96" name="Connector: Elbow 195">
                  <a:extLst>
                    <a:ext uri="{FF2B5EF4-FFF2-40B4-BE49-F238E27FC236}">
                      <a16:creationId xmlns:a16="http://schemas.microsoft.com/office/drawing/2014/main" id="{D4EA0509-3CFB-498A-9343-523EBB4B4A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4FDA7DD0-5435-418D-B191-3EEC3807534D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80C4CA7-E070-4A8F-8954-7A5758A632B7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94" name="Connector: Elbow 193">
                  <a:extLst>
                    <a:ext uri="{FF2B5EF4-FFF2-40B4-BE49-F238E27FC236}">
                      <a16:creationId xmlns:a16="http://schemas.microsoft.com/office/drawing/2014/main" id="{72741068-87F7-4DB9-AFC8-58581CCCA5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B3FA7836-AA0D-4088-B9F3-48B67A17349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F6D1A90C-8FD3-47DB-ABF7-F4BF59B1080A}"/>
                  </a:ext>
                </a:extLst>
              </p:cNvPr>
              <p:cNvGrpSpPr/>
              <p:nvPr/>
            </p:nvGrpSpPr>
            <p:grpSpPr>
              <a:xfrm>
                <a:off x="74950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192" name="Connector: Elbow 191">
                  <a:extLst>
                    <a:ext uri="{FF2B5EF4-FFF2-40B4-BE49-F238E27FC236}">
                      <a16:creationId xmlns:a16="http://schemas.microsoft.com/office/drawing/2014/main" id="{D3A967F1-EA94-48C5-989D-897D45CD8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56F095B0-4C71-40A2-863F-10C2000FA756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334474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84807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400006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060513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82549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-111970" y="1450788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3" r="-118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1" r="-1020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E88147C-4C4B-423E-9366-A9EED2124838}"/>
              </a:ext>
            </a:extLst>
          </p:cNvPr>
          <p:cNvCxnSpPr/>
          <p:nvPr/>
        </p:nvCxnSpPr>
        <p:spPr>
          <a:xfrm>
            <a:off x="2084807" y="85538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/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4BE10E-3723-49C8-9B9F-AC6DDCBEE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155121"/>
                <a:ext cx="1544718" cy="235449"/>
              </a:xfrm>
              <a:prstGeom prst="rect">
                <a:avLst/>
              </a:prstGeom>
              <a:blipFill>
                <a:blip r:embed="rId5"/>
                <a:stretch>
                  <a:fillRect l="-3162" r="-39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/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C119378-9011-4FD1-86A3-3F358C744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473" y="665787"/>
                <a:ext cx="529440" cy="153888"/>
              </a:xfrm>
              <a:prstGeom prst="rect">
                <a:avLst/>
              </a:prstGeom>
              <a:blipFill>
                <a:blip r:embed="rId6"/>
                <a:stretch>
                  <a:fillRect l="-5747" r="-57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/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 →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1715E824-94BF-4B5F-9F07-206A80F75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1469228"/>
                <a:ext cx="1796261" cy="291618"/>
              </a:xfrm>
              <a:prstGeom prst="rect">
                <a:avLst/>
              </a:prstGeom>
              <a:blipFill>
                <a:blip r:embed="rId7"/>
                <a:stretch>
                  <a:fillRect l="-3401" t="-2083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040048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F7E7087-FC4E-4733-BF60-DA4A3318D69C}"/>
              </a:ext>
            </a:extLst>
          </p:cNvPr>
          <p:cNvCxnSpPr/>
          <p:nvPr/>
        </p:nvCxnSpPr>
        <p:spPr>
          <a:xfrm>
            <a:off x="2084807" y="23978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5049459F-F981-4F2B-BEB7-A40F474E2EFD}"/>
              </a:ext>
            </a:extLst>
          </p:cNvPr>
          <p:cNvCxnSpPr/>
          <p:nvPr/>
        </p:nvCxnSpPr>
        <p:spPr>
          <a:xfrm>
            <a:off x="3913607" y="23978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D210EFB-07DD-4FE8-8329-852770E51EF8}"/>
              </a:ext>
            </a:extLst>
          </p:cNvPr>
          <p:cNvCxnSpPr/>
          <p:nvPr/>
        </p:nvCxnSpPr>
        <p:spPr>
          <a:xfrm>
            <a:off x="5742406" y="23978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31127E1-41FD-4E85-AF70-374BA9A4839D}"/>
              </a:ext>
            </a:extLst>
          </p:cNvPr>
          <p:cNvCxnSpPr/>
          <p:nvPr/>
        </p:nvCxnSpPr>
        <p:spPr>
          <a:xfrm>
            <a:off x="7571206" y="23978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2097BBF0-B2F8-4CC4-B504-D2505B188B80}"/>
              </a:ext>
            </a:extLst>
          </p:cNvPr>
          <p:cNvCxnSpPr/>
          <p:nvPr/>
        </p:nvCxnSpPr>
        <p:spPr>
          <a:xfrm>
            <a:off x="9400006" y="239785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AEEF62F8-1EDA-419A-BE28-679DD665C548}"/>
              </a:ext>
            </a:extLst>
          </p:cNvPr>
          <p:cNvCxnSpPr>
            <a:cxnSpLocks/>
          </p:cNvCxnSpPr>
          <p:nvPr/>
        </p:nvCxnSpPr>
        <p:spPr>
          <a:xfrm>
            <a:off x="2060513" y="259375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70C3C07-51A1-4826-9B49-0630DBBF7A27}"/>
              </a:ext>
            </a:extLst>
          </p:cNvPr>
          <p:cNvGrpSpPr/>
          <p:nvPr/>
        </p:nvGrpSpPr>
        <p:grpSpPr>
          <a:xfrm>
            <a:off x="1782549" y="2447252"/>
            <a:ext cx="7617457" cy="795731"/>
            <a:chOff x="1090399" y="1152142"/>
            <a:chExt cx="7617457" cy="795731"/>
          </a:xfrm>
        </p:grpSpPr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FEBC65EB-D194-4497-8DA2-DB4CDDFA72CD}"/>
                </a:ext>
              </a:extLst>
            </p:cNvPr>
            <p:cNvGrpSpPr/>
            <p:nvPr/>
          </p:nvGrpSpPr>
          <p:grpSpPr>
            <a:xfrm>
              <a:off x="1392657" y="1298649"/>
              <a:ext cx="7315199" cy="649224"/>
              <a:chOff x="2008607" y="1241499"/>
              <a:chExt cx="7315199" cy="649224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935E4993-D105-40F5-9997-5D970187505C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21" name="Connector: Elbow 220">
                  <a:extLst>
                    <a:ext uri="{FF2B5EF4-FFF2-40B4-BE49-F238E27FC236}">
                      <a16:creationId xmlns:a16="http://schemas.microsoft.com/office/drawing/2014/main" id="{5806C49D-5DEA-46B4-95AD-DE26FE7CE2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Straight Connector 221">
                  <a:extLst>
                    <a:ext uri="{FF2B5EF4-FFF2-40B4-BE49-F238E27FC236}">
                      <a16:creationId xmlns:a16="http://schemas.microsoft.com/office/drawing/2014/main" id="{1BF690C9-7C48-4688-A797-2D70EA21BA56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442D794B-788C-4A51-A1B2-001730008E60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9" name="Connector: Elbow 218">
                  <a:extLst>
                    <a:ext uri="{FF2B5EF4-FFF2-40B4-BE49-F238E27FC236}">
                      <a16:creationId xmlns:a16="http://schemas.microsoft.com/office/drawing/2014/main" id="{8FB41742-8DED-453C-8379-A97A6ECA6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580807EE-895E-46A9-A72F-F2F49A69C709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D24C85B7-98B0-49A2-AD47-F2681143F0E0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217" name="Connector: Elbow 216">
                  <a:extLst>
                    <a:ext uri="{FF2B5EF4-FFF2-40B4-BE49-F238E27FC236}">
                      <a16:creationId xmlns:a16="http://schemas.microsoft.com/office/drawing/2014/main" id="{F769CEF4-ABB6-402E-B79A-5788DA9C4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3E673C37-6DF0-4CCA-A24E-4F6B09B9C270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6" name="Connector: Elbow 215">
                <a:extLst>
                  <a:ext uri="{FF2B5EF4-FFF2-40B4-BE49-F238E27FC236}">
                    <a16:creationId xmlns:a16="http://schemas.microsoft.com/office/drawing/2014/main" id="{A6673D25-D7E8-4918-B6C2-AB0F6301D2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95006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D5D756F3-2177-4B10-800C-A9270D23FF62}"/>
                </a:ext>
              </a:extLst>
            </p:cNvPr>
            <p:cNvSpPr txBox="1"/>
            <p:nvPr/>
          </p:nvSpPr>
          <p:spPr>
            <a:xfrm>
              <a:off x="1090399" y="1152142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9BD1347-598C-464F-BABB-264E59281131}"/>
              </a:ext>
            </a:extLst>
          </p:cNvPr>
          <p:cNvGrpSpPr/>
          <p:nvPr/>
        </p:nvGrpSpPr>
        <p:grpSpPr>
          <a:xfrm>
            <a:off x="137136" y="2837338"/>
            <a:ext cx="1811073" cy="364856"/>
            <a:chOff x="-555014" y="1491383"/>
            <a:chExt cx="1811073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9" name="TextBox 208">
                  <a:extLst>
                    <a:ext uri="{FF2B5EF4-FFF2-40B4-BE49-F238E27FC236}">
                      <a16:creationId xmlns:a16="http://schemas.microsoft.com/office/drawing/2014/main" id="{6FA726C0-0C1C-4D9C-BDCE-57FA029B2ABF}"/>
                    </a:ext>
                  </a:extLst>
                </p:cNvPr>
                <p:cNvSpPr txBox="1"/>
                <p:nvPr/>
              </p:nvSpPr>
              <p:spPr>
                <a:xfrm>
                  <a:off x="555611" y="1491383"/>
                  <a:ext cx="700448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09" name="TextBox 208">
                  <a:extLst>
                    <a:ext uri="{FF2B5EF4-FFF2-40B4-BE49-F238E27FC236}">
                      <a16:creationId xmlns:a16="http://schemas.microsoft.com/office/drawing/2014/main" id="{6FA726C0-0C1C-4D9C-BDCE-57FA029B2A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611" y="1491383"/>
                  <a:ext cx="700448" cy="169277"/>
                </a:xfrm>
                <a:prstGeom prst="rect">
                  <a:avLst/>
                </a:prstGeom>
                <a:blipFill>
                  <a:blip r:embed="rId8"/>
                  <a:stretch>
                    <a:fillRect l="-6957" r="-4348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8754F66E-57D7-4176-8F1D-E17132481B64}"/>
                    </a:ext>
                  </a:extLst>
                </p:cNvPr>
                <p:cNvSpPr txBox="1"/>
                <p:nvPr/>
              </p:nvSpPr>
              <p:spPr>
                <a:xfrm>
                  <a:off x="-555014" y="1686962"/>
                  <a:ext cx="1811073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 xmlns:m="http://schemas.openxmlformats.org/officeDocument/2006/math"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𝑅𝑒𝑠𝑜𝑙𝑢𝑡𝑖𝑜𝑛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:2 </m:t>
                      </m:r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𝑏𝑖𝑡</m:t>
                      </m:r>
                    </m:oMath>
                  </a14:m>
                  <a:r>
                    <a:rPr lang="en-US" sz="1100" dirty="0"/>
                    <a:t>s</a:t>
                  </a:r>
                </a:p>
              </p:txBody>
            </p:sp>
          </mc:Choice>
          <mc:Fallback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8754F66E-57D7-4176-8F1D-E17132481B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55014" y="1686962"/>
                  <a:ext cx="1811073" cy="169277"/>
                </a:xfrm>
                <a:prstGeom prst="rect">
                  <a:avLst/>
                </a:prstGeom>
                <a:blipFill>
                  <a:blip r:embed="rId9"/>
                  <a:stretch>
                    <a:fillRect l="-2349" t="-29630" r="-4698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F32487AA-693C-413E-99CB-C934E46B5D55}"/>
              </a:ext>
            </a:extLst>
          </p:cNvPr>
          <p:cNvCxnSpPr/>
          <p:nvPr/>
        </p:nvCxnSpPr>
        <p:spPr>
          <a:xfrm>
            <a:off x="2084807" y="2241937"/>
            <a:ext cx="182880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929410CD-1A5E-47ED-986D-860457D25460}"/>
                  </a:ext>
                </a:extLst>
              </p:cNvPr>
              <p:cNvSpPr txBox="1"/>
              <p:nvPr/>
            </p:nvSpPr>
            <p:spPr>
              <a:xfrm>
                <a:off x="9709355" y="2541671"/>
                <a:ext cx="1544718" cy="2354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00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𝑠𝑒𝑐𝑠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den>
                    </m:f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=1 µ</m:t>
                    </m:r>
                    <m:r>
                      <a:rPr lang="en-US" sz="1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929410CD-1A5E-47ED-986D-860457D254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2541671"/>
                <a:ext cx="1544718" cy="235449"/>
              </a:xfrm>
              <a:prstGeom prst="rect">
                <a:avLst/>
              </a:prstGeom>
              <a:blipFill>
                <a:blip r:embed="rId10"/>
                <a:stretch>
                  <a:fillRect l="-3162" r="-39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8627E762-3DAD-4D3A-8D2C-CBF871757356}"/>
                  </a:ext>
                </a:extLst>
              </p:cNvPr>
              <p:cNvSpPr txBox="1"/>
              <p:nvPr/>
            </p:nvSpPr>
            <p:spPr>
              <a:xfrm>
                <a:off x="2689473" y="2052337"/>
                <a:ext cx="52944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8627E762-3DAD-4D3A-8D2C-CBF871757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9473" y="2052337"/>
                <a:ext cx="529440" cy="153888"/>
              </a:xfrm>
              <a:prstGeom prst="rect">
                <a:avLst/>
              </a:prstGeom>
              <a:blipFill>
                <a:blip r:embed="rId6"/>
                <a:stretch>
                  <a:fillRect l="-5747" r="-574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5F852F4-7AD2-4E16-9FFD-9903825A5FB4}"/>
              </a:ext>
            </a:extLst>
          </p:cNvPr>
          <p:cNvGrpSpPr/>
          <p:nvPr/>
        </p:nvGrpSpPr>
        <p:grpSpPr>
          <a:xfrm>
            <a:off x="2084807" y="2284874"/>
            <a:ext cx="914400" cy="205694"/>
            <a:chOff x="2008607" y="932614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45C9B537-5512-4E3A-B5CE-52C7F487ABCB}"/>
                    </a:ext>
                  </a:extLst>
                </p:cNvPr>
                <p:cNvSpPr txBox="1"/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𝐿𝑜𝑤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45C9B537-5512-4E3A-B5CE-52C7F487AB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4545" y="932614"/>
                  <a:ext cx="282449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13043" r="-2174"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C0F764C9-1AC7-406D-A031-76BB81095D44}"/>
                </a:ext>
              </a:extLst>
            </p:cNvPr>
            <p:cNvCxnSpPr/>
            <p:nvPr/>
          </p:nvCxnSpPr>
          <p:spPr>
            <a:xfrm>
              <a:off x="2008607" y="1138308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1AD9D0C6-1E2F-4E65-9A06-3662DF8F7025}"/>
              </a:ext>
            </a:extLst>
          </p:cNvPr>
          <p:cNvGrpSpPr/>
          <p:nvPr/>
        </p:nvGrpSpPr>
        <p:grpSpPr>
          <a:xfrm>
            <a:off x="2999207" y="2284874"/>
            <a:ext cx="914400" cy="205694"/>
            <a:chOff x="2685513" y="823575"/>
            <a:chExt cx="914400" cy="20569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D6C8A8EA-9FC6-4FA6-88E1-3976A32B5A19}"/>
                    </a:ext>
                  </a:extLst>
                </p:cNvPr>
                <p:cNvSpPr txBox="1"/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𝐻𝑖𝑔h</m:t>
                            </m:r>
                          </m:sub>
                        </m:sSub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D6C8A8EA-9FC6-4FA6-88E1-3976A32B5A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2616" y="823575"/>
                  <a:ext cx="322524" cy="166392"/>
                </a:xfrm>
                <a:prstGeom prst="rect">
                  <a:avLst/>
                </a:prstGeom>
                <a:blipFill>
                  <a:blip r:embed="rId12"/>
                  <a:stretch>
                    <a:fillRect l="-7547" r="-5660" b="-259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695D5D07-2495-448C-A83F-457783E49529}"/>
                </a:ext>
              </a:extLst>
            </p:cNvPr>
            <p:cNvCxnSpPr/>
            <p:nvPr/>
          </p:nvCxnSpPr>
          <p:spPr>
            <a:xfrm>
              <a:off x="2685513" y="1029269"/>
              <a:ext cx="9144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7005ADC5-3C4E-46E8-BFB0-3E5896A4A103}"/>
                  </a:ext>
                </a:extLst>
              </p:cNvPr>
              <p:cNvSpPr txBox="1"/>
              <p:nvPr/>
            </p:nvSpPr>
            <p:spPr>
              <a:xfrm>
                <a:off x="9709355" y="2855778"/>
                <a:ext cx="1796261" cy="2916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∗100% →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7005ADC5-3C4E-46E8-BFB0-3E5896A4A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355" y="2855778"/>
                <a:ext cx="1796261" cy="291618"/>
              </a:xfrm>
              <a:prstGeom prst="rect">
                <a:avLst/>
              </a:prstGeom>
              <a:blipFill>
                <a:blip r:embed="rId7"/>
                <a:stretch>
                  <a:fillRect l="-3401" t="-2083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B515340-9D2A-434F-B249-A692ACC8BE19}"/>
              </a:ext>
            </a:extLst>
          </p:cNvPr>
          <p:cNvCxnSpPr>
            <a:cxnSpLocks/>
          </p:cNvCxnSpPr>
          <p:nvPr/>
        </p:nvCxnSpPr>
        <p:spPr>
          <a:xfrm>
            <a:off x="2084806" y="324298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A458D0A6-1C7E-46FE-B5DC-2743085B7E1B}"/>
              </a:ext>
            </a:extLst>
          </p:cNvPr>
          <p:cNvCxnSpPr/>
          <p:nvPr/>
        </p:nvCxnSpPr>
        <p:spPr>
          <a:xfrm>
            <a:off x="2084809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9154951F-C074-460C-9C29-6118892D3BF2}"/>
              </a:ext>
            </a:extLst>
          </p:cNvPr>
          <p:cNvCxnSpPr/>
          <p:nvPr/>
        </p:nvCxnSpPr>
        <p:spPr>
          <a:xfrm>
            <a:off x="2542008" y="3366152"/>
            <a:ext cx="45719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084807" y="1205657"/>
            <a:ext cx="3657599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8520A50-F613-4005-A9E1-9088E574423A}"/>
              </a:ext>
            </a:extLst>
          </p:cNvPr>
          <p:cNvGrpSpPr/>
          <p:nvPr/>
        </p:nvGrpSpPr>
        <p:grpSpPr>
          <a:xfrm>
            <a:off x="5742407" y="1205657"/>
            <a:ext cx="3657599" cy="650776"/>
            <a:chOff x="2084807" y="1205657"/>
            <a:chExt cx="3657599" cy="650776"/>
          </a:xfrm>
        </p:grpSpPr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0C2FB276-0B89-452C-8C10-1CAAA7E1FDEA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343" name="Group 342">
                <a:extLst>
                  <a:ext uri="{FF2B5EF4-FFF2-40B4-BE49-F238E27FC236}">
                    <a16:creationId xmlns:a16="http://schemas.microsoft.com/office/drawing/2014/main" id="{AB443AB6-2BA4-4BE6-92B3-BFF4F7C87E0D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96" name="Group 395">
                  <a:extLst>
                    <a:ext uri="{FF2B5EF4-FFF2-40B4-BE49-F238E27FC236}">
                      <a16:creationId xmlns:a16="http://schemas.microsoft.com/office/drawing/2014/main" id="{AABCF8D9-D5BF-4048-932D-77E68554DAD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6" name="Connector: Elbow 405">
                    <a:extLst>
                      <a:ext uri="{FF2B5EF4-FFF2-40B4-BE49-F238E27FC236}">
                        <a16:creationId xmlns:a16="http://schemas.microsoft.com/office/drawing/2014/main" id="{50E2D627-9487-4149-A3D5-40E2C2AE64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7" name="Straight Connector 406">
                    <a:extLst>
                      <a:ext uri="{FF2B5EF4-FFF2-40B4-BE49-F238E27FC236}">
                        <a16:creationId xmlns:a16="http://schemas.microsoft.com/office/drawing/2014/main" id="{D5EB472B-FD15-4AA0-9219-F207398377D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7" name="Group 396">
                  <a:extLst>
                    <a:ext uri="{FF2B5EF4-FFF2-40B4-BE49-F238E27FC236}">
                      <a16:creationId xmlns:a16="http://schemas.microsoft.com/office/drawing/2014/main" id="{FDAF4DDE-B85F-4B44-9071-6CD751F000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4" name="Connector: Elbow 403">
                    <a:extLst>
                      <a:ext uri="{FF2B5EF4-FFF2-40B4-BE49-F238E27FC236}">
                        <a16:creationId xmlns:a16="http://schemas.microsoft.com/office/drawing/2014/main" id="{BF6C3101-2A8F-44BD-9F40-9E8B7F6FF8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5" name="Straight Connector 404">
                    <a:extLst>
                      <a:ext uri="{FF2B5EF4-FFF2-40B4-BE49-F238E27FC236}">
                        <a16:creationId xmlns:a16="http://schemas.microsoft.com/office/drawing/2014/main" id="{D221A345-A8E6-4839-AAF2-04FD7559F5C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4A80A9F3-CB61-48CE-AD4F-66833FB0A9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2" name="Connector: Elbow 401">
                    <a:extLst>
                      <a:ext uri="{FF2B5EF4-FFF2-40B4-BE49-F238E27FC236}">
                        <a16:creationId xmlns:a16="http://schemas.microsoft.com/office/drawing/2014/main" id="{1D3E197A-27F9-433F-9624-584BE2A576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3" name="Straight Connector 402">
                    <a:extLst>
                      <a:ext uri="{FF2B5EF4-FFF2-40B4-BE49-F238E27FC236}">
                        <a16:creationId xmlns:a16="http://schemas.microsoft.com/office/drawing/2014/main" id="{41224A37-FFC0-4AFC-9E43-868F9D2365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9" name="Group 398">
                  <a:extLst>
                    <a:ext uri="{FF2B5EF4-FFF2-40B4-BE49-F238E27FC236}">
                      <a16:creationId xmlns:a16="http://schemas.microsoft.com/office/drawing/2014/main" id="{FACBD958-6A24-428B-8C8C-C1CEA98F51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0" name="Connector: Elbow 399">
                    <a:extLst>
                      <a:ext uri="{FF2B5EF4-FFF2-40B4-BE49-F238E27FC236}">
                        <a16:creationId xmlns:a16="http://schemas.microsoft.com/office/drawing/2014/main" id="{8A9B6EAE-C5B9-4465-8386-4473A28145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1" name="Straight Connector 400">
                    <a:extLst>
                      <a:ext uri="{FF2B5EF4-FFF2-40B4-BE49-F238E27FC236}">
                        <a16:creationId xmlns:a16="http://schemas.microsoft.com/office/drawing/2014/main" id="{EA719586-F4C2-4516-8769-5CDAD75332B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4" name="Group 343">
                <a:extLst>
                  <a:ext uri="{FF2B5EF4-FFF2-40B4-BE49-F238E27FC236}">
                    <a16:creationId xmlns:a16="http://schemas.microsoft.com/office/drawing/2014/main" id="{53F03A33-FF25-459D-8375-7E8473C5ACC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FB296257-2D17-424A-9B82-15583C44BB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4" name="Connector: Elbow 393">
                    <a:extLst>
                      <a:ext uri="{FF2B5EF4-FFF2-40B4-BE49-F238E27FC236}">
                        <a16:creationId xmlns:a16="http://schemas.microsoft.com/office/drawing/2014/main" id="{1441A6B8-E3FE-4810-976F-019DA49E5C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5" name="Straight Connector 394">
                    <a:extLst>
                      <a:ext uri="{FF2B5EF4-FFF2-40B4-BE49-F238E27FC236}">
                        <a16:creationId xmlns:a16="http://schemas.microsoft.com/office/drawing/2014/main" id="{B6569782-9EEE-4A09-8D38-E40EB0E340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5" name="Group 384">
                  <a:extLst>
                    <a:ext uri="{FF2B5EF4-FFF2-40B4-BE49-F238E27FC236}">
                      <a16:creationId xmlns:a16="http://schemas.microsoft.com/office/drawing/2014/main" id="{DC052E1B-B3D6-4C82-9B70-71A3C257FD2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2" name="Connector: Elbow 391">
                    <a:extLst>
                      <a:ext uri="{FF2B5EF4-FFF2-40B4-BE49-F238E27FC236}">
                        <a16:creationId xmlns:a16="http://schemas.microsoft.com/office/drawing/2014/main" id="{8B0F0E2E-3820-45C0-8F9F-62801E33E1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3" name="Straight Connector 392">
                    <a:extLst>
                      <a:ext uri="{FF2B5EF4-FFF2-40B4-BE49-F238E27FC236}">
                        <a16:creationId xmlns:a16="http://schemas.microsoft.com/office/drawing/2014/main" id="{8EF99E68-6082-498C-96B9-61B7317695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6" name="Group 385">
                  <a:extLst>
                    <a:ext uri="{FF2B5EF4-FFF2-40B4-BE49-F238E27FC236}">
                      <a16:creationId xmlns:a16="http://schemas.microsoft.com/office/drawing/2014/main" id="{91112911-00A7-4DCB-9571-91287E214F9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0" name="Connector: Elbow 389">
                    <a:extLst>
                      <a:ext uri="{FF2B5EF4-FFF2-40B4-BE49-F238E27FC236}">
                        <a16:creationId xmlns:a16="http://schemas.microsoft.com/office/drawing/2014/main" id="{1C6D0F22-768B-4E81-BAF2-43C51994EC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1" name="Straight Connector 390">
                    <a:extLst>
                      <a:ext uri="{FF2B5EF4-FFF2-40B4-BE49-F238E27FC236}">
                        <a16:creationId xmlns:a16="http://schemas.microsoft.com/office/drawing/2014/main" id="{BD6C5E6F-C44E-46C9-9D45-0605A1AF796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7" name="Group 386">
                  <a:extLst>
                    <a:ext uri="{FF2B5EF4-FFF2-40B4-BE49-F238E27FC236}">
                      <a16:creationId xmlns:a16="http://schemas.microsoft.com/office/drawing/2014/main" id="{7849C7E9-8C3B-40DC-88D0-0226122D772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8" name="Connector: Elbow 387">
                    <a:extLst>
                      <a:ext uri="{FF2B5EF4-FFF2-40B4-BE49-F238E27FC236}">
                        <a16:creationId xmlns:a16="http://schemas.microsoft.com/office/drawing/2014/main" id="{A06E0267-6FAE-4962-9070-856B8BA01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9" name="Straight Connector 388">
                    <a:extLst>
                      <a:ext uri="{FF2B5EF4-FFF2-40B4-BE49-F238E27FC236}">
                        <a16:creationId xmlns:a16="http://schemas.microsoft.com/office/drawing/2014/main" id="{B013D430-32F9-4E72-B9F8-98FD604E277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5" name="Group 344">
                <a:extLst>
                  <a:ext uri="{FF2B5EF4-FFF2-40B4-BE49-F238E27FC236}">
                    <a16:creationId xmlns:a16="http://schemas.microsoft.com/office/drawing/2014/main" id="{965C6E3A-AB46-47E5-BB56-12C2A7ABBD8E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E102F3E6-B041-4840-837E-5FD8FEF2048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2" name="Connector: Elbow 381">
                    <a:extLst>
                      <a:ext uri="{FF2B5EF4-FFF2-40B4-BE49-F238E27FC236}">
                        <a16:creationId xmlns:a16="http://schemas.microsoft.com/office/drawing/2014/main" id="{674CACC5-C7CB-463E-9BBB-5B5907DC1F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3" name="Straight Connector 382">
                    <a:extLst>
                      <a:ext uri="{FF2B5EF4-FFF2-40B4-BE49-F238E27FC236}">
                        <a16:creationId xmlns:a16="http://schemas.microsoft.com/office/drawing/2014/main" id="{1BB97817-3B3B-4583-8F9E-E6B7BB343F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F46FD119-B719-4082-A8CA-12C70A7E9B2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0" name="Connector: Elbow 379">
                    <a:extLst>
                      <a:ext uri="{FF2B5EF4-FFF2-40B4-BE49-F238E27FC236}">
                        <a16:creationId xmlns:a16="http://schemas.microsoft.com/office/drawing/2014/main" id="{3777EA0B-74F6-4952-8594-924BD01E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1" name="Straight Connector 380">
                    <a:extLst>
                      <a:ext uri="{FF2B5EF4-FFF2-40B4-BE49-F238E27FC236}">
                        <a16:creationId xmlns:a16="http://schemas.microsoft.com/office/drawing/2014/main" id="{EA9521C4-79F7-4E42-B46B-BDD00943BD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4" name="Group 373">
                  <a:extLst>
                    <a:ext uri="{FF2B5EF4-FFF2-40B4-BE49-F238E27FC236}">
                      <a16:creationId xmlns:a16="http://schemas.microsoft.com/office/drawing/2014/main" id="{23124A8C-69CA-482E-9D9A-E61461CA05E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8" name="Connector: Elbow 377">
                    <a:extLst>
                      <a:ext uri="{FF2B5EF4-FFF2-40B4-BE49-F238E27FC236}">
                        <a16:creationId xmlns:a16="http://schemas.microsoft.com/office/drawing/2014/main" id="{07C1E200-596E-403C-A4D6-BBA718A2D6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7C411C08-F33A-4D4B-B00E-442864B7A0E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5" name="Group 374">
                  <a:extLst>
                    <a:ext uri="{FF2B5EF4-FFF2-40B4-BE49-F238E27FC236}">
                      <a16:creationId xmlns:a16="http://schemas.microsoft.com/office/drawing/2014/main" id="{7BCF4F31-2E60-4FF8-AA5E-6C9AA2DD231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6" name="Connector: Elbow 375">
                    <a:extLst>
                      <a:ext uri="{FF2B5EF4-FFF2-40B4-BE49-F238E27FC236}">
                        <a16:creationId xmlns:a16="http://schemas.microsoft.com/office/drawing/2014/main" id="{8A97AF28-A7BD-4907-83BD-40B92E60AF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7" name="Straight Connector 376">
                    <a:extLst>
                      <a:ext uri="{FF2B5EF4-FFF2-40B4-BE49-F238E27FC236}">
                        <a16:creationId xmlns:a16="http://schemas.microsoft.com/office/drawing/2014/main" id="{DA2406FC-9BBC-47A7-8B03-751995D9E47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6" name="Group 345">
                <a:extLst>
                  <a:ext uri="{FF2B5EF4-FFF2-40B4-BE49-F238E27FC236}">
                    <a16:creationId xmlns:a16="http://schemas.microsoft.com/office/drawing/2014/main" id="{5D9CB720-FEE7-461C-9E54-936F3B44CCA9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33843295-D5D1-41DE-B180-9D921585209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0" name="Connector: Elbow 369">
                    <a:extLst>
                      <a:ext uri="{FF2B5EF4-FFF2-40B4-BE49-F238E27FC236}">
                        <a16:creationId xmlns:a16="http://schemas.microsoft.com/office/drawing/2014/main" id="{862184A7-36A1-4CD7-BA38-1B781F0C9E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1" name="Straight Connector 370">
                    <a:extLst>
                      <a:ext uri="{FF2B5EF4-FFF2-40B4-BE49-F238E27FC236}">
                        <a16:creationId xmlns:a16="http://schemas.microsoft.com/office/drawing/2014/main" id="{ABBE1586-8B20-426B-BB3F-448418D062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A46ADCCD-61CC-40BA-BE7E-3AA892C5102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8" name="Connector: Elbow 367">
                    <a:extLst>
                      <a:ext uri="{FF2B5EF4-FFF2-40B4-BE49-F238E27FC236}">
                        <a16:creationId xmlns:a16="http://schemas.microsoft.com/office/drawing/2014/main" id="{D9719532-7C9B-4837-BC4D-E4A6F9171D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9" name="Straight Connector 368">
                    <a:extLst>
                      <a:ext uri="{FF2B5EF4-FFF2-40B4-BE49-F238E27FC236}">
                        <a16:creationId xmlns:a16="http://schemas.microsoft.com/office/drawing/2014/main" id="{0AC157AF-8F83-4B41-AA9C-DC1AFC3972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2" name="Group 361">
                  <a:extLst>
                    <a:ext uri="{FF2B5EF4-FFF2-40B4-BE49-F238E27FC236}">
                      <a16:creationId xmlns:a16="http://schemas.microsoft.com/office/drawing/2014/main" id="{6B7C6BA8-020A-45F4-82F7-A45DF31284B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6" name="Connector: Elbow 365">
                    <a:extLst>
                      <a:ext uri="{FF2B5EF4-FFF2-40B4-BE49-F238E27FC236}">
                        <a16:creationId xmlns:a16="http://schemas.microsoft.com/office/drawing/2014/main" id="{AB933DF1-6E16-4381-B49B-10CFF9F99E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30489288-2124-40EB-8541-948949D66D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3" name="Group 362">
                  <a:extLst>
                    <a:ext uri="{FF2B5EF4-FFF2-40B4-BE49-F238E27FC236}">
                      <a16:creationId xmlns:a16="http://schemas.microsoft.com/office/drawing/2014/main" id="{511A8A8B-1C87-42BC-89FA-31E0A20AA25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4" name="Connector: Elbow 363">
                    <a:extLst>
                      <a:ext uri="{FF2B5EF4-FFF2-40B4-BE49-F238E27FC236}">
                        <a16:creationId xmlns:a16="http://schemas.microsoft.com/office/drawing/2014/main" id="{A9C5B053-B477-4666-B360-5F8757099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85DFB0BE-14D8-48D7-9F18-6A5AF030D0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42323A03-11B7-42DA-B148-A10DE9C1B43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71AE91E2-9C99-4254-9873-C1DB90389E9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8" name="Connector: Elbow 357">
                    <a:extLst>
                      <a:ext uri="{FF2B5EF4-FFF2-40B4-BE49-F238E27FC236}">
                        <a16:creationId xmlns:a16="http://schemas.microsoft.com/office/drawing/2014/main" id="{3701FE91-5CE9-41D8-ABFC-1F25B94C1E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9" name="Straight Connector 358">
                    <a:extLst>
                      <a:ext uri="{FF2B5EF4-FFF2-40B4-BE49-F238E27FC236}">
                        <a16:creationId xmlns:a16="http://schemas.microsoft.com/office/drawing/2014/main" id="{D0A3521D-546A-4E1E-AB57-0BEC3F990E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95616D0-E26D-4057-A547-D287BEB1493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6" name="Connector: Elbow 355">
                    <a:extLst>
                      <a:ext uri="{FF2B5EF4-FFF2-40B4-BE49-F238E27FC236}">
                        <a16:creationId xmlns:a16="http://schemas.microsoft.com/office/drawing/2014/main" id="{DAB1F5FC-B0FB-4516-A938-BF6A469A58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Straight Connector 356">
                    <a:extLst>
                      <a:ext uri="{FF2B5EF4-FFF2-40B4-BE49-F238E27FC236}">
                        <a16:creationId xmlns:a16="http://schemas.microsoft.com/office/drawing/2014/main" id="{2B96DDA4-9791-43B2-B431-D062E9DC895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0" name="Group 349">
                  <a:extLst>
                    <a:ext uri="{FF2B5EF4-FFF2-40B4-BE49-F238E27FC236}">
                      <a16:creationId xmlns:a16="http://schemas.microsoft.com/office/drawing/2014/main" id="{56ECE1AD-C8EE-4A86-87B2-FF3D4B95D00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4" name="Connector: Elbow 353">
                    <a:extLst>
                      <a:ext uri="{FF2B5EF4-FFF2-40B4-BE49-F238E27FC236}">
                        <a16:creationId xmlns:a16="http://schemas.microsoft.com/office/drawing/2014/main" id="{8D9713E4-145F-479E-A22B-88D5D9D98F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AB44C2AF-FF89-49A1-9DB6-D8EFF87DAD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1" name="Group 350">
                  <a:extLst>
                    <a:ext uri="{FF2B5EF4-FFF2-40B4-BE49-F238E27FC236}">
                      <a16:creationId xmlns:a16="http://schemas.microsoft.com/office/drawing/2014/main" id="{85779027-11B3-4903-A640-4ADBE325C04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2" name="Connector: Elbow 351">
                    <a:extLst>
                      <a:ext uri="{FF2B5EF4-FFF2-40B4-BE49-F238E27FC236}">
                        <a16:creationId xmlns:a16="http://schemas.microsoft.com/office/drawing/2014/main" id="{318F6C04-E031-446F-BC82-F829B9609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35DE0D46-7AB8-476C-88C2-3A8157920DB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216186EC-0DEA-4D6E-BDCD-C213C5025CEC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6E8CB1F7-C78C-433A-AB1D-BB2D0C8A960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31" name="Group 330">
                  <a:extLst>
                    <a:ext uri="{FF2B5EF4-FFF2-40B4-BE49-F238E27FC236}">
                      <a16:creationId xmlns:a16="http://schemas.microsoft.com/office/drawing/2014/main" id="{86775FE2-A3E7-48BA-ADE5-00C779A26A6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41" name="Connector: Elbow 340">
                    <a:extLst>
                      <a:ext uri="{FF2B5EF4-FFF2-40B4-BE49-F238E27FC236}">
                        <a16:creationId xmlns:a16="http://schemas.microsoft.com/office/drawing/2014/main" id="{6E441C70-32AE-449F-907D-CCBAA1336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2" name="Straight Connector 341">
                    <a:extLst>
                      <a:ext uri="{FF2B5EF4-FFF2-40B4-BE49-F238E27FC236}">
                        <a16:creationId xmlns:a16="http://schemas.microsoft.com/office/drawing/2014/main" id="{DC3DC614-0AC2-457C-8334-F6C3849B2B4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2" name="Group 331">
                  <a:extLst>
                    <a:ext uri="{FF2B5EF4-FFF2-40B4-BE49-F238E27FC236}">
                      <a16:creationId xmlns:a16="http://schemas.microsoft.com/office/drawing/2014/main" id="{BE790B46-867D-4F6E-956F-01CC309591F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9" name="Connector: Elbow 338">
                    <a:extLst>
                      <a:ext uri="{FF2B5EF4-FFF2-40B4-BE49-F238E27FC236}">
                        <a16:creationId xmlns:a16="http://schemas.microsoft.com/office/drawing/2014/main" id="{B35183CB-9A56-492F-AF7F-A0962A1D4B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31554D4F-6C81-46B7-A5F0-39C508A67E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3" name="Group 332">
                  <a:extLst>
                    <a:ext uri="{FF2B5EF4-FFF2-40B4-BE49-F238E27FC236}">
                      <a16:creationId xmlns:a16="http://schemas.microsoft.com/office/drawing/2014/main" id="{054EA1F4-7B4B-435C-803A-A61341B1B8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7" name="Connector: Elbow 336">
                    <a:extLst>
                      <a:ext uri="{FF2B5EF4-FFF2-40B4-BE49-F238E27FC236}">
                        <a16:creationId xmlns:a16="http://schemas.microsoft.com/office/drawing/2014/main" id="{2BD1D376-1EFD-4546-8040-DADCACE32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514CBDBC-D400-43BA-A967-6AFE8D1C8F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4" name="Group 333">
                  <a:extLst>
                    <a:ext uri="{FF2B5EF4-FFF2-40B4-BE49-F238E27FC236}">
                      <a16:creationId xmlns:a16="http://schemas.microsoft.com/office/drawing/2014/main" id="{D073D33C-CDC2-42FB-BD3E-B7846573495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5" name="Connector: Elbow 334">
                    <a:extLst>
                      <a:ext uri="{FF2B5EF4-FFF2-40B4-BE49-F238E27FC236}">
                        <a16:creationId xmlns:a16="http://schemas.microsoft.com/office/drawing/2014/main" id="{0C29D45F-589F-46FA-8C03-E90B08CCED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9AA2B336-791F-4E31-A8C4-DA623AAE95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D7AC4411-6F1E-4B85-9F19-14B4EEE7D779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19" name="Group 318">
                  <a:extLst>
                    <a:ext uri="{FF2B5EF4-FFF2-40B4-BE49-F238E27FC236}">
                      <a16:creationId xmlns:a16="http://schemas.microsoft.com/office/drawing/2014/main" id="{218B1F7D-3791-40FC-810E-5FD632D976E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9" name="Connector: Elbow 328">
                    <a:extLst>
                      <a:ext uri="{FF2B5EF4-FFF2-40B4-BE49-F238E27FC236}">
                        <a16:creationId xmlns:a16="http://schemas.microsoft.com/office/drawing/2014/main" id="{77F06147-59AE-4661-B5E6-92D15C0B7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B2D37554-1F55-430C-B3A0-8E3CB5CD78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40E7FCC5-F966-41D0-AAD1-6B6EBB7863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7" name="Connector: Elbow 326">
                    <a:extLst>
                      <a:ext uri="{FF2B5EF4-FFF2-40B4-BE49-F238E27FC236}">
                        <a16:creationId xmlns:a16="http://schemas.microsoft.com/office/drawing/2014/main" id="{0583955E-444A-4E28-888A-457E276FD1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B66B234C-25E3-4BAE-92E1-87660D87BC1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F5EF8945-D276-4D33-965A-2334ECD53F0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5" name="Connector: Elbow 324">
                    <a:extLst>
                      <a:ext uri="{FF2B5EF4-FFF2-40B4-BE49-F238E27FC236}">
                        <a16:creationId xmlns:a16="http://schemas.microsoft.com/office/drawing/2014/main" id="{D4DF00F5-5144-4519-A860-A02A835EFB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A3A107E5-5378-41B0-A526-77A67EA909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2" name="Group 321">
                  <a:extLst>
                    <a:ext uri="{FF2B5EF4-FFF2-40B4-BE49-F238E27FC236}">
                      <a16:creationId xmlns:a16="http://schemas.microsoft.com/office/drawing/2014/main" id="{DF266F8D-462E-4C82-9D31-C4603189217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3" name="Connector: Elbow 322">
                    <a:extLst>
                      <a:ext uri="{FF2B5EF4-FFF2-40B4-BE49-F238E27FC236}">
                        <a16:creationId xmlns:a16="http://schemas.microsoft.com/office/drawing/2014/main" id="{583FF457-BEC5-4EBC-AD4E-1CDE0503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EB1E33E5-EBFA-4C71-9D74-9F9FDC28B0F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50F522DF-29CA-47DE-AD12-C52333DCB31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07" name="Group 306">
                  <a:extLst>
                    <a:ext uri="{FF2B5EF4-FFF2-40B4-BE49-F238E27FC236}">
                      <a16:creationId xmlns:a16="http://schemas.microsoft.com/office/drawing/2014/main" id="{598A556A-C7C5-4FED-BAB8-8967C9E156D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7" name="Connector: Elbow 316">
                    <a:extLst>
                      <a:ext uri="{FF2B5EF4-FFF2-40B4-BE49-F238E27FC236}">
                        <a16:creationId xmlns:a16="http://schemas.microsoft.com/office/drawing/2014/main" id="{F7800DBB-8D9C-44BE-83F0-1D8A9949C0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41AE77F2-4F06-47F8-89DC-CA3A354BABD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8" name="Group 307">
                  <a:extLst>
                    <a:ext uri="{FF2B5EF4-FFF2-40B4-BE49-F238E27FC236}">
                      <a16:creationId xmlns:a16="http://schemas.microsoft.com/office/drawing/2014/main" id="{D7CBEB21-2701-4881-855F-8A8A66FC8C8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5" name="Connector: Elbow 314">
                    <a:extLst>
                      <a:ext uri="{FF2B5EF4-FFF2-40B4-BE49-F238E27FC236}">
                        <a16:creationId xmlns:a16="http://schemas.microsoft.com/office/drawing/2014/main" id="{266BD88C-3105-4673-A2AB-2E880FB88E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2EEECA2F-49D0-4582-9919-169D0274FE0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9" name="Group 308">
                  <a:extLst>
                    <a:ext uri="{FF2B5EF4-FFF2-40B4-BE49-F238E27FC236}">
                      <a16:creationId xmlns:a16="http://schemas.microsoft.com/office/drawing/2014/main" id="{432B6A1E-0BED-4413-873A-D6A48C6C5E0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3" name="Connector: Elbow 312">
                    <a:extLst>
                      <a:ext uri="{FF2B5EF4-FFF2-40B4-BE49-F238E27FC236}">
                        <a16:creationId xmlns:a16="http://schemas.microsoft.com/office/drawing/2014/main" id="{C9E97AE0-59C9-4655-9CFE-7F6536A7C6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E95528F4-ECA6-4797-9BFE-3FB527086C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0" name="Group 309">
                  <a:extLst>
                    <a:ext uri="{FF2B5EF4-FFF2-40B4-BE49-F238E27FC236}">
                      <a16:creationId xmlns:a16="http://schemas.microsoft.com/office/drawing/2014/main" id="{7D6FBDCE-A85F-4264-A821-2C3E5F4A105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1" name="Connector: Elbow 310">
                    <a:extLst>
                      <a:ext uri="{FF2B5EF4-FFF2-40B4-BE49-F238E27FC236}">
                        <a16:creationId xmlns:a16="http://schemas.microsoft.com/office/drawing/2014/main" id="{3D5587EF-C26C-4F1F-B892-38FF763AEB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BBCA6E38-9AAB-4E9D-9E4D-8A4B97384BD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1" name="Group 280">
                <a:extLst>
                  <a:ext uri="{FF2B5EF4-FFF2-40B4-BE49-F238E27FC236}">
                    <a16:creationId xmlns:a16="http://schemas.microsoft.com/office/drawing/2014/main" id="{5275CAA4-42EF-46FB-A336-0B07B06CE45C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E489CF08-7A53-44EE-B788-036177C79E3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5" name="Connector: Elbow 304">
                    <a:extLst>
                      <a:ext uri="{FF2B5EF4-FFF2-40B4-BE49-F238E27FC236}">
                        <a16:creationId xmlns:a16="http://schemas.microsoft.com/office/drawing/2014/main" id="{11B5AB37-8476-4903-900B-4AFC64BAA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D3BB4A01-82BE-4D03-BB10-94F7D79409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672CDD4B-25D2-4D91-B73B-E20EF56F0D9F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3" name="Connector: Elbow 302">
                    <a:extLst>
                      <a:ext uri="{FF2B5EF4-FFF2-40B4-BE49-F238E27FC236}">
                        <a16:creationId xmlns:a16="http://schemas.microsoft.com/office/drawing/2014/main" id="{50BE1B50-CF24-4C24-9181-2CC78ED14E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89D7AE4D-54D9-4239-9169-404A5AADAD4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7E2EDDD0-436E-49F0-A83B-F04B9730900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1" name="Connector: Elbow 300">
                    <a:extLst>
                      <a:ext uri="{FF2B5EF4-FFF2-40B4-BE49-F238E27FC236}">
                        <a16:creationId xmlns:a16="http://schemas.microsoft.com/office/drawing/2014/main" id="{ECB85EB8-80E6-4822-8E62-4CC86AE8D7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C50B8AA2-F759-4F4B-A317-F4A67AED03A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F510BD6B-DAD4-40B6-A995-DBBE22B6F48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9" name="Connector: Elbow 298">
                    <a:extLst>
                      <a:ext uri="{FF2B5EF4-FFF2-40B4-BE49-F238E27FC236}">
                        <a16:creationId xmlns:a16="http://schemas.microsoft.com/office/drawing/2014/main" id="{BEB1DBB7-7C6C-4F60-92C1-9531BCC8A3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DA60B41F-4160-4D6F-B6A4-27465F73F3D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25E2EA8D-5D74-4525-8183-BB7CED92B900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44CA7DA9-5A4D-42EC-97D3-1E6A9A0FD44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3" name="Connector: Elbow 292">
                    <a:extLst>
                      <a:ext uri="{FF2B5EF4-FFF2-40B4-BE49-F238E27FC236}">
                        <a16:creationId xmlns:a16="http://schemas.microsoft.com/office/drawing/2014/main" id="{43E4E2CF-248E-4D03-A272-E0739B20A1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B01E810A-36F5-4A97-83DA-4A99DA6F7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C075FC67-307D-46FF-86B0-71D49D5D17E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1" name="Connector: Elbow 290">
                    <a:extLst>
                      <a:ext uri="{FF2B5EF4-FFF2-40B4-BE49-F238E27FC236}">
                        <a16:creationId xmlns:a16="http://schemas.microsoft.com/office/drawing/2014/main" id="{5B737C15-6CDA-4160-A2B0-AEE99565A0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80258C5-B8FB-4AE2-AE00-1C4B67E840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2B48E502-634C-4C78-A11C-D7B9AC62B3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9" name="Connector: Elbow 288">
                    <a:extLst>
                      <a:ext uri="{FF2B5EF4-FFF2-40B4-BE49-F238E27FC236}">
                        <a16:creationId xmlns:a16="http://schemas.microsoft.com/office/drawing/2014/main" id="{701501ED-A518-4E9B-89F8-4F7A7D6451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8E5724C9-B21F-4FCB-A2CC-E1F8E45192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B6239EC1-6993-42B9-8131-E2B7A428A1B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7" name="Connector: Elbow 286">
                    <a:extLst>
                      <a:ext uri="{FF2B5EF4-FFF2-40B4-BE49-F238E27FC236}">
                        <a16:creationId xmlns:a16="http://schemas.microsoft.com/office/drawing/2014/main" id="{8CF61308-3BEE-4692-8015-2ACD54A2FB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ABB9641C-D913-4930-950F-9CD50417CF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275BC161-FAE4-4E5D-ACDA-C7D90D264638}"/>
              </a:ext>
            </a:extLst>
          </p:cNvPr>
          <p:cNvGrpSpPr/>
          <p:nvPr/>
        </p:nvGrpSpPr>
        <p:grpSpPr>
          <a:xfrm>
            <a:off x="51747" y="3726397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9" name="TextBox 408">
                  <a:extLst>
                    <a:ext uri="{FF2B5EF4-FFF2-40B4-BE49-F238E27FC236}">
                      <a16:creationId xmlns:a16="http://schemas.microsoft.com/office/drawing/2014/main" id="{6D7778B6-3947-480A-963C-0A47C08CBF62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=20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409" name="TextBox 408">
                  <a:extLst>
                    <a:ext uri="{FF2B5EF4-FFF2-40B4-BE49-F238E27FC236}">
                      <a16:creationId xmlns:a16="http://schemas.microsoft.com/office/drawing/2014/main" id="{6D7778B6-3947-480A-963C-0A47C08CBF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13"/>
                  <a:stretch>
                    <a:fillRect l="-1183" r="-118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0" name="TextBox 409">
                  <a:extLst>
                    <a:ext uri="{FF2B5EF4-FFF2-40B4-BE49-F238E27FC236}">
                      <a16:creationId xmlns:a16="http://schemas.microsoft.com/office/drawing/2014/main" id="{1F3A962A-7152-4AAC-BD25-3C66A5DE004A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10" name="TextBox 409">
                  <a:extLst>
                    <a:ext uri="{FF2B5EF4-FFF2-40B4-BE49-F238E27FC236}">
                      <a16:creationId xmlns:a16="http://schemas.microsoft.com/office/drawing/2014/main" id="{1F3A962A-7152-4AAC-BD25-3C66A5DE00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8" r="-1365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40199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112964" y="1450788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8" r="-1365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1" y="1205657"/>
            <a:ext cx="3657599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8520A50-F613-4005-A9E1-9088E574423A}"/>
              </a:ext>
            </a:extLst>
          </p:cNvPr>
          <p:cNvGrpSpPr/>
          <p:nvPr/>
        </p:nvGrpSpPr>
        <p:grpSpPr>
          <a:xfrm>
            <a:off x="5967341" y="1205657"/>
            <a:ext cx="3657599" cy="650776"/>
            <a:chOff x="2084807" y="1205657"/>
            <a:chExt cx="3657599" cy="650776"/>
          </a:xfrm>
        </p:grpSpPr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0C2FB276-0B89-452C-8C10-1CAAA7E1FDEA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343" name="Group 342">
                <a:extLst>
                  <a:ext uri="{FF2B5EF4-FFF2-40B4-BE49-F238E27FC236}">
                    <a16:creationId xmlns:a16="http://schemas.microsoft.com/office/drawing/2014/main" id="{AB443AB6-2BA4-4BE6-92B3-BFF4F7C87E0D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96" name="Group 395">
                  <a:extLst>
                    <a:ext uri="{FF2B5EF4-FFF2-40B4-BE49-F238E27FC236}">
                      <a16:creationId xmlns:a16="http://schemas.microsoft.com/office/drawing/2014/main" id="{AABCF8D9-D5BF-4048-932D-77E68554DAD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6" name="Connector: Elbow 405">
                    <a:extLst>
                      <a:ext uri="{FF2B5EF4-FFF2-40B4-BE49-F238E27FC236}">
                        <a16:creationId xmlns:a16="http://schemas.microsoft.com/office/drawing/2014/main" id="{50E2D627-9487-4149-A3D5-40E2C2AE64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7" name="Straight Connector 406">
                    <a:extLst>
                      <a:ext uri="{FF2B5EF4-FFF2-40B4-BE49-F238E27FC236}">
                        <a16:creationId xmlns:a16="http://schemas.microsoft.com/office/drawing/2014/main" id="{D5EB472B-FD15-4AA0-9219-F207398377D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7" name="Group 396">
                  <a:extLst>
                    <a:ext uri="{FF2B5EF4-FFF2-40B4-BE49-F238E27FC236}">
                      <a16:creationId xmlns:a16="http://schemas.microsoft.com/office/drawing/2014/main" id="{FDAF4DDE-B85F-4B44-9071-6CD751F000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4" name="Connector: Elbow 403">
                    <a:extLst>
                      <a:ext uri="{FF2B5EF4-FFF2-40B4-BE49-F238E27FC236}">
                        <a16:creationId xmlns:a16="http://schemas.microsoft.com/office/drawing/2014/main" id="{BF6C3101-2A8F-44BD-9F40-9E8B7F6FF8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5" name="Straight Connector 404">
                    <a:extLst>
                      <a:ext uri="{FF2B5EF4-FFF2-40B4-BE49-F238E27FC236}">
                        <a16:creationId xmlns:a16="http://schemas.microsoft.com/office/drawing/2014/main" id="{D221A345-A8E6-4839-AAF2-04FD7559F5C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4A80A9F3-CB61-48CE-AD4F-66833FB0A9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2" name="Connector: Elbow 401">
                    <a:extLst>
                      <a:ext uri="{FF2B5EF4-FFF2-40B4-BE49-F238E27FC236}">
                        <a16:creationId xmlns:a16="http://schemas.microsoft.com/office/drawing/2014/main" id="{1D3E197A-27F9-433F-9624-584BE2A576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3" name="Straight Connector 402">
                    <a:extLst>
                      <a:ext uri="{FF2B5EF4-FFF2-40B4-BE49-F238E27FC236}">
                        <a16:creationId xmlns:a16="http://schemas.microsoft.com/office/drawing/2014/main" id="{41224A37-FFC0-4AFC-9E43-868F9D2365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9" name="Group 398">
                  <a:extLst>
                    <a:ext uri="{FF2B5EF4-FFF2-40B4-BE49-F238E27FC236}">
                      <a16:creationId xmlns:a16="http://schemas.microsoft.com/office/drawing/2014/main" id="{FACBD958-6A24-428B-8C8C-C1CEA98F51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0" name="Connector: Elbow 399">
                    <a:extLst>
                      <a:ext uri="{FF2B5EF4-FFF2-40B4-BE49-F238E27FC236}">
                        <a16:creationId xmlns:a16="http://schemas.microsoft.com/office/drawing/2014/main" id="{8A9B6EAE-C5B9-4465-8386-4473A28145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1" name="Straight Connector 400">
                    <a:extLst>
                      <a:ext uri="{FF2B5EF4-FFF2-40B4-BE49-F238E27FC236}">
                        <a16:creationId xmlns:a16="http://schemas.microsoft.com/office/drawing/2014/main" id="{EA719586-F4C2-4516-8769-5CDAD75332B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4" name="Group 343">
                <a:extLst>
                  <a:ext uri="{FF2B5EF4-FFF2-40B4-BE49-F238E27FC236}">
                    <a16:creationId xmlns:a16="http://schemas.microsoft.com/office/drawing/2014/main" id="{53F03A33-FF25-459D-8375-7E8473C5ACC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FB296257-2D17-424A-9B82-15583C44BB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4" name="Connector: Elbow 393">
                    <a:extLst>
                      <a:ext uri="{FF2B5EF4-FFF2-40B4-BE49-F238E27FC236}">
                        <a16:creationId xmlns:a16="http://schemas.microsoft.com/office/drawing/2014/main" id="{1441A6B8-E3FE-4810-976F-019DA49E5C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5" name="Straight Connector 394">
                    <a:extLst>
                      <a:ext uri="{FF2B5EF4-FFF2-40B4-BE49-F238E27FC236}">
                        <a16:creationId xmlns:a16="http://schemas.microsoft.com/office/drawing/2014/main" id="{B6569782-9EEE-4A09-8D38-E40EB0E340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5" name="Group 384">
                  <a:extLst>
                    <a:ext uri="{FF2B5EF4-FFF2-40B4-BE49-F238E27FC236}">
                      <a16:creationId xmlns:a16="http://schemas.microsoft.com/office/drawing/2014/main" id="{DC052E1B-B3D6-4C82-9B70-71A3C257FD2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2" name="Connector: Elbow 391">
                    <a:extLst>
                      <a:ext uri="{FF2B5EF4-FFF2-40B4-BE49-F238E27FC236}">
                        <a16:creationId xmlns:a16="http://schemas.microsoft.com/office/drawing/2014/main" id="{8B0F0E2E-3820-45C0-8F9F-62801E33E1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3" name="Straight Connector 392">
                    <a:extLst>
                      <a:ext uri="{FF2B5EF4-FFF2-40B4-BE49-F238E27FC236}">
                        <a16:creationId xmlns:a16="http://schemas.microsoft.com/office/drawing/2014/main" id="{8EF99E68-6082-498C-96B9-61B7317695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6" name="Group 385">
                  <a:extLst>
                    <a:ext uri="{FF2B5EF4-FFF2-40B4-BE49-F238E27FC236}">
                      <a16:creationId xmlns:a16="http://schemas.microsoft.com/office/drawing/2014/main" id="{91112911-00A7-4DCB-9571-91287E214F9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0" name="Connector: Elbow 389">
                    <a:extLst>
                      <a:ext uri="{FF2B5EF4-FFF2-40B4-BE49-F238E27FC236}">
                        <a16:creationId xmlns:a16="http://schemas.microsoft.com/office/drawing/2014/main" id="{1C6D0F22-768B-4E81-BAF2-43C51994EC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1" name="Straight Connector 390">
                    <a:extLst>
                      <a:ext uri="{FF2B5EF4-FFF2-40B4-BE49-F238E27FC236}">
                        <a16:creationId xmlns:a16="http://schemas.microsoft.com/office/drawing/2014/main" id="{BD6C5E6F-C44E-46C9-9D45-0605A1AF796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7" name="Group 386">
                  <a:extLst>
                    <a:ext uri="{FF2B5EF4-FFF2-40B4-BE49-F238E27FC236}">
                      <a16:creationId xmlns:a16="http://schemas.microsoft.com/office/drawing/2014/main" id="{7849C7E9-8C3B-40DC-88D0-0226122D772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8" name="Connector: Elbow 387">
                    <a:extLst>
                      <a:ext uri="{FF2B5EF4-FFF2-40B4-BE49-F238E27FC236}">
                        <a16:creationId xmlns:a16="http://schemas.microsoft.com/office/drawing/2014/main" id="{A06E0267-6FAE-4962-9070-856B8BA01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9" name="Straight Connector 388">
                    <a:extLst>
                      <a:ext uri="{FF2B5EF4-FFF2-40B4-BE49-F238E27FC236}">
                        <a16:creationId xmlns:a16="http://schemas.microsoft.com/office/drawing/2014/main" id="{B013D430-32F9-4E72-B9F8-98FD604E277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5" name="Group 344">
                <a:extLst>
                  <a:ext uri="{FF2B5EF4-FFF2-40B4-BE49-F238E27FC236}">
                    <a16:creationId xmlns:a16="http://schemas.microsoft.com/office/drawing/2014/main" id="{965C6E3A-AB46-47E5-BB56-12C2A7ABBD8E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E102F3E6-B041-4840-837E-5FD8FEF2048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2" name="Connector: Elbow 381">
                    <a:extLst>
                      <a:ext uri="{FF2B5EF4-FFF2-40B4-BE49-F238E27FC236}">
                        <a16:creationId xmlns:a16="http://schemas.microsoft.com/office/drawing/2014/main" id="{674CACC5-C7CB-463E-9BBB-5B5907DC1F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3" name="Straight Connector 382">
                    <a:extLst>
                      <a:ext uri="{FF2B5EF4-FFF2-40B4-BE49-F238E27FC236}">
                        <a16:creationId xmlns:a16="http://schemas.microsoft.com/office/drawing/2014/main" id="{1BB97817-3B3B-4583-8F9E-E6B7BB343F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F46FD119-B719-4082-A8CA-12C70A7E9B2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0" name="Connector: Elbow 379">
                    <a:extLst>
                      <a:ext uri="{FF2B5EF4-FFF2-40B4-BE49-F238E27FC236}">
                        <a16:creationId xmlns:a16="http://schemas.microsoft.com/office/drawing/2014/main" id="{3777EA0B-74F6-4952-8594-924BD01E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1" name="Straight Connector 380">
                    <a:extLst>
                      <a:ext uri="{FF2B5EF4-FFF2-40B4-BE49-F238E27FC236}">
                        <a16:creationId xmlns:a16="http://schemas.microsoft.com/office/drawing/2014/main" id="{EA9521C4-79F7-4E42-B46B-BDD00943BD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4" name="Group 373">
                  <a:extLst>
                    <a:ext uri="{FF2B5EF4-FFF2-40B4-BE49-F238E27FC236}">
                      <a16:creationId xmlns:a16="http://schemas.microsoft.com/office/drawing/2014/main" id="{23124A8C-69CA-482E-9D9A-E61461CA05E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8" name="Connector: Elbow 377">
                    <a:extLst>
                      <a:ext uri="{FF2B5EF4-FFF2-40B4-BE49-F238E27FC236}">
                        <a16:creationId xmlns:a16="http://schemas.microsoft.com/office/drawing/2014/main" id="{07C1E200-596E-403C-A4D6-BBA718A2D6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7C411C08-F33A-4D4B-B00E-442864B7A0E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5" name="Group 374">
                  <a:extLst>
                    <a:ext uri="{FF2B5EF4-FFF2-40B4-BE49-F238E27FC236}">
                      <a16:creationId xmlns:a16="http://schemas.microsoft.com/office/drawing/2014/main" id="{7BCF4F31-2E60-4FF8-AA5E-6C9AA2DD231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6" name="Connector: Elbow 375">
                    <a:extLst>
                      <a:ext uri="{FF2B5EF4-FFF2-40B4-BE49-F238E27FC236}">
                        <a16:creationId xmlns:a16="http://schemas.microsoft.com/office/drawing/2014/main" id="{8A97AF28-A7BD-4907-83BD-40B92E60AF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7" name="Straight Connector 376">
                    <a:extLst>
                      <a:ext uri="{FF2B5EF4-FFF2-40B4-BE49-F238E27FC236}">
                        <a16:creationId xmlns:a16="http://schemas.microsoft.com/office/drawing/2014/main" id="{DA2406FC-9BBC-47A7-8B03-751995D9E47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6" name="Group 345">
                <a:extLst>
                  <a:ext uri="{FF2B5EF4-FFF2-40B4-BE49-F238E27FC236}">
                    <a16:creationId xmlns:a16="http://schemas.microsoft.com/office/drawing/2014/main" id="{5D9CB720-FEE7-461C-9E54-936F3B44CCA9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33843295-D5D1-41DE-B180-9D921585209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0" name="Connector: Elbow 369">
                    <a:extLst>
                      <a:ext uri="{FF2B5EF4-FFF2-40B4-BE49-F238E27FC236}">
                        <a16:creationId xmlns:a16="http://schemas.microsoft.com/office/drawing/2014/main" id="{862184A7-36A1-4CD7-BA38-1B781F0C9E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1" name="Straight Connector 370">
                    <a:extLst>
                      <a:ext uri="{FF2B5EF4-FFF2-40B4-BE49-F238E27FC236}">
                        <a16:creationId xmlns:a16="http://schemas.microsoft.com/office/drawing/2014/main" id="{ABBE1586-8B20-426B-BB3F-448418D062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A46ADCCD-61CC-40BA-BE7E-3AA892C5102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8" name="Connector: Elbow 367">
                    <a:extLst>
                      <a:ext uri="{FF2B5EF4-FFF2-40B4-BE49-F238E27FC236}">
                        <a16:creationId xmlns:a16="http://schemas.microsoft.com/office/drawing/2014/main" id="{D9719532-7C9B-4837-BC4D-E4A6F9171D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9" name="Straight Connector 368">
                    <a:extLst>
                      <a:ext uri="{FF2B5EF4-FFF2-40B4-BE49-F238E27FC236}">
                        <a16:creationId xmlns:a16="http://schemas.microsoft.com/office/drawing/2014/main" id="{0AC157AF-8F83-4B41-AA9C-DC1AFC3972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2" name="Group 361">
                  <a:extLst>
                    <a:ext uri="{FF2B5EF4-FFF2-40B4-BE49-F238E27FC236}">
                      <a16:creationId xmlns:a16="http://schemas.microsoft.com/office/drawing/2014/main" id="{6B7C6BA8-020A-45F4-82F7-A45DF31284B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6" name="Connector: Elbow 365">
                    <a:extLst>
                      <a:ext uri="{FF2B5EF4-FFF2-40B4-BE49-F238E27FC236}">
                        <a16:creationId xmlns:a16="http://schemas.microsoft.com/office/drawing/2014/main" id="{AB933DF1-6E16-4381-B49B-10CFF9F99E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30489288-2124-40EB-8541-948949D66D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3" name="Group 362">
                  <a:extLst>
                    <a:ext uri="{FF2B5EF4-FFF2-40B4-BE49-F238E27FC236}">
                      <a16:creationId xmlns:a16="http://schemas.microsoft.com/office/drawing/2014/main" id="{511A8A8B-1C87-42BC-89FA-31E0A20AA25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4" name="Connector: Elbow 363">
                    <a:extLst>
                      <a:ext uri="{FF2B5EF4-FFF2-40B4-BE49-F238E27FC236}">
                        <a16:creationId xmlns:a16="http://schemas.microsoft.com/office/drawing/2014/main" id="{A9C5B053-B477-4666-B360-5F8757099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85DFB0BE-14D8-48D7-9F18-6A5AF030D0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42323A03-11B7-42DA-B148-A10DE9C1B43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71AE91E2-9C99-4254-9873-C1DB90389E9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8" name="Connector: Elbow 357">
                    <a:extLst>
                      <a:ext uri="{FF2B5EF4-FFF2-40B4-BE49-F238E27FC236}">
                        <a16:creationId xmlns:a16="http://schemas.microsoft.com/office/drawing/2014/main" id="{3701FE91-5CE9-41D8-ABFC-1F25B94C1E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9" name="Straight Connector 358">
                    <a:extLst>
                      <a:ext uri="{FF2B5EF4-FFF2-40B4-BE49-F238E27FC236}">
                        <a16:creationId xmlns:a16="http://schemas.microsoft.com/office/drawing/2014/main" id="{D0A3521D-546A-4E1E-AB57-0BEC3F990E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95616D0-E26D-4057-A547-D287BEB1493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6" name="Connector: Elbow 355">
                    <a:extLst>
                      <a:ext uri="{FF2B5EF4-FFF2-40B4-BE49-F238E27FC236}">
                        <a16:creationId xmlns:a16="http://schemas.microsoft.com/office/drawing/2014/main" id="{DAB1F5FC-B0FB-4516-A938-BF6A469A58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Straight Connector 356">
                    <a:extLst>
                      <a:ext uri="{FF2B5EF4-FFF2-40B4-BE49-F238E27FC236}">
                        <a16:creationId xmlns:a16="http://schemas.microsoft.com/office/drawing/2014/main" id="{2B96DDA4-9791-43B2-B431-D062E9DC895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0" name="Group 349">
                  <a:extLst>
                    <a:ext uri="{FF2B5EF4-FFF2-40B4-BE49-F238E27FC236}">
                      <a16:creationId xmlns:a16="http://schemas.microsoft.com/office/drawing/2014/main" id="{56ECE1AD-C8EE-4A86-87B2-FF3D4B95D00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4" name="Connector: Elbow 353">
                    <a:extLst>
                      <a:ext uri="{FF2B5EF4-FFF2-40B4-BE49-F238E27FC236}">
                        <a16:creationId xmlns:a16="http://schemas.microsoft.com/office/drawing/2014/main" id="{8D9713E4-145F-479E-A22B-88D5D9D98F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AB44C2AF-FF89-49A1-9DB6-D8EFF87DAD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1" name="Group 350">
                  <a:extLst>
                    <a:ext uri="{FF2B5EF4-FFF2-40B4-BE49-F238E27FC236}">
                      <a16:creationId xmlns:a16="http://schemas.microsoft.com/office/drawing/2014/main" id="{85779027-11B3-4903-A640-4ADBE325C04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2" name="Connector: Elbow 351">
                    <a:extLst>
                      <a:ext uri="{FF2B5EF4-FFF2-40B4-BE49-F238E27FC236}">
                        <a16:creationId xmlns:a16="http://schemas.microsoft.com/office/drawing/2014/main" id="{318F6C04-E031-446F-BC82-F829B9609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35DE0D46-7AB8-476C-88C2-3A8157920DB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216186EC-0DEA-4D6E-BDCD-C213C5025CEC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6E8CB1F7-C78C-433A-AB1D-BB2D0C8A960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31" name="Group 330">
                  <a:extLst>
                    <a:ext uri="{FF2B5EF4-FFF2-40B4-BE49-F238E27FC236}">
                      <a16:creationId xmlns:a16="http://schemas.microsoft.com/office/drawing/2014/main" id="{86775FE2-A3E7-48BA-ADE5-00C779A26A6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41" name="Connector: Elbow 340">
                    <a:extLst>
                      <a:ext uri="{FF2B5EF4-FFF2-40B4-BE49-F238E27FC236}">
                        <a16:creationId xmlns:a16="http://schemas.microsoft.com/office/drawing/2014/main" id="{6E441C70-32AE-449F-907D-CCBAA1336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2" name="Straight Connector 341">
                    <a:extLst>
                      <a:ext uri="{FF2B5EF4-FFF2-40B4-BE49-F238E27FC236}">
                        <a16:creationId xmlns:a16="http://schemas.microsoft.com/office/drawing/2014/main" id="{DC3DC614-0AC2-457C-8334-F6C3849B2B4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2" name="Group 331">
                  <a:extLst>
                    <a:ext uri="{FF2B5EF4-FFF2-40B4-BE49-F238E27FC236}">
                      <a16:creationId xmlns:a16="http://schemas.microsoft.com/office/drawing/2014/main" id="{BE790B46-867D-4F6E-956F-01CC309591F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9" name="Connector: Elbow 338">
                    <a:extLst>
                      <a:ext uri="{FF2B5EF4-FFF2-40B4-BE49-F238E27FC236}">
                        <a16:creationId xmlns:a16="http://schemas.microsoft.com/office/drawing/2014/main" id="{B35183CB-9A56-492F-AF7F-A0962A1D4B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31554D4F-6C81-46B7-A5F0-39C508A67E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3" name="Group 332">
                  <a:extLst>
                    <a:ext uri="{FF2B5EF4-FFF2-40B4-BE49-F238E27FC236}">
                      <a16:creationId xmlns:a16="http://schemas.microsoft.com/office/drawing/2014/main" id="{054EA1F4-7B4B-435C-803A-A61341B1B8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7" name="Connector: Elbow 336">
                    <a:extLst>
                      <a:ext uri="{FF2B5EF4-FFF2-40B4-BE49-F238E27FC236}">
                        <a16:creationId xmlns:a16="http://schemas.microsoft.com/office/drawing/2014/main" id="{2BD1D376-1EFD-4546-8040-DADCACE32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514CBDBC-D400-43BA-A967-6AFE8D1C8F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4" name="Group 333">
                  <a:extLst>
                    <a:ext uri="{FF2B5EF4-FFF2-40B4-BE49-F238E27FC236}">
                      <a16:creationId xmlns:a16="http://schemas.microsoft.com/office/drawing/2014/main" id="{D073D33C-CDC2-42FB-BD3E-B7846573495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5" name="Connector: Elbow 334">
                    <a:extLst>
                      <a:ext uri="{FF2B5EF4-FFF2-40B4-BE49-F238E27FC236}">
                        <a16:creationId xmlns:a16="http://schemas.microsoft.com/office/drawing/2014/main" id="{0C29D45F-589F-46FA-8C03-E90B08CCED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9AA2B336-791F-4E31-A8C4-DA623AAE95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D7AC4411-6F1E-4B85-9F19-14B4EEE7D779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19" name="Group 318">
                  <a:extLst>
                    <a:ext uri="{FF2B5EF4-FFF2-40B4-BE49-F238E27FC236}">
                      <a16:creationId xmlns:a16="http://schemas.microsoft.com/office/drawing/2014/main" id="{218B1F7D-3791-40FC-810E-5FD632D976E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9" name="Connector: Elbow 328">
                    <a:extLst>
                      <a:ext uri="{FF2B5EF4-FFF2-40B4-BE49-F238E27FC236}">
                        <a16:creationId xmlns:a16="http://schemas.microsoft.com/office/drawing/2014/main" id="{77F06147-59AE-4661-B5E6-92D15C0B7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B2D37554-1F55-430C-B3A0-8E3CB5CD78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40E7FCC5-F966-41D0-AAD1-6B6EBB7863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7" name="Connector: Elbow 326">
                    <a:extLst>
                      <a:ext uri="{FF2B5EF4-FFF2-40B4-BE49-F238E27FC236}">
                        <a16:creationId xmlns:a16="http://schemas.microsoft.com/office/drawing/2014/main" id="{0583955E-444A-4E28-888A-457E276FD1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B66B234C-25E3-4BAE-92E1-87660D87BC1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F5EF8945-D276-4D33-965A-2334ECD53F0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5" name="Connector: Elbow 324">
                    <a:extLst>
                      <a:ext uri="{FF2B5EF4-FFF2-40B4-BE49-F238E27FC236}">
                        <a16:creationId xmlns:a16="http://schemas.microsoft.com/office/drawing/2014/main" id="{D4DF00F5-5144-4519-A860-A02A835EFB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A3A107E5-5378-41B0-A526-77A67EA909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2" name="Group 321">
                  <a:extLst>
                    <a:ext uri="{FF2B5EF4-FFF2-40B4-BE49-F238E27FC236}">
                      <a16:creationId xmlns:a16="http://schemas.microsoft.com/office/drawing/2014/main" id="{DF266F8D-462E-4C82-9D31-C4603189217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3" name="Connector: Elbow 322">
                    <a:extLst>
                      <a:ext uri="{FF2B5EF4-FFF2-40B4-BE49-F238E27FC236}">
                        <a16:creationId xmlns:a16="http://schemas.microsoft.com/office/drawing/2014/main" id="{583FF457-BEC5-4EBC-AD4E-1CDE0503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EB1E33E5-EBFA-4C71-9D74-9F9FDC28B0F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50F522DF-29CA-47DE-AD12-C52333DCB31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07" name="Group 306">
                  <a:extLst>
                    <a:ext uri="{FF2B5EF4-FFF2-40B4-BE49-F238E27FC236}">
                      <a16:creationId xmlns:a16="http://schemas.microsoft.com/office/drawing/2014/main" id="{598A556A-C7C5-4FED-BAB8-8967C9E156D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7" name="Connector: Elbow 316">
                    <a:extLst>
                      <a:ext uri="{FF2B5EF4-FFF2-40B4-BE49-F238E27FC236}">
                        <a16:creationId xmlns:a16="http://schemas.microsoft.com/office/drawing/2014/main" id="{F7800DBB-8D9C-44BE-83F0-1D8A9949C0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41AE77F2-4F06-47F8-89DC-CA3A354BABD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8" name="Group 307">
                  <a:extLst>
                    <a:ext uri="{FF2B5EF4-FFF2-40B4-BE49-F238E27FC236}">
                      <a16:creationId xmlns:a16="http://schemas.microsoft.com/office/drawing/2014/main" id="{D7CBEB21-2701-4881-855F-8A8A66FC8C8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5" name="Connector: Elbow 314">
                    <a:extLst>
                      <a:ext uri="{FF2B5EF4-FFF2-40B4-BE49-F238E27FC236}">
                        <a16:creationId xmlns:a16="http://schemas.microsoft.com/office/drawing/2014/main" id="{266BD88C-3105-4673-A2AB-2E880FB88E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2EEECA2F-49D0-4582-9919-169D0274FE0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9" name="Group 308">
                  <a:extLst>
                    <a:ext uri="{FF2B5EF4-FFF2-40B4-BE49-F238E27FC236}">
                      <a16:creationId xmlns:a16="http://schemas.microsoft.com/office/drawing/2014/main" id="{432B6A1E-0BED-4413-873A-D6A48C6C5E0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3" name="Connector: Elbow 312">
                    <a:extLst>
                      <a:ext uri="{FF2B5EF4-FFF2-40B4-BE49-F238E27FC236}">
                        <a16:creationId xmlns:a16="http://schemas.microsoft.com/office/drawing/2014/main" id="{C9E97AE0-59C9-4655-9CFE-7F6536A7C6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E95528F4-ECA6-4797-9BFE-3FB527086C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0" name="Group 309">
                  <a:extLst>
                    <a:ext uri="{FF2B5EF4-FFF2-40B4-BE49-F238E27FC236}">
                      <a16:creationId xmlns:a16="http://schemas.microsoft.com/office/drawing/2014/main" id="{7D6FBDCE-A85F-4264-A821-2C3E5F4A105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1" name="Connector: Elbow 310">
                    <a:extLst>
                      <a:ext uri="{FF2B5EF4-FFF2-40B4-BE49-F238E27FC236}">
                        <a16:creationId xmlns:a16="http://schemas.microsoft.com/office/drawing/2014/main" id="{3D5587EF-C26C-4F1F-B892-38FF763AEB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BBCA6E38-9AAB-4E9D-9E4D-8A4B97384BD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1" name="Group 280">
                <a:extLst>
                  <a:ext uri="{FF2B5EF4-FFF2-40B4-BE49-F238E27FC236}">
                    <a16:creationId xmlns:a16="http://schemas.microsoft.com/office/drawing/2014/main" id="{5275CAA4-42EF-46FB-A336-0B07B06CE45C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E489CF08-7A53-44EE-B788-036177C79E3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5" name="Connector: Elbow 304">
                    <a:extLst>
                      <a:ext uri="{FF2B5EF4-FFF2-40B4-BE49-F238E27FC236}">
                        <a16:creationId xmlns:a16="http://schemas.microsoft.com/office/drawing/2014/main" id="{11B5AB37-8476-4903-900B-4AFC64BAA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D3BB4A01-82BE-4D03-BB10-94F7D79409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672CDD4B-25D2-4D91-B73B-E20EF56F0D9F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3" name="Connector: Elbow 302">
                    <a:extLst>
                      <a:ext uri="{FF2B5EF4-FFF2-40B4-BE49-F238E27FC236}">
                        <a16:creationId xmlns:a16="http://schemas.microsoft.com/office/drawing/2014/main" id="{50BE1B50-CF24-4C24-9181-2CC78ED14E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89D7AE4D-54D9-4239-9169-404A5AADAD4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7E2EDDD0-436E-49F0-A83B-F04B9730900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1" name="Connector: Elbow 300">
                    <a:extLst>
                      <a:ext uri="{FF2B5EF4-FFF2-40B4-BE49-F238E27FC236}">
                        <a16:creationId xmlns:a16="http://schemas.microsoft.com/office/drawing/2014/main" id="{ECB85EB8-80E6-4822-8E62-4CC86AE8D7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C50B8AA2-F759-4F4B-A317-F4A67AED03A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F510BD6B-DAD4-40B6-A995-DBBE22B6F48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9" name="Connector: Elbow 298">
                    <a:extLst>
                      <a:ext uri="{FF2B5EF4-FFF2-40B4-BE49-F238E27FC236}">
                        <a16:creationId xmlns:a16="http://schemas.microsoft.com/office/drawing/2014/main" id="{BEB1DBB7-7C6C-4F60-92C1-9531BCC8A3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DA60B41F-4160-4D6F-B6A4-27465F73F3D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25E2EA8D-5D74-4525-8183-BB7CED92B900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44CA7DA9-5A4D-42EC-97D3-1E6A9A0FD44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3" name="Connector: Elbow 292">
                    <a:extLst>
                      <a:ext uri="{FF2B5EF4-FFF2-40B4-BE49-F238E27FC236}">
                        <a16:creationId xmlns:a16="http://schemas.microsoft.com/office/drawing/2014/main" id="{43E4E2CF-248E-4D03-A272-E0739B20A1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B01E810A-36F5-4A97-83DA-4A99DA6F7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C075FC67-307D-46FF-86B0-71D49D5D17E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1" name="Connector: Elbow 290">
                    <a:extLst>
                      <a:ext uri="{FF2B5EF4-FFF2-40B4-BE49-F238E27FC236}">
                        <a16:creationId xmlns:a16="http://schemas.microsoft.com/office/drawing/2014/main" id="{5B737C15-6CDA-4160-A2B0-AEE99565A0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80258C5-B8FB-4AE2-AE00-1C4B67E840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2B48E502-634C-4C78-A11C-D7B9AC62B3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9" name="Connector: Elbow 288">
                    <a:extLst>
                      <a:ext uri="{FF2B5EF4-FFF2-40B4-BE49-F238E27FC236}">
                        <a16:creationId xmlns:a16="http://schemas.microsoft.com/office/drawing/2014/main" id="{701501ED-A518-4E9B-89F8-4F7A7D6451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8E5724C9-B21F-4FCB-A2CC-E1F8E45192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B6239EC1-6993-42B9-8131-E2B7A428A1B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7" name="Connector: Elbow 286">
                    <a:extLst>
                      <a:ext uri="{FF2B5EF4-FFF2-40B4-BE49-F238E27FC236}">
                        <a16:creationId xmlns:a16="http://schemas.microsoft.com/office/drawing/2014/main" id="{8CF61308-3BEE-4692-8015-2ACD54A2FB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ABB9641C-D913-4930-950F-9CD50417CF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F3A9BEDF-2B37-4B6A-8509-151DDFB0074A}"/>
              </a:ext>
            </a:extLst>
          </p:cNvPr>
          <p:cNvGrpSpPr/>
          <p:nvPr/>
        </p:nvGrpSpPr>
        <p:grpSpPr>
          <a:xfrm>
            <a:off x="112964" y="2461352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/>
                <p:nvPr/>
              </p:nvSpPr>
              <p:spPr>
                <a:xfrm>
                  <a:off x="-416002" y="1686962"/>
                  <a:ext cx="167206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𝑃𝑊𝑀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6002" y="1686962"/>
                  <a:ext cx="1672061" cy="169277"/>
                </a:xfrm>
                <a:prstGeom prst="rect">
                  <a:avLst/>
                </a:prstGeom>
                <a:blipFill>
                  <a:blip r:embed="rId5"/>
                  <a:stretch>
                    <a:fillRect l="-1460" r="-1825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1" y="2216221"/>
            <a:ext cx="3657599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CCC38FBA-D151-4BCA-9C85-FEFBA332A534}"/>
              </a:ext>
            </a:extLst>
          </p:cNvPr>
          <p:cNvGrpSpPr/>
          <p:nvPr/>
        </p:nvGrpSpPr>
        <p:grpSpPr>
          <a:xfrm>
            <a:off x="5967341" y="2216221"/>
            <a:ext cx="3657599" cy="650776"/>
            <a:chOff x="2084807" y="1205657"/>
            <a:chExt cx="3657599" cy="650776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6ACF80DB-F148-4D80-9159-BDDAC17B1272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F9D51F20-1621-4156-B068-18907292CFB5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73" name="Group 672">
                  <a:extLst>
                    <a:ext uri="{FF2B5EF4-FFF2-40B4-BE49-F238E27FC236}">
                      <a16:creationId xmlns:a16="http://schemas.microsoft.com/office/drawing/2014/main" id="{3DBA7957-A12F-4118-9AE4-F6551BC9953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3" name="Connector: Elbow 682">
                    <a:extLst>
                      <a:ext uri="{FF2B5EF4-FFF2-40B4-BE49-F238E27FC236}">
                        <a16:creationId xmlns:a16="http://schemas.microsoft.com/office/drawing/2014/main" id="{B24A8A08-6DA2-45A0-9077-14DF228AD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4" name="Straight Connector 683">
                    <a:extLst>
                      <a:ext uri="{FF2B5EF4-FFF2-40B4-BE49-F238E27FC236}">
                        <a16:creationId xmlns:a16="http://schemas.microsoft.com/office/drawing/2014/main" id="{6B305CC6-7946-4729-B860-8B04CD7BFE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4" name="Group 673">
                  <a:extLst>
                    <a:ext uri="{FF2B5EF4-FFF2-40B4-BE49-F238E27FC236}">
                      <a16:creationId xmlns:a16="http://schemas.microsoft.com/office/drawing/2014/main" id="{8EEE7811-633D-431D-82F3-BCC57164077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1" name="Connector: Elbow 680">
                    <a:extLst>
                      <a:ext uri="{FF2B5EF4-FFF2-40B4-BE49-F238E27FC236}">
                        <a16:creationId xmlns:a16="http://schemas.microsoft.com/office/drawing/2014/main" id="{7AFBF8C4-A105-4C0B-9DCD-9C1DA4EF5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2" name="Straight Connector 681">
                    <a:extLst>
                      <a:ext uri="{FF2B5EF4-FFF2-40B4-BE49-F238E27FC236}">
                        <a16:creationId xmlns:a16="http://schemas.microsoft.com/office/drawing/2014/main" id="{16AEB332-67E3-45A0-B2D3-711461D7E5E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5" name="Group 674">
                  <a:extLst>
                    <a:ext uri="{FF2B5EF4-FFF2-40B4-BE49-F238E27FC236}">
                      <a16:creationId xmlns:a16="http://schemas.microsoft.com/office/drawing/2014/main" id="{7AF0FCF8-B927-4AC8-BA77-27B3460E7AB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9" name="Connector: Elbow 678">
                    <a:extLst>
                      <a:ext uri="{FF2B5EF4-FFF2-40B4-BE49-F238E27FC236}">
                        <a16:creationId xmlns:a16="http://schemas.microsoft.com/office/drawing/2014/main" id="{521A7F32-B78A-42F4-B816-E60D6C9104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0" name="Straight Connector 679">
                    <a:extLst>
                      <a:ext uri="{FF2B5EF4-FFF2-40B4-BE49-F238E27FC236}">
                        <a16:creationId xmlns:a16="http://schemas.microsoft.com/office/drawing/2014/main" id="{BD715CF1-346C-497E-8117-46EDB1EB9C1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6" name="Group 675">
                  <a:extLst>
                    <a:ext uri="{FF2B5EF4-FFF2-40B4-BE49-F238E27FC236}">
                      <a16:creationId xmlns:a16="http://schemas.microsoft.com/office/drawing/2014/main" id="{BF62CA58-E9B6-4009-AA9A-27349764DD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7" name="Connector: Elbow 676">
                    <a:extLst>
                      <a:ext uri="{FF2B5EF4-FFF2-40B4-BE49-F238E27FC236}">
                        <a16:creationId xmlns:a16="http://schemas.microsoft.com/office/drawing/2014/main" id="{2F039D7D-CEA8-48F8-A443-69854C818C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8" name="Straight Connector 677">
                    <a:extLst>
                      <a:ext uri="{FF2B5EF4-FFF2-40B4-BE49-F238E27FC236}">
                        <a16:creationId xmlns:a16="http://schemas.microsoft.com/office/drawing/2014/main" id="{D7735387-2A78-468C-8A3F-21C34A59F43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FD316E05-4DB6-4FAC-B7BD-E8D91248A77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61" name="Group 660">
                  <a:extLst>
                    <a:ext uri="{FF2B5EF4-FFF2-40B4-BE49-F238E27FC236}">
                      <a16:creationId xmlns:a16="http://schemas.microsoft.com/office/drawing/2014/main" id="{9234F852-F177-4FCB-A4D6-EB6317850AF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1" name="Connector: Elbow 670">
                    <a:extLst>
                      <a:ext uri="{FF2B5EF4-FFF2-40B4-BE49-F238E27FC236}">
                        <a16:creationId xmlns:a16="http://schemas.microsoft.com/office/drawing/2014/main" id="{89D6EC23-55DC-4616-8762-69AA0BF02B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2" name="Straight Connector 671">
                    <a:extLst>
                      <a:ext uri="{FF2B5EF4-FFF2-40B4-BE49-F238E27FC236}">
                        <a16:creationId xmlns:a16="http://schemas.microsoft.com/office/drawing/2014/main" id="{DA1122D0-FD78-439A-A0A7-38E53335791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Group 661">
                  <a:extLst>
                    <a:ext uri="{FF2B5EF4-FFF2-40B4-BE49-F238E27FC236}">
                      <a16:creationId xmlns:a16="http://schemas.microsoft.com/office/drawing/2014/main" id="{2848DBA9-32ED-4812-B655-69520EE9A10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9" name="Connector: Elbow 668">
                    <a:extLst>
                      <a:ext uri="{FF2B5EF4-FFF2-40B4-BE49-F238E27FC236}">
                        <a16:creationId xmlns:a16="http://schemas.microsoft.com/office/drawing/2014/main" id="{5A1DA099-7705-4AC0-B749-F4453600A1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0" name="Straight Connector 669">
                    <a:extLst>
                      <a:ext uri="{FF2B5EF4-FFF2-40B4-BE49-F238E27FC236}">
                        <a16:creationId xmlns:a16="http://schemas.microsoft.com/office/drawing/2014/main" id="{7DB67263-985F-4DC5-BB5A-EB980A86CF2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3" name="Group 662">
                  <a:extLst>
                    <a:ext uri="{FF2B5EF4-FFF2-40B4-BE49-F238E27FC236}">
                      <a16:creationId xmlns:a16="http://schemas.microsoft.com/office/drawing/2014/main" id="{6F0E9F0D-3ECF-47F8-BA5A-CD1699566F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7" name="Connector: Elbow 666">
                    <a:extLst>
                      <a:ext uri="{FF2B5EF4-FFF2-40B4-BE49-F238E27FC236}">
                        <a16:creationId xmlns:a16="http://schemas.microsoft.com/office/drawing/2014/main" id="{BE3035E2-396C-44CA-A645-0BDCAF45F4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8" name="Straight Connector 667">
                    <a:extLst>
                      <a:ext uri="{FF2B5EF4-FFF2-40B4-BE49-F238E27FC236}">
                        <a16:creationId xmlns:a16="http://schemas.microsoft.com/office/drawing/2014/main" id="{F793C0B9-E2A5-44F6-A38F-36BB70478C2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4" name="Group 663">
                  <a:extLst>
                    <a:ext uri="{FF2B5EF4-FFF2-40B4-BE49-F238E27FC236}">
                      <a16:creationId xmlns:a16="http://schemas.microsoft.com/office/drawing/2014/main" id="{A3A95BEE-8267-4F14-A7CF-CB972288827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5" name="Connector: Elbow 664">
                    <a:extLst>
                      <a:ext uri="{FF2B5EF4-FFF2-40B4-BE49-F238E27FC236}">
                        <a16:creationId xmlns:a16="http://schemas.microsoft.com/office/drawing/2014/main" id="{BE01B659-C842-4F36-95AC-B08CC95A3D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6" name="Straight Connector 665">
                    <a:extLst>
                      <a:ext uri="{FF2B5EF4-FFF2-40B4-BE49-F238E27FC236}">
                        <a16:creationId xmlns:a16="http://schemas.microsoft.com/office/drawing/2014/main" id="{EC38AEA1-9F80-4C65-B4FC-2F182B9792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39A2245F-2C3B-47B7-9C01-613868CB2E3D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49" name="Group 648">
                  <a:extLst>
                    <a:ext uri="{FF2B5EF4-FFF2-40B4-BE49-F238E27FC236}">
                      <a16:creationId xmlns:a16="http://schemas.microsoft.com/office/drawing/2014/main" id="{8BD9E66B-9B31-4445-B2A6-908FFAFB5A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9" name="Connector: Elbow 658">
                    <a:extLst>
                      <a:ext uri="{FF2B5EF4-FFF2-40B4-BE49-F238E27FC236}">
                        <a16:creationId xmlns:a16="http://schemas.microsoft.com/office/drawing/2014/main" id="{07E44277-3A62-4D2F-B05D-4C6157326A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0" name="Straight Connector 659">
                    <a:extLst>
                      <a:ext uri="{FF2B5EF4-FFF2-40B4-BE49-F238E27FC236}">
                        <a16:creationId xmlns:a16="http://schemas.microsoft.com/office/drawing/2014/main" id="{F1F9C1F6-98B0-4CF7-BD9E-140BFA541BA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0" name="Group 649">
                  <a:extLst>
                    <a:ext uri="{FF2B5EF4-FFF2-40B4-BE49-F238E27FC236}">
                      <a16:creationId xmlns:a16="http://schemas.microsoft.com/office/drawing/2014/main" id="{11A689EA-67E5-47FD-BBC1-9547C320907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7" name="Connector: Elbow 656">
                    <a:extLst>
                      <a:ext uri="{FF2B5EF4-FFF2-40B4-BE49-F238E27FC236}">
                        <a16:creationId xmlns:a16="http://schemas.microsoft.com/office/drawing/2014/main" id="{92A69E9A-8E9A-485A-AC2B-28FECD382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8" name="Straight Connector 657">
                    <a:extLst>
                      <a:ext uri="{FF2B5EF4-FFF2-40B4-BE49-F238E27FC236}">
                        <a16:creationId xmlns:a16="http://schemas.microsoft.com/office/drawing/2014/main" id="{6D4A2AC8-C769-43CC-BC79-375A5B80932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1" name="Group 650">
                  <a:extLst>
                    <a:ext uri="{FF2B5EF4-FFF2-40B4-BE49-F238E27FC236}">
                      <a16:creationId xmlns:a16="http://schemas.microsoft.com/office/drawing/2014/main" id="{3881E10B-41CC-4A53-B07A-6EA9AC351C7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5" name="Connector: Elbow 654">
                    <a:extLst>
                      <a:ext uri="{FF2B5EF4-FFF2-40B4-BE49-F238E27FC236}">
                        <a16:creationId xmlns:a16="http://schemas.microsoft.com/office/drawing/2014/main" id="{3B51EB62-A023-4EA1-92C6-F177FE47A6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6" name="Straight Connector 655">
                    <a:extLst>
                      <a:ext uri="{FF2B5EF4-FFF2-40B4-BE49-F238E27FC236}">
                        <a16:creationId xmlns:a16="http://schemas.microsoft.com/office/drawing/2014/main" id="{9664B498-0608-462B-A346-A6FCDC8394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2" name="Group 651">
                  <a:extLst>
                    <a:ext uri="{FF2B5EF4-FFF2-40B4-BE49-F238E27FC236}">
                      <a16:creationId xmlns:a16="http://schemas.microsoft.com/office/drawing/2014/main" id="{D0C3F917-4D0C-4DC7-8448-F036CE87A44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3" name="Connector: Elbow 652">
                    <a:extLst>
                      <a:ext uri="{FF2B5EF4-FFF2-40B4-BE49-F238E27FC236}">
                        <a16:creationId xmlns:a16="http://schemas.microsoft.com/office/drawing/2014/main" id="{C15D3334-2B4A-44D0-BAF6-EEBB1403B0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4" name="Straight Connector 653">
                    <a:extLst>
                      <a:ext uri="{FF2B5EF4-FFF2-40B4-BE49-F238E27FC236}">
                        <a16:creationId xmlns:a16="http://schemas.microsoft.com/office/drawing/2014/main" id="{AEDD79E1-6157-4FE4-BABA-A4230572BA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5F923C38-4ED1-43FC-AE7F-76E9E0123E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37" name="Group 636">
                  <a:extLst>
                    <a:ext uri="{FF2B5EF4-FFF2-40B4-BE49-F238E27FC236}">
                      <a16:creationId xmlns:a16="http://schemas.microsoft.com/office/drawing/2014/main" id="{FA256727-697D-4392-8ED5-48E356CF4EF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7" name="Connector: Elbow 646">
                    <a:extLst>
                      <a:ext uri="{FF2B5EF4-FFF2-40B4-BE49-F238E27FC236}">
                        <a16:creationId xmlns:a16="http://schemas.microsoft.com/office/drawing/2014/main" id="{464F0E5D-9AD9-429C-B200-DA3A70D19B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8" name="Straight Connector 647">
                    <a:extLst>
                      <a:ext uri="{FF2B5EF4-FFF2-40B4-BE49-F238E27FC236}">
                        <a16:creationId xmlns:a16="http://schemas.microsoft.com/office/drawing/2014/main" id="{8CA47A89-766A-4062-99F6-2B9D3506B54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8" name="Group 637">
                  <a:extLst>
                    <a:ext uri="{FF2B5EF4-FFF2-40B4-BE49-F238E27FC236}">
                      <a16:creationId xmlns:a16="http://schemas.microsoft.com/office/drawing/2014/main" id="{BBE5BD5F-2219-4AD5-AE72-26585344A3A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5" name="Connector: Elbow 644">
                    <a:extLst>
                      <a:ext uri="{FF2B5EF4-FFF2-40B4-BE49-F238E27FC236}">
                        <a16:creationId xmlns:a16="http://schemas.microsoft.com/office/drawing/2014/main" id="{62E11E9D-5D7A-45D0-A6C4-847D6EEE1E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6" name="Straight Connector 645">
                    <a:extLst>
                      <a:ext uri="{FF2B5EF4-FFF2-40B4-BE49-F238E27FC236}">
                        <a16:creationId xmlns:a16="http://schemas.microsoft.com/office/drawing/2014/main" id="{9083A434-CF89-4F91-B83C-1945F76DD7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9" name="Group 638">
                  <a:extLst>
                    <a:ext uri="{FF2B5EF4-FFF2-40B4-BE49-F238E27FC236}">
                      <a16:creationId xmlns:a16="http://schemas.microsoft.com/office/drawing/2014/main" id="{DA067C81-E4C5-458A-A924-D7D7A8FB1D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3" name="Connector: Elbow 642">
                    <a:extLst>
                      <a:ext uri="{FF2B5EF4-FFF2-40B4-BE49-F238E27FC236}">
                        <a16:creationId xmlns:a16="http://schemas.microsoft.com/office/drawing/2014/main" id="{BA3C537F-EF7C-4511-9B66-141DE07369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4" name="Straight Connector 643">
                    <a:extLst>
                      <a:ext uri="{FF2B5EF4-FFF2-40B4-BE49-F238E27FC236}">
                        <a16:creationId xmlns:a16="http://schemas.microsoft.com/office/drawing/2014/main" id="{325388B7-48C9-4218-BDED-67BD16263F4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0" name="Group 639">
                  <a:extLst>
                    <a:ext uri="{FF2B5EF4-FFF2-40B4-BE49-F238E27FC236}">
                      <a16:creationId xmlns:a16="http://schemas.microsoft.com/office/drawing/2014/main" id="{D5B6A6CB-659C-4F9D-8311-63F33FA67C7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1" name="Connector: Elbow 640">
                    <a:extLst>
                      <a:ext uri="{FF2B5EF4-FFF2-40B4-BE49-F238E27FC236}">
                        <a16:creationId xmlns:a16="http://schemas.microsoft.com/office/drawing/2014/main" id="{3FF3B15E-EEE5-415A-9A0E-DA5A322543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2" name="Straight Connector 641">
                    <a:extLst>
                      <a:ext uri="{FF2B5EF4-FFF2-40B4-BE49-F238E27FC236}">
                        <a16:creationId xmlns:a16="http://schemas.microsoft.com/office/drawing/2014/main" id="{BC7AF1DB-FE49-4D50-9AEF-79F83FBD823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6AD5AFF7-A266-4BF7-892D-CD7293E9D02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25" name="Group 624">
                  <a:extLst>
                    <a:ext uri="{FF2B5EF4-FFF2-40B4-BE49-F238E27FC236}">
                      <a16:creationId xmlns:a16="http://schemas.microsoft.com/office/drawing/2014/main" id="{0E31C050-D756-44A3-A071-797E15A4232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5" name="Connector: Elbow 634">
                    <a:extLst>
                      <a:ext uri="{FF2B5EF4-FFF2-40B4-BE49-F238E27FC236}">
                        <a16:creationId xmlns:a16="http://schemas.microsoft.com/office/drawing/2014/main" id="{B1A52B3A-9FAF-4409-AC54-67F2B5BEA5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6" name="Straight Connector 635">
                    <a:extLst>
                      <a:ext uri="{FF2B5EF4-FFF2-40B4-BE49-F238E27FC236}">
                        <a16:creationId xmlns:a16="http://schemas.microsoft.com/office/drawing/2014/main" id="{F3ED1180-8C9B-43BF-8D55-EA7BC7B6D20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6" name="Group 625">
                  <a:extLst>
                    <a:ext uri="{FF2B5EF4-FFF2-40B4-BE49-F238E27FC236}">
                      <a16:creationId xmlns:a16="http://schemas.microsoft.com/office/drawing/2014/main" id="{A3ADD678-CF83-4DD9-BA87-7B18DCA8D89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3" name="Connector: Elbow 632">
                    <a:extLst>
                      <a:ext uri="{FF2B5EF4-FFF2-40B4-BE49-F238E27FC236}">
                        <a16:creationId xmlns:a16="http://schemas.microsoft.com/office/drawing/2014/main" id="{FFB0422F-4062-4AF9-ADCA-23362CEA2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4" name="Straight Connector 633">
                    <a:extLst>
                      <a:ext uri="{FF2B5EF4-FFF2-40B4-BE49-F238E27FC236}">
                        <a16:creationId xmlns:a16="http://schemas.microsoft.com/office/drawing/2014/main" id="{425720EA-909C-41BD-8355-B0952116F6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7" name="Group 626">
                  <a:extLst>
                    <a:ext uri="{FF2B5EF4-FFF2-40B4-BE49-F238E27FC236}">
                      <a16:creationId xmlns:a16="http://schemas.microsoft.com/office/drawing/2014/main" id="{AC8AECC6-09A4-4B37-8866-BE442AA792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1" name="Connector: Elbow 630">
                    <a:extLst>
                      <a:ext uri="{FF2B5EF4-FFF2-40B4-BE49-F238E27FC236}">
                        <a16:creationId xmlns:a16="http://schemas.microsoft.com/office/drawing/2014/main" id="{2A4E22B1-4D05-4C51-BE2B-09568ECFFB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2" name="Straight Connector 631">
                    <a:extLst>
                      <a:ext uri="{FF2B5EF4-FFF2-40B4-BE49-F238E27FC236}">
                        <a16:creationId xmlns:a16="http://schemas.microsoft.com/office/drawing/2014/main" id="{02D84DCA-7EEF-45DF-A388-94C32CAC8B9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8" name="Group 627">
                  <a:extLst>
                    <a:ext uri="{FF2B5EF4-FFF2-40B4-BE49-F238E27FC236}">
                      <a16:creationId xmlns:a16="http://schemas.microsoft.com/office/drawing/2014/main" id="{F383EEB0-A8C4-4678-A0EC-C838751B28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29" name="Connector: Elbow 628">
                    <a:extLst>
                      <a:ext uri="{FF2B5EF4-FFF2-40B4-BE49-F238E27FC236}">
                        <a16:creationId xmlns:a16="http://schemas.microsoft.com/office/drawing/2014/main" id="{439AC204-B8B2-407B-AD55-DB14ADE484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0" name="Straight Connector 629">
                    <a:extLst>
                      <a:ext uri="{FF2B5EF4-FFF2-40B4-BE49-F238E27FC236}">
                        <a16:creationId xmlns:a16="http://schemas.microsoft.com/office/drawing/2014/main" id="{FE6EE4EB-5F0B-4C9D-8612-257389600B6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FB8B3885-F33C-41A8-8837-E48E03745310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555" name="Group 554">
                <a:extLst>
                  <a:ext uri="{FF2B5EF4-FFF2-40B4-BE49-F238E27FC236}">
                    <a16:creationId xmlns:a16="http://schemas.microsoft.com/office/drawing/2014/main" id="{A830EC6C-1666-43B0-88F1-B60A515F62F1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5DD02D0A-3552-4529-B035-7862C374931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8" name="Connector: Elbow 617">
                    <a:extLst>
                      <a:ext uri="{FF2B5EF4-FFF2-40B4-BE49-F238E27FC236}">
                        <a16:creationId xmlns:a16="http://schemas.microsoft.com/office/drawing/2014/main" id="{B0389263-9D45-4700-A527-2E01A720A0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9" name="Straight Connector 618">
                    <a:extLst>
                      <a:ext uri="{FF2B5EF4-FFF2-40B4-BE49-F238E27FC236}">
                        <a16:creationId xmlns:a16="http://schemas.microsoft.com/office/drawing/2014/main" id="{0F465F80-C6E7-4494-BA65-405BBB22C9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ED71F869-D350-4E7C-8C26-D53FCB2FD2E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6" name="Connector: Elbow 615">
                    <a:extLst>
                      <a:ext uri="{FF2B5EF4-FFF2-40B4-BE49-F238E27FC236}">
                        <a16:creationId xmlns:a16="http://schemas.microsoft.com/office/drawing/2014/main" id="{3A28A0D9-80EE-4842-A43F-3917D1E779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7" name="Straight Connector 616">
                    <a:extLst>
                      <a:ext uri="{FF2B5EF4-FFF2-40B4-BE49-F238E27FC236}">
                        <a16:creationId xmlns:a16="http://schemas.microsoft.com/office/drawing/2014/main" id="{5F3B8C9E-176B-4BBA-8711-DACA71162DB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A86E9FED-5BE6-4B2E-B0AF-D5693A05A5B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4" name="Connector: Elbow 613">
                    <a:extLst>
                      <a:ext uri="{FF2B5EF4-FFF2-40B4-BE49-F238E27FC236}">
                        <a16:creationId xmlns:a16="http://schemas.microsoft.com/office/drawing/2014/main" id="{26DF014F-AAE0-4F21-89AA-9B7E5183A3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5" name="Straight Connector 614">
                    <a:extLst>
                      <a:ext uri="{FF2B5EF4-FFF2-40B4-BE49-F238E27FC236}">
                        <a16:creationId xmlns:a16="http://schemas.microsoft.com/office/drawing/2014/main" id="{650A9C52-CC42-4536-8D57-784B3C0E606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1" name="Group 610">
                  <a:extLst>
                    <a:ext uri="{FF2B5EF4-FFF2-40B4-BE49-F238E27FC236}">
                      <a16:creationId xmlns:a16="http://schemas.microsoft.com/office/drawing/2014/main" id="{B772A988-1462-4868-882E-0B61167C7D6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2" name="Connector: Elbow 611">
                    <a:extLst>
                      <a:ext uri="{FF2B5EF4-FFF2-40B4-BE49-F238E27FC236}">
                        <a16:creationId xmlns:a16="http://schemas.microsoft.com/office/drawing/2014/main" id="{87C32B93-D2B9-44EC-AC0C-DF6850CD50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Straight Connector 612">
                    <a:extLst>
                      <a:ext uri="{FF2B5EF4-FFF2-40B4-BE49-F238E27FC236}">
                        <a16:creationId xmlns:a16="http://schemas.microsoft.com/office/drawing/2014/main" id="{442EA8F6-0E5C-4571-ABFE-A7B4DF49C9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6" name="Group 555">
                <a:extLst>
                  <a:ext uri="{FF2B5EF4-FFF2-40B4-BE49-F238E27FC236}">
                    <a16:creationId xmlns:a16="http://schemas.microsoft.com/office/drawing/2014/main" id="{068CA52F-B03F-4FD0-A214-040C798D922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CF2147E7-E1E2-46F3-8C4E-5E6A9FFA525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6" name="Connector: Elbow 605">
                    <a:extLst>
                      <a:ext uri="{FF2B5EF4-FFF2-40B4-BE49-F238E27FC236}">
                        <a16:creationId xmlns:a16="http://schemas.microsoft.com/office/drawing/2014/main" id="{172774CC-95C9-4315-B60A-1B2F83A9F5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7" name="Straight Connector 606">
                    <a:extLst>
                      <a:ext uri="{FF2B5EF4-FFF2-40B4-BE49-F238E27FC236}">
                        <a16:creationId xmlns:a16="http://schemas.microsoft.com/office/drawing/2014/main" id="{32381FE6-12BF-4709-9A99-A502BD6B67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E0445596-0ACE-4A3C-B888-6C151AD2A24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4" name="Connector: Elbow 603">
                    <a:extLst>
                      <a:ext uri="{FF2B5EF4-FFF2-40B4-BE49-F238E27FC236}">
                        <a16:creationId xmlns:a16="http://schemas.microsoft.com/office/drawing/2014/main" id="{555DCA10-6A4B-4229-8D1B-67854AB4D1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5" name="Straight Connector 604">
                    <a:extLst>
                      <a:ext uri="{FF2B5EF4-FFF2-40B4-BE49-F238E27FC236}">
                        <a16:creationId xmlns:a16="http://schemas.microsoft.com/office/drawing/2014/main" id="{A72EA1DB-3060-4597-B200-20185ECB9AF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8" name="Group 597">
                  <a:extLst>
                    <a:ext uri="{FF2B5EF4-FFF2-40B4-BE49-F238E27FC236}">
                      <a16:creationId xmlns:a16="http://schemas.microsoft.com/office/drawing/2014/main" id="{F79B4C40-AA3D-429D-B176-4DA7BCE5972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2" name="Connector: Elbow 601">
                    <a:extLst>
                      <a:ext uri="{FF2B5EF4-FFF2-40B4-BE49-F238E27FC236}">
                        <a16:creationId xmlns:a16="http://schemas.microsoft.com/office/drawing/2014/main" id="{A5FA506E-2252-477D-B794-A7550567973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3" name="Straight Connector 602">
                    <a:extLst>
                      <a:ext uri="{FF2B5EF4-FFF2-40B4-BE49-F238E27FC236}">
                        <a16:creationId xmlns:a16="http://schemas.microsoft.com/office/drawing/2014/main" id="{73BD7470-3218-44DD-BA2A-1D8277B767F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9" name="Group 598">
                  <a:extLst>
                    <a:ext uri="{FF2B5EF4-FFF2-40B4-BE49-F238E27FC236}">
                      <a16:creationId xmlns:a16="http://schemas.microsoft.com/office/drawing/2014/main" id="{922471AA-8D27-4822-90C2-4CA7FA99252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0" name="Connector: Elbow 599">
                    <a:extLst>
                      <a:ext uri="{FF2B5EF4-FFF2-40B4-BE49-F238E27FC236}">
                        <a16:creationId xmlns:a16="http://schemas.microsoft.com/office/drawing/2014/main" id="{12C9F896-C3E9-46DE-9AFD-CB7CC6E0E6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Straight Connector 600">
                    <a:extLst>
                      <a:ext uri="{FF2B5EF4-FFF2-40B4-BE49-F238E27FC236}">
                        <a16:creationId xmlns:a16="http://schemas.microsoft.com/office/drawing/2014/main" id="{8F1F2323-5564-4A9E-A844-E7231ACA5DA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1FA09771-1E9A-4DE6-BCB3-150955D0052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F4C22B63-5AD9-4CC5-8E46-EE989C6CA98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4" name="Connector: Elbow 593">
                    <a:extLst>
                      <a:ext uri="{FF2B5EF4-FFF2-40B4-BE49-F238E27FC236}">
                        <a16:creationId xmlns:a16="http://schemas.microsoft.com/office/drawing/2014/main" id="{122CDB44-C58E-4BA5-B0E4-9D51D0F2FE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Straight Connector 594">
                    <a:extLst>
                      <a:ext uri="{FF2B5EF4-FFF2-40B4-BE49-F238E27FC236}">
                        <a16:creationId xmlns:a16="http://schemas.microsoft.com/office/drawing/2014/main" id="{3C2B85A2-2DF9-4B3A-AEE6-7698BAB95B4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9B9F9173-E1EA-4820-ABF4-2116D45B62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2" name="Connector: Elbow 591">
                    <a:extLst>
                      <a:ext uri="{FF2B5EF4-FFF2-40B4-BE49-F238E27FC236}">
                        <a16:creationId xmlns:a16="http://schemas.microsoft.com/office/drawing/2014/main" id="{B111D7E9-B10B-47B0-9736-0A8ABE5CEA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Straight Connector 592">
                    <a:extLst>
                      <a:ext uri="{FF2B5EF4-FFF2-40B4-BE49-F238E27FC236}">
                        <a16:creationId xmlns:a16="http://schemas.microsoft.com/office/drawing/2014/main" id="{3494356F-2748-4283-8768-861C431AD31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Group 585">
                  <a:extLst>
                    <a:ext uri="{FF2B5EF4-FFF2-40B4-BE49-F238E27FC236}">
                      <a16:creationId xmlns:a16="http://schemas.microsoft.com/office/drawing/2014/main" id="{72DEBB87-9321-4D4D-8571-7B4F93A14D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0" name="Connector: Elbow 589">
                    <a:extLst>
                      <a:ext uri="{FF2B5EF4-FFF2-40B4-BE49-F238E27FC236}">
                        <a16:creationId xmlns:a16="http://schemas.microsoft.com/office/drawing/2014/main" id="{B89D2158-96AB-4068-98AE-A99349D280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Straight Connector 590">
                    <a:extLst>
                      <a:ext uri="{FF2B5EF4-FFF2-40B4-BE49-F238E27FC236}">
                        <a16:creationId xmlns:a16="http://schemas.microsoft.com/office/drawing/2014/main" id="{F9E00CF9-A2D0-4907-B1F2-A88B6710916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7" name="Group 586">
                  <a:extLst>
                    <a:ext uri="{FF2B5EF4-FFF2-40B4-BE49-F238E27FC236}">
                      <a16:creationId xmlns:a16="http://schemas.microsoft.com/office/drawing/2014/main" id="{A61021EF-1D4F-439C-9C27-D8BC3934460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8" name="Connector: Elbow 587">
                    <a:extLst>
                      <a:ext uri="{FF2B5EF4-FFF2-40B4-BE49-F238E27FC236}">
                        <a16:creationId xmlns:a16="http://schemas.microsoft.com/office/drawing/2014/main" id="{CD16B919-7043-47CE-AD91-43F35F2024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9" name="Straight Connector 588">
                    <a:extLst>
                      <a:ext uri="{FF2B5EF4-FFF2-40B4-BE49-F238E27FC236}">
                        <a16:creationId xmlns:a16="http://schemas.microsoft.com/office/drawing/2014/main" id="{450B926A-09DD-4D04-B6E6-95DC9917F0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8" name="Group 557">
                <a:extLst>
                  <a:ext uri="{FF2B5EF4-FFF2-40B4-BE49-F238E27FC236}">
                    <a16:creationId xmlns:a16="http://schemas.microsoft.com/office/drawing/2014/main" id="{540C8BFC-8E22-4111-A83F-FD0462B89A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1F410456-8DA3-4921-BC9E-455698847B0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2" name="Connector: Elbow 581">
                    <a:extLst>
                      <a:ext uri="{FF2B5EF4-FFF2-40B4-BE49-F238E27FC236}">
                        <a16:creationId xmlns:a16="http://schemas.microsoft.com/office/drawing/2014/main" id="{7F068AF3-D161-4CC6-ABF6-BD40F087C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Straight Connector 582">
                    <a:extLst>
                      <a:ext uri="{FF2B5EF4-FFF2-40B4-BE49-F238E27FC236}">
                        <a16:creationId xmlns:a16="http://schemas.microsoft.com/office/drawing/2014/main" id="{F05BD3B5-D832-4641-9902-523BE6DD24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8641D308-78AD-40BE-ACD7-46AE5D203F0C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0" name="Connector: Elbow 579">
                    <a:extLst>
                      <a:ext uri="{FF2B5EF4-FFF2-40B4-BE49-F238E27FC236}">
                        <a16:creationId xmlns:a16="http://schemas.microsoft.com/office/drawing/2014/main" id="{F2699617-A461-471E-A4BB-355218EABB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Straight Connector 580">
                    <a:extLst>
                      <a:ext uri="{FF2B5EF4-FFF2-40B4-BE49-F238E27FC236}">
                        <a16:creationId xmlns:a16="http://schemas.microsoft.com/office/drawing/2014/main" id="{B273A545-D95B-4F9A-9EFE-E52158051B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4" name="Group 573">
                  <a:extLst>
                    <a:ext uri="{FF2B5EF4-FFF2-40B4-BE49-F238E27FC236}">
                      <a16:creationId xmlns:a16="http://schemas.microsoft.com/office/drawing/2014/main" id="{B13FAC04-087B-4D3A-B3C7-4ECEF91EAA5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8" name="Connector: Elbow 577">
                    <a:extLst>
                      <a:ext uri="{FF2B5EF4-FFF2-40B4-BE49-F238E27FC236}">
                        <a16:creationId xmlns:a16="http://schemas.microsoft.com/office/drawing/2014/main" id="{0663D960-DB97-4CEE-AA60-9523FFBE73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Straight Connector 578">
                    <a:extLst>
                      <a:ext uri="{FF2B5EF4-FFF2-40B4-BE49-F238E27FC236}">
                        <a16:creationId xmlns:a16="http://schemas.microsoft.com/office/drawing/2014/main" id="{CDB19A40-DD48-4632-8091-841A7C96EF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5" name="Group 574">
                  <a:extLst>
                    <a:ext uri="{FF2B5EF4-FFF2-40B4-BE49-F238E27FC236}">
                      <a16:creationId xmlns:a16="http://schemas.microsoft.com/office/drawing/2014/main" id="{AC8DDA03-001D-4BC9-BE92-56D4CE08BF1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6" name="Connector: Elbow 575">
                    <a:extLst>
                      <a:ext uri="{FF2B5EF4-FFF2-40B4-BE49-F238E27FC236}">
                        <a16:creationId xmlns:a16="http://schemas.microsoft.com/office/drawing/2014/main" id="{800EED96-7B09-496F-8A1B-CDB0A87866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7" name="Straight Connector 576">
                    <a:extLst>
                      <a:ext uri="{FF2B5EF4-FFF2-40B4-BE49-F238E27FC236}">
                        <a16:creationId xmlns:a16="http://schemas.microsoft.com/office/drawing/2014/main" id="{87ACDC00-B110-4760-A86A-6E10941953A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9" name="Group 558">
                <a:extLst>
                  <a:ext uri="{FF2B5EF4-FFF2-40B4-BE49-F238E27FC236}">
                    <a16:creationId xmlns:a16="http://schemas.microsoft.com/office/drawing/2014/main" id="{2A91A857-939E-4CA7-B366-2DDA2798754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F84A8FAE-2C00-4B8D-AFB4-8E7F89B244D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0" name="Connector: Elbow 569">
                    <a:extLst>
                      <a:ext uri="{FF2B5EF4-FFF2-40B4-BE49-F238E27FC236}">
                        <a16:creationId xmlns:a16="http://schemas.microsoft.com/office/drawing/2014/main" id="{1FF44409-D5D1-472E-B618-B620DA37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1" name="Straight Connector 570">
                    <a:extLst>
                      <a:ext uri="{FF2B5EF4-FFF2-40B4-BE49-F238E27FC236}">
                        <a16:creationId xmlns:a16="http://schemas.microsoft.com/office/drawing/2014/main" id="{32D5470C-D112-4D67-AD78-49F2FB0FB0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96565D96-D3E5-4FDD-87B6-6844EB55171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8" name="Connector: Elbow 567">
                    <a:extLst>
                      <a:ext uri="{FF2B5EF4-FFF2-40B4-BE49-F238E27FC236}">
                        <a16:creationId xmlns:a16="http://schemas.microsoft.com/office/drawing/2014/main" id="{30308CB8-62B9-4D4A-9850-FC1F81AA6D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9" name="Straight Connector 568">
                    <a:extLst>
                      <a:ext uri="{FF2B5EF4-FFF2-40B4-BE49-F238E27FC236}">
                        <a16:creationId xmlns:a16="http://schemas.microsoft.com/office/drawing/2014/main" id="{C2F8FED9-116A-4DD3-AA3E-584709B198C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2" name="Group 561">
                  <a:extLst>
                    <a:ext uri="{FF2B5EF4-FFF2-40B4-BE49-F238E27FC236}">
                      <a16:creationId xmlns:a16="http://schemas.microsoft.com/office/drawing/2014/main" id="{A2C3BC4E-8EF6-43FC-8985-DDF2B8DEC3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6" name="Connector: Elbow 565">
                    <a:extLst>
                      <a:ext uri="{FF2B5EF4-FFF2-40B4-BE49-F238E27FC236}">
                        <a16:creationId xmlns:a16="http://schemas.microsoft.com/office/drawing/2014/main" id="{52D2751D-2BB9-4F20-958B-3F41140DBC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7" name="Straight Connector 566">
                    <a:extLst>
                      <a:ext uri="{FF2B5EF4-FFF2-40B4-BE49-F238E27FC236}">
                        <a16:creationId xmlns:a16="http://schemas.microsoft.com/office/drawing/2014/main" id="{35F8CE98-047F-4A7A-B46F-77E98098BC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3" name="Group 562">
                  <a:extLst>
                    <a:ext uri="{FF2B5EF4-FFF2-40B4-BE49-F238E27FC236}">
                      <a16:creationId xmlns:a16="http://schemas.microsoft.com/office/drawing/2014/main" id="{FC693E32-2254-4EBD-A892-20827444412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4" name="Connector: Elbow 563">
                    <a:extLst>
                      <a:ext uri="{FF2B5EF4-FFF2-40B4-BE49-F238E27FC236}">
                        <a16:creationId xmlns:a16="http://schemas.microsoft.com/office/drawing/2014/main" id="{A703CC8D-DE39-4014-B292-60A439B4E2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5" name="Straight Connector 564">
                    <a:extLst>
                      <a:ext uri="{FF2B5EF4-FFF2-40B4-BE49-F238E27FC236}">
                        <a16:creationId xmlns:a16="http://schemas.microsoft.com/office/drawing/2014/main" id="{8B0FF489-FAA4-4711-B9F4-C27C4AE2E55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FA20990B-6C71-42FE-A082-7105CA92B92A}"/>
              </a:ext>
            </a:extLst>
          </p:cNvPr>
          <p:cNvCxnSpPr/>
          <p:nvPr/>
        </p:nvCxnSpPr>
        <p:spPr>
          <a:xfrm>
            <a:off x="59673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6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9661682" y="289345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9661682" y="3147374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9661582" y="3397081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930" name="Group 929">
            <a:extLst>
              <a:ext uri="{FF2B5EF4-FFF2-40B4-BE49-F238E27FC236}">
                <a16:creationId xmlns:a16="http://schemas.microsoft.com/office/drawing/2014/main" id="{015A861B-0E87-4CBA-B6B1-D5F9D56083E4}"/>
              </a:ext>
            </a:extLst>
          </p:cNvPr>
          <p:cNvGrpSpPr/>
          <p:nvPr/>
        </p:nvGrpSpPr>
        <p:grpSpPr>
          <a:xfrm>
            <a:off x="2304448" y="4486932"/>
            <a:ext cx="3657600" cy="184994"/>
            <a:chOff x="2306674" y="4207314"/>
            <a:chExt cx="7315187" cy="184994"/>
          </a:xfrm>
        </p:grpSpPr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9352E22B-594B-4A60-A704-655AA456371B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95" name="Group 994">
                <a:extLst>
                  <a:ext uri="{FF2B5EF4-FFF2-40B4-BE49-F238E27FC236}">
                    <a16:creationId xmlns:a16="http://schemas.microsoft.com/office/drawing/2014/main" id="{E83C62D8-65A3-4741-990A-8FBE3CE98F8D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8D38CF49-7998-47B3-AB99-55481CCCF73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44" name="Group 1043">
                    <a:extLst>
                      <a:ext uri="{FF2B5EF4-FFF2-40B4-BE49-F238E27FC236}">
                        <a16:creationId xmlns:a16="http://schemas.microsoft.com/office/drawing/2014/main" id="{75790C04-0D12-4AFA-AF6F-42E7262BF47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52" name="Group 1051">
                      <a:extLst>
                        <a:ext uri="{FF2B5EF4-FFF2-40B4-BE49-F238E27FC236}">
                          <a16:creationId xmlns:a16="http://schemas.microsoft.com/office/drawing/2014/main" id="{EEB8F6F5-95A9-4213-B1C6-1AEB07D783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6" name="Rectangle 1055">
                        <a:extLst>
                          <a:ext uri="{FF2B5EF4-FFF2-40B4-BE49-F238E27FC236}">
                            <a16:creationId xmlns:a16="http://schemas.microsoft.com/office/drawing/2014/main" id="{D16AEACA-6D68-4C58-9081-E76BEAB718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057" name="Rectangle 1056">
                        <a:extLst>
                          <a:ext uri="{FF2B5EF4-FFF2-40B4-BE49-F238E27FC236}">
                            <a16:creationId xmlns:a16="http://schemas.microsoft.com/office/drawing/2014/main" id="{C8B814D1-1ADE-46C5-8F70-F700DB8FE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053" name="Group 1052">
                      <a:extLst>
                        <a:ext uri="{FF2B5EF4-FFF2-40B4-BE49-F238E27FC236}">
                          <a16:creationId xmlns:a16="http://schemas.microsoft.com/office/drawing/2014/main" id="{35205A38-F12F-457E-9DCB-96047928AA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4" name="Rectangle 1053">
                        <a:extLst>
                          <a:ext uri="{FF2B5EF4-FFF2-40B4-BE49-F238E27FC236}">
                            <a16:creationId xmlns:a16="http://schemas.microsoft.com/office/drawing/2014/main" id="{97C4E178-707A-4144-BBF0-BC832A4992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055" name="Rectangle 1054">
                        <a:extLst>
                          <a:ext uri="{FF2B5EF4-FFF2-40B4-BE49-F238E27FC236}">
                            <a16:creationId xmlns:a16="http://schemas.microsoft.com/office/drawing/2014/main" id="{7E00E05C-F12D-4291-98B0-DD77E5307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045" name="Group 1044">
                    <a:extLst>
                      <a:ext uri="{FF2B5EF4-FFF2-40B4-BE49-F238E27FC236}">
                        <a16:creationId xmlns:a16="http://schemas.microsoft.com/office/drawing/2014/main" id="{78CEC39D-D3ED-4D6C-B4CB-E82D22734B6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46" name="Group 1045">
                      <a:extLst>
                        <a:ext uri="{FF2B5EF4-FFF2-40B4-BE49-F238E27FC236}">
                          <a16:creationId xmlns:a16="http://schemas.microsoft.com/office/drawing/2014/main" id="{FDD7DEE0-9C5F-4785-B3B5-51A19ED49F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0" name="Rectangle 1049">
                        <a:extLst>
                          <a:ext uri="{FF2B5EF4-FFF2-40B4-BE49-F238E27FC236}">
                            <a16:creationId xmlns:a16="http://schemas.microsoft.com/office/drawing/2014/main" id="{AF2D8402-8751-4A3B-87B5-C8757F2C09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051" name="Rectangle 1050">
                        <a:extLst>
                          <a:ext uri="{FF2B5EF4-FFF2-40B4-BE49-F238E27FC236}">
                            <a16:creationId xmlns:a16="http://schemas.microsoft.com/office/drawing/2014/main" id="{2465E08E-E504-4EEF-85D5-D2E33358BB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047" name="Group 1046">
                      <a:extLst>
                        <a:ext uri="{FF2B5EF4-FFF2-40B4-BE49-F238E27FC236}">
                          <a16:creationId xmlns:a16="http://schemas.microsoft.com/office/drawing/2014/main" id="{794D1987-5B00-47BE-9191-803A7C6E7D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8" name="Rectangle 1047">
                        <a:extLst>
                          <a:ext uri="{FF2B5EF4-FFF2-40B4-BE49-F238E27FC236}">
                            <a16:creationId xmlns:a16="http://schemas.microsoft.com/office/drawing/2014/main" id="{BC5AB942-915D-44E8-8518-1EE6A1AA4A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049" name="Rectangle 1048">
                        <a:extLst>
                          <a:ext uri="{FF2B5EF4-FFF2-40B4-BE49-F238E27FC236}">
                            <a16:creationId xmlns:a16="http://schemas.microsoft.com/office/drawing/2014/main" id="{7C7D61B7-1030-4A96-8AAA-48C745FBB1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682FB29C-F7E7-4F1B-9A4D-BE430E79BEB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30" name="Group 1029">
                    <a:extLst>
                      <a:ext uri="{FF2B5EF4-FFF2-40B4-BE49-F238E27FC236}">
                        <a16:creationId xmlns:a16="http://schemas.microsoft.com/office/drawing/2014/main" id="{B9719D29-4902-46D6-A489-E89192F73EA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8" name="Group 1037">
                      <a:extLst>
                        <a:ext uri="{FF2B5EF4-FFF2-40B4-BE49-F238E27FC236}">
                          <a16:creationId xmlns:a16="http://schemas.microsoft.com/office/drawing/2014/main" id="{80CB5FBA-087C-4D72-8DE6-A307AE191B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2" name="Rectangle 1041">
                        <a:extLst>
                          <a:ext uri="{FF2B5EF4-FFF2-40B4-BE49-F238E27FC236}">
                            <a16:creationId xmlns:a16="http://schemas.microsoft.com/office/drawing/2014/main" id="{57218C72-ADD7-4B82-8EAA-1AF69189E5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043" name="Rectangle 1042">
                        <a:extLst>
                          <a:ext uri="{FF2B5EF4-FFF2-40B4-BE49-F238E27FC236}">
                            <a16:creationId xmlns:a16="http://schemas.microsoft.com/office/drawing/2014/main" id="{D05D55ED-3A85-443F-AE42-E8A07CE5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039" name="Group 1038">
                      <a:extLst>
                        <a:ext uri="{FF2B5EF4-FFF2-40B4-BE49-F238E27FC236}">
                          <a16:creationId xmlns:a16="http://schemas.microsoft.com/office/drawing/2014/main" id="{149C3442-6276-4EAE-8311-5C3E412D2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0" name="Rectangle 1039">
                        <a:extLst>
                          <a:ext uri="{FF2B5EF4-FFF2-40B4-BE49-F238E27FC236}">
                            <a16:creationId xmlns:a16="http://schemas.microsoft.com/office/drawing/2014/main" id="{46FBEFCB-78ED-4941-B78B-79FE4727A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041" name="Rectangle 1040">
                        <a:extLst>
                          <a:ext uri="{FF2B5EF4-FFF2-40B4-BE49-F238E27FC236}">
                            <a16:creationId xmlns:a16="http://schemas.microsoft.com/office/drawing/2014/main" id="{421C7735-3B53-43FD-B7FF-24C83A2F05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4609CD16-A17F-40DC-9E8E-864C615D8D8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2" name="Group 1031">
                      <a:extLst>
                        <a:ext uri="{FF2B5EF4-FFF2-40B4-BE49-F238E27FC236}">
                          <a16:creationId xmlns:a16="http://schemas.microsoft.com/office/drawing/2014/main" id="{2E52E329-88DC-4477-846D-FC793D0BC1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6" name="Rectangle 1035">
                        <a:extLst>
                          <a:ext uri="{FF2B5EF4-FFF2-40B4-BE49-F238E27FC236}">
                            <a16:creationId xmlns:a16="http://schemas.microsoft.com/office/drawing/2014/main" id="{64A53377-763D-43BF-94EC-82C45CC344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037" name="Rectangle 1036">
                        <a:extLst>
                          <a:ext uri="{FF2B5EF4-FFF2-40B4-BE49-F238E27FC236}">
                            <a16:creationId xmlns:a16="http://schemas.microsoft.com/office/drawing/2014/main" id="{1954C64D-BE6E-4881-BAF4-9068EA610C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3B7B18D7-BD5F-4E64-94C4-A573F00CEF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4" name="Rectangle 1033">
                        <a:extLst>
                          <a:ext uri="{FF2B5EF4-FFF2-40B4-BE49-F238E27FC236}">
                            <a16:creationId xmlns:a16="http://schemas.microsoft.com/office/drawing/2014/main" id="{EEEA1B6B-0E09-4F08-BEBA-25D3B9B9D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035" name="Rectangle 1034">
                        <a:extLst>
                          <a:ext uri="{FF2B5EF4-FFF2-40B4-BE49-F238E27FC236}">
                            <a16:creationId xmlns:a16="http://schemas.microsoft.com/office/drawing/2014/main" id="{81050B42-8979-4D59-A2D7-FB64DC1D4D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96" name="Group 995">
                <a:extLst>
                  <a:ext uri="{FF2B5EF4-FFF2-40B4-BE49-F238E27FC236}">
                    <a16:creationId xmlns:a16="http://schemas.microsoft.com/office/drawing/2014/main" id="{124772E1-AB2B-41E3-9B20-B3CFF60FF76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4203848D-7846-4046-ABFC-4BB7B4A398D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13" name="Group 1012">
                    <a:extLst>
                      <a:ext uri="{FF2B5EF4-FFF2-40B4-BE49-F238E27FC236}">
                        <a16:creationId xmlns:a16="http://schemas.microsoft.com/office/drawing/2014/main" id="{FB7F835D-0B84-4CA5-B830-131C83EA2CD2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21" name="Group 1020">
                      <a:extLst>
                        <a:ext uri="{FF2B5EF4-FFF2-40B4-BE49-F238E27FC236}">
                          <a16:creationId xmlns:a16="http://schemas.microsoft.com/office/drawing/2014/main" id="{5D27C9DE-2644-4AEA-BB7A-8433E53AEA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5" name="Rectangle 1024">
                        <a:extLst>
                          <a:ext uri="{FF2B5EF4-FFF2-40B4-BE49-F238E27FC236}">
                            <a16:creationId xmlns:a16="http://schemas.microsoft.com/office/drawing/2014/main" id="{BE73A75E-BAC9-45D8-B580-6C0FDDAAA7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27" name="Rectangle 1026">
                        <a:extLst>
                          <a:ext uri="{FF2B5EF4-FFF2-40B4-BE49-F238E27FC236}">
                            <a16:creationId xmlns:a16="http://schemas.microsoft.com/office/drawing/2014/main" id="{859DA36F-30E6-49F6-8106-B0761D170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22" name="Group 1021">
                      <a:extLst>
                        <a:ext uri="{FF2B5EF4-FFF2-40B4-BE49-F238E27FC236}">
                          <a16:creationId xmlns:a16="http://schemas.microsoft.com/office/drawing/2014/main" id="{C3B756B0-44C2-4D2A-9369-32C124B335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3" name="Rectangle 1022">
                        <a:extLst>
                          <a:ext uri="{FF2B5EF4-FFF2-40B4-BE49-F238E27FC236}">
                            <a16:creationId xmlns:a16="http://schemas.microsoft.com/office/drawing/2014/main" id="{5C77A131-4C23-433F-8DB9-E4F04BD983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24" name="Rectangle 1023">
                        <a:extLst>
                          <a:ext uri="{FF2B5EF4-FFF2-40B4-BE49-F238E27FC236}">
                            <a16:creationId xmlns:a16="http://schemas.microsoft.com/office/drawing/2014/main" id="{2C2D51F4-73A3-4984-9A87-BCE0E5D9C7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14" name="Group 1013">
                    <a:extLst>
                      <a:ext uri="{FF2B5EF4-FFF2-40B4-BE49-F238E27FC236}">
                        <a16:creationId xmlns:a16="http://schemas.microsoft.com/office/drawing/2014/main" id="{90BEAF43-5B2E-468D-B604-82D1A8395B4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15" name="Group 1014">
                      <a:extLst>
                        <a:ext uri="{FF2B5EF4-FFF2-40B4-BE49-F238E27FC236}">
                          <a16:creationId xmlns:a16="http://schemas.microsoft.com/office/drawing/2014/main" id="{A4259FBC-DE74-4C83-9B93-2945D9E505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9" name="Rectangle 1018">
                        <a:extLst>
                          <a:ext uri="{FF2B5EF4-FFF2-40B4-BE49-F238E27FC236}">
                            <a16:creationId xmlns:a16="http://schemas.microsoft.com/office/drawing/2014/main" id="{69D58CB9-3F44-4414-9CCD-37B23F063E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20" name="Rectangle 1019">
                        <a:extLst>
                          <a:ext uri="{FF2B5EF4-FFF2-40B4-BE49-F238E27FC236}">
                            <a16:creationId xmlns:a16="http://schemas.microsoft.com/office/drawing/2014/main" id="{65BDE797-8A66-4088-842B-58C41EC57C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16" name="Group 1015">
                      <a:extLst>
                        <a:ext uri="{FF2B5EF4-FFF2-40B4-BE49-F238E27FC236}">
                          <a16:creationId xmlns:a16="http://schemas.microsoft.com/office/drawing/2014/main" id="{10A272C8-1ABC-4ABA-8A22-288676B22B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7" name="Rectangle 1016">
                        <a:extLst>
                          <a:ext uri="{FF2B5EF4-FFF2-40B4-BE49-F238E27FC236}">
                            <a16:creationId xmlns:a16="http://schemas.microsoft.com/office/drawing/2014/main" id="{568B2C22-00F1-4C8B-9619-EF561333C9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18" name="Rectangle 1017">
                        <a:extLst>
                          <a:ext uri="{FF2B5EF4-FFF2-40B4-BE49-F238E27FC236}">
                            <a16:creationId xmlns:a16="http://schemas.microsoft.com/office/drawing/2014/main" id="{CE2428C4-92A8-4144-9027-DE06322B57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98" name="Group 997">
                  <a:extLst>
                    <a:ext uri="{FF2B5EF4-FFF2-40B4-BE49-F238E27FC236}">
                      <a16:creationId xmlns:a16="http://schemas.microsoft.com/office/drawing/2014/main" id="{9B0D15EE-D3C9-4C66-8D2D-B5F0AB0FFF5C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99" name="Group 998">
                    <a:extLst>
                      <a:ext uri="{FF2B5EF4-FFF2-40B4-BE49-F238E27FC236}">
                        <a16:creationId xmlns:a16="http://schemas.microsoft.com/office/drawing/2014/main" id="{867E1AEF-0388-45EC-8593-D9DA9D168D8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7" name="Group 1006">
                      <a:extLst>
                        <a:ext uri="{FF2B5EF4-FFF2-40B4-BE49-F238E27FC236}">
                          <a16:creationId xmlns:a16="http://schemas.microsoft.com/office/drawing/2014/main" id="{2571D1E1-D959-40C2-9038-DC246A4BEA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1" name="Rectangle 1010">
                        <a:extLst>
                          <a:ext uri="{FF2B5EF4-FFF2-40B4-BE49-F238E27FC236}">
                            <a16:creationId xmlns:a16="http://schemas.microsoft.com/office/drawing/2014/main" id="{436793E9-8670-427D-9217-A14AF17925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12" name="Rectangle 1011">
                        <a:extLst>
                          <a:ext uri="{FF2B5EF4-FFF2-40B4-BE49-F238E27FC236}">
                            <a16:creationId xmlns:a16="http://schemas.microsoft.com/office/drawing/2014/main" id="{DF7C8AF4-4509-43CA-AD24-4938D19FC1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08" name="Group 1007">
                      <a:extLst>
                        <a:ext uri="{FF2B5EF4-FFF2-40B4-BE49-F238E27FC236}">
                          <a16:creationId xmlns:a16="http://schemas.microsoft.com/office/drawing/2014/main" id="{2043A12E-1FE5-4724-A38C-D7A4AAED53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9" name="Rectangle 1008">
                        <a:extLst>
                          <a:ext uri="{FF2B5EF4-FFF2-40B4-BE49-F238E27FC236}">
                            <a16:creationId xmlns:a16="http://schemas.microsoft.com/office/drawing/2014/main" id="{8B467CB4-2FA4-44B7-B885-B8990D3B8D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10" name="Rectangle 1009">
                        <a:extLst>
                          <a:ext uri="{FF2B5EF4-FFF2-40B4-BE49-F238E27FC236}">
                            <a16:creationId xmlns:a16="http://schemas.microsoft.com/office/drawing/2014/main" id="{E324CA36-1BB5-4586-B2E2-6BB1D4D79E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00" name="Group 999">
                    <a:extLst>
                      <a:ext uri="{FF2B5EF4-FFF2-40B4-BE49-F238E27FC236}">
                        <a16:creationId xmlns:a16="http://schemas.microsoft.com/office/drawing/2014/main" id="{4EEFFDD4-3E19-4FEC-97FE-5519BAA8C2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1" name="Group 1000">
                      <a:extLst>
                        <a:ext uri="{FF2B5EF4-FFF2-40B4-BE49-F238E27FC236}">
                          <a16:creationId xmlns:a16="http://schemas.microsoft.com/office/drawing/2014/main" id="{3E5FE6F5-896E-4148-82E8-B2B8CA54E4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5" name="Rectangle 1004">
                        <a:extLst>
                          <a:ext uri="{FF2B5EF4-FFF2-40B4-BE49-F238E27FC236}">
                            <a16:creationId xmlns:a16="http://schemas.microsoft.com/office/drawing/2014/main" id="{CA1D8453-7C7E-4302-A0A3-84F37EE6C7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06" name="Rectangle 1005">
                        <a:extLst>
                          <a:ext uri="{FF2B5EF4-FFF2-40B4-BE49-F238E27FC236}">
                            <a16:creationId xmlns:a16="http://schemas.microsoft.com/office/drawing/2014/main" id="{7F390DEA-23F2-4117-BC07-E02B5C002C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02" name="Group 1001">
                      <a:extLst>
                        <a:ext uri="{FF2B5EF4-FFF2-40B4-BE49-F238E27FC236}">
                          <a16:creationId xmlns:a16="http://schemas.microsoft.com/office/drawing/2014/main" id="{02A20689-6065-4B30-973F-DB292575F6F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3" name="Rectangle 1002">
                        <a:extLst>
                          <a:ext uri="{FF2B5EF4-FFF2-40B4-BE49-F238E27FC236}">
                            <a16:creationId xmlns:a16="http://schemas.microsoft.com/office/drawing/2014/main" id="{D2BB84EF-C4BC-41AD-B579-D292F41C92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04" name="Rectangle 1003">
                        <a:extLst>
                          <a:ext uri="{FF2B5EF4-FFF2-40B4-BE49-F238E27FC236}">
                            <a16:creationId xmlns:a16="http://schemas.microsoft.com/office/drawing/2014/main" id="{4AAB1F33-4CA3-4B36-A1F7-A6BD86DB4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932" name="Group 931">
              <a:extLst>
                <a:ext uri="{FF2B5EF4-FFF2-40B4-BE49-F238E27FC236}">
                  <a16:creationId xmlns:a16="http://schemas.microsoft.com/office/drawing/2014/main" id="{526C36EA-005B-4B49-BE88-AF8C27574732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33" name="Group 932">
                <a:extLst>
                  <a:ext uri="{FF2B5EF4-FFF2-40B4-BE49-F238E27FC236}">
                    <a16:creationId xmlns:a16="http://schemas.microsoft.com/office/drawing/2014/main" id="{9C0D1BA9-C110-48C8-BEEA-6CC617A96ABF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65" name="Group 964">
                  <a:extLst>
                    <a:ext uri="{FF2B5EF4-FFF2-40B4-BE49-F238E27FC236}">
                      <a16:creationId xmlns:a16="http://schemas.microsoft.com/office/drawing/2014/main" id="{516EAD81-F6DC-4B64-BEE3-0F2B1EF4F0BE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81" name="Group 980">
                    <a:extLst>
                      <a:ext uri="{FF2B5EF4-FFF2-40B4-BE49-F238E27FC236}">
                        <a16:creationId xmlns:a16="http://schemas.microsoft.com/office/drawing/2014/main" id="{191CF182-A563-4160-AB59-1C7978AF9FB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9" name="Group 988">
                      <a:extLst>
                        <a:ext uri="{FF2B5EF4-FFF2-40B4-BE49-F238E27FC236}">
                          <a16:creationId xmlns:a16="http://schemas.microsoft.com/office/drawing/2014/main" id="{923ABBBB-A5F1-4C50-9750-6079EFDD04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3" name="Rectangle 992">
                        <a:extLst>
                          <a:ext uri="{FF2B5EF4-FFF2-40B4-BE49-F238E27FC236}">
                            <a16:creationId xmlns:a16="http://schemas.microsoft.com/office/drawing/2014/main" id="{437976C8-2AD3-493E-BB3B-5628FAF90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94" name="Rectangle 993">
                        <a:extLst>
                          <a:ext uri="{FF2B5EF4-FFF2-40B4-BE49-F238E27FC236}">
                            <a16:creationId xmlns:a16="http://schemas.microsoft.com/office/drawing/2014/main" id="{913601DE-00DD-40EF-97E8-D929F57F84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90" name="Group 989">
                      <a:extLst>
                        <a:ext uri="{FF2B5EF4-FFF2-40B4-BE49-F238E27FC236}">
                          <a16:creationId xmlns:a16="http://schemas.microsoft.com/office/drawing/2014/main" id="{1B721146-04D8-4C23-8C2F-F34F57DA40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1" name="Rectangle 990">
                        <a:extLst>
                          <a:ext uri="{FF2B5EF4-FFF2-40B4-BE49-F238E27FC236}">
                            <a16:creationId xmlns:a16="http://schemas.microsoft.com/office/drawing/2014/main" id="{F0438929-35E9-4BB8-AF21-D7DD920F39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92" name="Rectangle 991">
                        <a:extLst>
                          <a:ext uri="{FF2B5EF4-FFF2-40B4-BE49-F238E27FC236}">
                            <a16:creationId xmlns:a16="http://schemas.microsoft.com/office/drawing/2014/main" id="{4DF10480-A27F-4558-98DC-6C86DC61DB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82" name="Group 981">
                    <a:extLst>
                      <a:ext uri="{FF2B5EF4-FFF2-40B4-BE49-F238E27FC236}">
                        <a16:creationId xmlns:a16="http://schemas.microsoft.com/office/drawing/2014/main" id="{A2D76BBB-9FA6-4A39-B2D4-2CD8EDD3AB4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3" name="Group 982">
                      <a:extLst>
                        <a:ext uri="{FF2B5EF4-FFF2-40B4-BE49-F238E27FC236}">
                          <a16:creationId xmlns:a16="http://schemas.microsoft.com/office/drawing/2014/main" id="{66056955-657D-496D-8732-FC53960BC0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7" name="Rectangle 986">
                        <a:extLst>
                          <a:ext uri="{FF2B5EF4-FFF2-40B4-BE49-F238E27FC236}">
                            <a16:creationId xmlns:a16="http://schemas.microsoft.com/office/drawing/2014/main" id="{0CD8AF97-AB0E-4545-BF3F-76D2FA6645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88" name="Rectangle 987">
                        <a:extLst>
                          <a:ext uri="{FF2B5EF4-FFF2-40B4-BE49-F238E27FC236}">
                            <a16:creationId xmlns:a16="http://schemas.microsoft.com/office/drawing/2014/main" id="{A2066C06-0C0A-45F6-A164-5193812F40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84" name="Group 983">
                      <a:extLst>
                        <a:ext uri="{FF2B5EF4-FFF2-40B4-BE49-F238E27FC236}">
                          <a16:creationId xmlns:a16="http://schemas.microsoft.com/office/drawing/2014/main" id="{000C59ED-C1CE-48AE-8369-06395F765F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5" name="Rectangle 984">
                        <a:extLst>
                          <a:ext uri="{FF2B5EF4-FFF2-40B4-BE49-F238E27FC236}">
                            <a16:creationId xmlns:a16="http://schemas.microsoft.com/office/drawing/2014/main" id="{78736990-AAB5-4170-B314-50C70578D9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86" name="Rectangle 985">
                        <a:extLst>
                          <a:ext uri="{FF2B5EF4-FFF2-40B4-BE49-F238E27FC236}">
                            <a16:creationId xmlns:a16="http://schemas.microsoft.com/office/drawing/2014/main" id="{5545B9B5-17E0-45B8-8140-2D5EA040AB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BA9AB10F-B83F-45C4-8602-2DCFA5345BC6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67" name="Group 966">
                    <a:extLst>
                      <a:ext uri="{FF2B5EF4-FFF2-40B4-BE49-F238E27FC236}">
                        <a16:creationId xmlns:a16="http://schemas.microsoft.com/office/drawing/2014/main" id="{ED2E9395-3FEA-4D34-B404-0699EF2311C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75" name="Group 974">
                      <a:extLst>
                        <a:ext uri="{FF2B5EF4-FFF2-40B4-BE49-F238E27FC236}">
                          <a16:creationId xmlns:a16="http://schemas.microsoft.com/office/drawing/2014/main" id="{B1D3FC2A-E9BF-4C70-83E8-C799DED155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9" name="Rectangle 978">
                        <a:extLst>
                          <a:ext uri="{FF2B5EF4-FFF2-40B4-BE49-F238E27FC236}">
                            <a16:creationId xmlns:a16="http://schemas.microsoft.com/office/drawing/2014/main" id="{766EC746-4C27-476A-BA6D-12C9F401AE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80" name="Rectangle 979">
                        <a:extLst>
                          <a:ext uri="{FF2B5EF4-FFF2-40B4-BE49-F238E27FC236}">
                            <a16:creationId xmlns:a16="http://schemas.microsoft.com/office/drawing/2014/main" id="{0382E465-5256-4648-AF18-2BC4D294EE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76" name="Group 975">
                      <a:extLst>
                        <a:ext uri="{FF2B5EF4-FFF2-40B4-BE49-F238E27FC236}">
                          <a16:creationId xmlns:a16="http://schemas.microsoft.com/office/drawing/2014/main" id="{A8706BBB-43DA-40D8-9FBD-8AF01CEFB5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7" name="Rectangle 976">
                        <a:extLst>
                          <a:ext uri="{FF2B5EF4-FFF2-40B4-BE49-F238E27FC236}">
                            <a16:creationId xmlns:a16="http://schemas.microsoft.com/office/drawing/2014/main" id="{4CC326C8-8439-4818-B1C0-0AC6EE34B2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78" name="Rectangle 977">
                        <a:extLst>
                          <a:ext uri="{FF2B5EF4-FFF2-40B4-BE49-F238E27FC236}">
                            <a16:creationId xmlns:a16="http://schemas.microsoft.com/office/drawing/2014/main" id="{4B4DBCE6-1183-430C-BEE0-9A28E70080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68" name="Group 967">
                    <a:extLst>
                      <a:ext uri="{FF2B5EF4-FFF2-40B4-BE49-F238E27FC236}">
                        <a16:creationId xmlns:a16="http://schemas.microsoft.com/office/drawing/2014/main" id="{DD66DCED-EF4E-40BE-8343-D360261F632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69" name="Group 968">
                      <a:extLst>
                        <a:ext uri="{FF2B5EF4-FFF2-40B4-BE49-F238E27FC236}">
                          <a16:creationId xmlns:a16="http://schemas.microsoft.com/office/drawing/2014/main" id="{6C0DB6C1-6D3D-4425-9AA5-CE9A3B2712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3" name="Rectangle 972">
                        <a:extLst>
                          <a:ext uri="{FF2B5EF4-FFF2-40B4-BE49-F238E27FC236}">
                            <a16:creationId xmlns:a16="http://schemas.microsoft.com/office/drawing/2014/main" id="{E0EEC477-1E78-4FB6-A6EB-F10BA1D1D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74" name="Rectangle 973">
                        <a:extLst>
                          <a:ext uri="{FF2B5EF4-FFF2-40B4-BE49-F238E27FC236}">
                            <a16:creationId xmlns:a16="http://schemas.microsoft.com/office/drawing/2014/main" id="{A5781A33-CE69-4EB7-B9CF-EB0F93288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70" name="Group 969">
                      <a:extLst>
                        <a:ext uri="{FF2B5EF4-FFF2-40B4-BE49-F238E27FC236}">
                          <a16:creationId xmlns:a16="http://schemas.microsoft.com/office/drawing/2014/main" id="{254060B0-8460-43B4-A5C5-6183FE32C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1" name="Rectangle 970">
                        <a:extLst>
                          <a:ext uri="{FF2B5EF4-FFF2-40B4-BE49-F238E27FC236}">
                            <a16:creationId xmlns:a16="http://schemas.microsoft.com/office/drawing/2014/main" id="{49B4800A-04D5-4940-AC25-A48CC0114A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72" name="Rectangle 971">
                        <a:extLst>
                          <a:ext uri="{FF2B5EF4-FFF2-40B4-BE49-F238E27FC236}">
                            <a16:creationId xmlns:a16="http://schemas.microsoft.com/office/drawing/2014/main" id="{CE46F7C4-3043-4C6B-8677-F3407635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1FD243A2-7D7A-4091-8481-DDBF9914DF95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35" name="Group 934">
                  <a:extLst>
                    <a:ext uri="{FF2B5EF4-FFF2-40B4-BE49-F238E27FC236}">
                      <a16:creationId xmlns:a16="http://schemas.microsoft.com/office/drawing/2014/main" id="{1092E766-2FA9-4C11-A2EF-EBFB140832BB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51" name="Group 950">
                    <a:extLst>
                      <a:ext uri="{FF2B5EF4-FFF2-40B4-BE49-F238E27FC236}">
                        <a16:creationId xmlns:a16="http://schemas.microsoft.com/office/drawing/2014/main" id="{188579CB-6C7C-4533-94F0-97B53E3E683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9" name="Group 958">
                      <a:extLst>
                        <a:ext uri="{FF2B5EF4-FFF2-40B4-BE49-F238E27FC236}">
                          <a16:creationId xmlns:a16="http://schemas.microsoft.com/office/drawing/2014/main" id="{ABEC38A9-75F1-45AF-BE9A-0191F6690B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3" name="Rectangle 962">
                        <a:extLst>
                          <a:ext uri="{FF2B5EF4-FFF2-40B4-BE49-F238E27FC236}">
                            <a16:creationId xmlns:a16="http://schemas.microsoft.com/office/drawing/2014/main" id="{4D7F96DE-D939-4E23-AE9B-DEB5518661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964" name="Rectangle 963">
                        <a:extLst>
                          <a:ext uri="{FF2B5EF4-FFF2-40B4-BE49-F238E27FC236}">
                            <a16:creationId xmlns:a16="http://schemas.microsoft.com/office/drawing/2014/main" id="{94C433CA-3E2A-4C64-AEAC-FF136ED4DE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960" name="Group 959">
                      <a:extLst>
                        <a:ext uri="{FF2B5EF4-FFF2-40B4-BE49-F238E27FC236}">
                          <a16:creationId xmlns:a16="http://schemas.microsoft.com/office/drawing/2014/main" id="{602A2C4E-96E8-4062-9CD1-E2D3928B71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1" name="Rectangle 960">
                        <a:extLst>
                          <a:ext uri="{FF2B5EF4-FFF2-40B4-BE49-F238E27FC236}">
                            <a16:creationId xmlns:a16="http://schemas.microsoft.com/office/drawing/2014/main" id="{F97B5795-CF29-42F9-A4BE-C3AA589F9E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962" name="Rectangle 961">
                        <a:extLst>
                          <a:ext uri="{FF2B5EF4-FFF2-40B4-BE49-F238E27FC236}">
                            <a16:creationId xmlns:a16="http://schemas.microsoft.com/office/drawing/2014/main" id="{D2668910-C158-4B7A-A2DE-52DAFDE909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952" name="Group 951">
                    <a:extLst>
                      <a:ext uri="{FF2B5EF4-FFF2-40B4-BE49-F238E27FC236}">
                        <a16:creationId xmlns:a16="http://schemas.microsoft.com/office/drawing/2014/main" id="{677A0DB1-E48C-4247-AD7E-261DAAD8595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3" name="Group 952">
                      <a:extLst>
                        <a:ext uri="{FF2B5EF4-FFF2-40B4-BE49-F238E27FC236}">
                          <a16:creationId xmlns:a16="http://schemas.microsoft.com/office/drawing/2014/main" id="{8452ED7F-4927-46FC-B1D1-B7EB96A11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7" name="Rectangle 956">
                        <a:extLst>
                          <a:ext uri="{FF2B5EF4-FFF2-40B4-BE49-F238E27FC236}">
                            <a16:creationId xmlns:a16="http://schemas.microsoft.com/office/drawing/2014/main" id="{85672094-3486-4ADD-929F-74237EA5B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958" name="Rectangle 957">
                        <a:extLst>
                          <a:ext uri="{FF2B5EF4-FFF2-40B4-BE49-F238E27FC236}">
                            <a16:creationId xmlns:a16="http://schemas.microsoft.com/office/drawing/2014/main" id="{F045D6B0-130A-4460-A57F-240E473B78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954" name="Group 953">
                      <a:extLst>
                        <a:ext uri="{FF2B5EF4-FFF2-40B4-BE49-F238E27FC236}">
                          <a16:creationId xmlns:a16="http://schemas.microsoft.com/office/drawing/2014/main" id="{9A95D8E1-8A88-4023-B061-0C2D2749BED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5" name="Rectangle 954">
                        <a:extLst>
                          <a:ext uri="{FF2B5EF4-FFF2-40B4-BE49-F238E27FC236}">
                            <a16:creationId xmlns:a16="http://schemas.microsoft.com/office/drawing/2014/main" id="{CE939D45-F44E-47CE-98BC-9A34344A3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956" name="Rectangle 955">
                        <a:extLst>
                          <a:ext uri="{FF2B5EF4-FFF2-40B4-BE49-F238E27FC236}">
                            <a16:creationId xmlns:a16="http://schemas.microsoft.com/office/drawing/2014/main" id="{47C3A715-46D7-4F67-ACED-614C48B7E6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36" name="Group 935">
                  <a:extLst>
                    <a:ext uri="{FF2B5EF4-FFF2-40B4-BE49-F238E27FC236}">
                      <a16:creationId xmlns:a16="http://schemas.microsoft.com/office/drawing/2014/main" id="{555494B8-A449-46BE-A511-5ED50BB98E5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37" name="Group 936">
                    <a:extLst>
                      <a:ext uri="{FF2B5EF4-FFF2-40B4-BE49-F238E27FC236}">
                        <a16:creationId xmlns:a16="http://schemas.microsoft.com/office/drawing/2014/main" id="{7AC08674-8A28-40E7-8996-3AE4C0D1A59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45" name="Group 944">
                      <a:extLst>
                        <a:ext uri="{FF2B5EF4-FFF2-40B4-BE49-F238E27FC236}">
                          <a16:creationId xmlns:a16="http://schemas.microsoft.com/office/drawing/2014/main" id="{7DE24643-1B5F-4B85-9A03-6ABF9E7073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9" name="Rectangle 948">
                        <a:extLst>
                          <a:ext uri="{FF2B5EF4-FFF2-40B4-BE49-F238E27FC236}">
                            <a16:creationId xmlns:a16="http://schemas.microsoft.com/office/drawing/2014/main" id="{B9816F9B-01EE-45CF-9EC7-B6A9E70C21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950" name="Rectangle 949">
                        <a:extLst>
                          <a:ext uri="{FF2B5EF4-FFF2-40B4-BE49-F238E27FC236}">
                            <a16:creationId xmlns:a16="http://schemas.microsoft.com/office/drawing/2014/main" id="{E8C7DF5F-7FD2-4C4E-9F76-C44081742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946" name="Group 945">
                      <a:extLst>
                        <a:ext uri="{FF2B5EF4-FFF2-40B4-BE49-F238E27FC236}">
                          <a16:creationId xmlns:a16="http://schemas.microsoft.com/office/drawing/2014/main" id="{4501E398-1FA0-4361-9A2D-006B570399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7" name="Rectangle 946">
                        <a:extLst>
                          <a:ext uri="{FF2B5EF4-FFF2-40B4-BE49-F238E27FC236}">
                            <a16:creationId xmlns:a16="http://schemas.microsoft.com/office/drawing/2014/main" id="{EB9FBA1D-D2CF-4A8D-A13F-656031349D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948" name="Rectangle 947">
                        <a:extLst>
                          <a:ext uri="{FF2B5EF4-FFF2-40B4-BE49-F238E27FC236}">
                            <a16:creationId xmlns:a16="http://schemas.microsoft.com/office/drawing/2014/main" id="{265D09E8-A8EE-452C-AD4F-3BE358C1BB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938" name="Group 937">
                    <a:extLst>
                      <a:ext uri="{FF2B5EF4-FFF2-40B4-BE49-F238E27FC236}">
                        <a16:creationId xmlns:a16="http://schemas.microsoft.com/office/drawing/2014/main" id="{1807631E-FBF8-429D-9EC7-8CCE9626E97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39" name="Group 938">
                      <a:extLst>
                        <a:ext uri="{FF2B5EF4-FFF2-40B4-BE49-F238E27FC236}">
                          <a16:creationId xmlns:a16="http://schemas.microsoft.com/office/drawing/2014/main" id="{9F9CE121-94BD-4D7F-8C81-5CD27E64B6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3" name="Rectangle 942">
                        <a:extLst>
                          <a:ext uri="{FF2B5EF4-FFF2-40B4-BE49-F238E27FC236}">
                            <a16:creationId xmlns:a16="http://schemas.microsoft.com/office/drawing/2014/main" id="{DE1A0064-7B3B-44E4-97B7-EA816701F8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944" name="Rectangle 943">
                        <a:extLst>
                          <a:ext uri="{FF2B5EF4-FFF2-40B4-BE49-F238E27FC236}">
                            <a16:creationId xmlns:a16="http://schemas.microsoft.com/office/drawing/2014/main" id="{F56DB857-DAE8-4E88-904D-3E76BCB96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940" name="Group 939">
                      <a:extLst>
                        <a:ext uri="{FF2B5EF4-FFF2-40B4-BE49-F238E27FC236}">
                          <a16:creationId xmlns:a16="http://schemas.microsoft.com/office/drawing/2014/main" id="{597A15AD-1A7F-43BE-9F76-E42C627C72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1" name="Rectangle 940">
                        <a:extLst>
                          <a:ext uri="{FF2B5EF4-FFF2-40B4-BE49-F238E27FC236}">
                            <a16:creationId xmlns:a16="http://schemas.microsoft.com/office/drawing/2014/main" id="{DF1AD738-5EB1-429C-9E7C-BFB6FE6168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942" name="Rectangle 941">
                        <a:extLst>
                          <a:ext uri="{FF2B5EF4-FFF2-40B4-BE49-F238E27FC236}">
                            <a16:creationId xmlns:a16="http://schemas.microsoft.com/office/drawing/2014/main" id="{037518C7-BDA9-4C1A-ADEB-661B7880C5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9583C44-FA9D-40E4-A116-5926C96F6677}"/>
              </a:ext>
            </a:extLst>
          </p:cNvPr>
          <p:cNvGrpSpPr/>
          <p:nvPr/>
        </p:nvGrpSpPr>
        <p:grpSpPr>
          <a:xfrm>
            <a:off x="5962450" y="4486932"/>
            <a:ext cx="3657600" cy="184994"/>
            <a:chOff x="2306674" y="4207314"/>
            <a:chExt cx="7315187" cy="184994"/>
          </a:xfrm>
        </p:grpSpPr>
        <p:grpSp>
          <p:nvGrpSpPr>
            <p:cNvPr id="1059" name="Group 1058">
              <a:extLst>
                <a:ext uri="{FF2B5EF4-FFF2-40B4-BE49-F238E27FC236}">
                  <a16:creationId xmlns:a16="http://schemas.microsoft.com/office/drawing/2014/main" id="{D596B195-E6B3-4AE3-B29B-E669E88ABDFE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123" name="Group 1122">
                <a:extLst>
                  <a:ext uri="{FF2B5EF4-FFF2-40B4-BE49-F238E27FC236}">
                    <a16:creationId xmlns:a16="http://schemas.microsoft.com/office/drawing/2014/main" id="{28D9275E-3C3A-4507-AE27-D9D1C374ED00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55" name="Group 1154">
                  <a:extLst>
                    <a:ext uri="{FF2B5EF4-FFF2-40B4-BE49-F238E27FC236}">
                      <a16:creationId xmlns:a16="http://schemas.microsoft.com/office/drawing/2014/main" id="{784A1B87-3BBF-40D8-8B08-F5A0D6CD0FE7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71" name="Group 1170">
                    <a:extLst>
                      <a:ext uri="{FF2B5EF4-FFF2-40B4-BE49-F238E27FC236}">
                        <a16:creationId xmlns:a16="http://schemas.microsoft.com/office/drawing/2014/main" id="{EF015C1C-B8E1-43EC-9D15-23292BBD4F9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9" name="Group 1178">
                      <a:extLst>
                        <a:ext uri="{FF2B5EF4-FFF2-40B4-BE49-F238E27FC236}">
                          <a16:creationId xmlns:a16="http://schemas.microsoft.com/office/drawing/2014/main" id="{A8867996-248D-41C3-B85A-3EEE438360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3" name="Rectangle 1182">
                        <a:extLst>
                          <a:ext uri="{FF2B5EF4-FFF2-40B4-BE49-F238E27FC236}">
                            <a16:creationId xmlns:a16="http://schemas.microsoft.com/office/drawing/2014/main" id="{B98968C2-DE5C-4EEE-98B8-45DCC11351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84" name="Rectangle 1183">
                        <a:extLst>
                          <a:ext uri="{FF2B5EF4-FFF2-40B4-BE49-F238E27FC236}">
                            <a16:creationId xmlns:a16="http://schemas.microsoft.com/office/drawing/2014/main" id="{425EBE00-7B11-4E3E-B4CB-B795C400DB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80" name="Group 1179">
                      <a:extLst>
                        <a:ext uri="{FF2B5EF4-FFF2-40B4-BE49-F238E27FC236}">
                          <a16:creationId xmlns:a16="http://schemas.microsoft.com/office/drawing/2014/main" id="{505A2A20-7641-4F8C-BBD6-1EBC52BAD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1" name="Rectangle 1180">
                        <a:extLst>
                          <a:ext uri="{FF2B5EF4-FFF2-40B4-BE49-F238E27FC236}">
                            <a16:creationId xmlns:a16="http://schemas.microsoft.com/office/drawing/2014/main" id="{8773BB69-FB42-4C9C-9486-43359F04A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82" name="Rectangle 1181">
                        <a:extLst>
                          <a:ext uri="{FF2B5EF4-FFF2-40B4-BE49-F238E27FC236}">
                            <a16:creationId xmlns:a16="http://schemas.microsoft.com/office/drawing/2014/main" id="{AE57D551-9BA6-439A-ADCC-4FF767E16A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72" name="Group 1171">
                    <a:extLst>
                      <a:ext uri="{FF2B5EF4-FFF2-40B4-BE49-F238E27FC236}">
                        <a16:creationId xmlns:a16="http://schemas.microsoft.com/office/drawing/2014/main" id="{975276D5-897E-44C2-AF68-A797A0E25FC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3" name="Group 1172">
                      <a:extLst>
                        <a:ext uri="{FF2B5EF4-FFF2-40B4-BE49-F238E27FC236}">
                          <a16:creationId xmlns:a16="http://schemas.microsoft.com/office/drawing/2014/main" id="{A3BA3CCC-0200-4B5B-AC3C-5E23C209D5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7" name="Rectangle 1176">
                        <a:extLst>
                          <a:ext uri="{FF2B5EF4-FFF2-40B4-BE49-F238E27FC236}">
                            <a16:creationId xmlns:a16="http://schemas.microsoft.com/office/drawing/2014/main" id="{DCA8F0F9-963B-4D7B-AEE1-EBA2C51A2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78" name="Rectangle 1177">
                        <a:extLst>
                          <a:ext uri="{FF2B5EF4-FFF2-40B4-BE49-F238E27FC236}">
                            <a16:creationId xmlns:a16="http://schemas.microsoft.com/office/drawing/2014/main" id="{A7EC86B9-3539-4155-993C-57655291E5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74" name="Group 1173">
                      <a:extLst>
                        <a:ext uri="{FF2B5EF4-FFF2-40B4-BE49-F238E27FC236}">
                          <a16:creationId xmlns:a16="http://schemas.microsoft.com/office/drawing/2014/main" id="{D6C95846-A1D9-44EB-A922-C90C420C4F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5" name="Rectangle 1174">
                        <a:extLst>
                          <a:ext uri="{FF2B5EF4-FFF2-40B4-BE49-F238E27FC236}">
                            <a16:creationId xmlns:a16="http://schemas.microsoft.com/office/drawing/2014/main" id="{1966E340-697C-44B5-AE08-BCA2640D5F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76" name="Rectangle 1175">
                        <a:extLst>
                          <a:ext uri="{FF2B5EF4-FFF2-40B4-BE49-F238E27FC236}">
                            <a16:creationId xmlns:a16="http://schemas.microsoft.com/office/drawing/2014/main" id="{EE4C0627-4302-456D-A480-5A8ED9AA25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56" name="Group 1155">
                  <a:extLst>
                    <a:ext uri="{FF2B5EF4-FFF2-40B4-BE49-F238E27FC236}">
                      <a16:creationId xmlns:a16="http://schemas.microsoft.com/office/drawing/2014/main" id="{D2E7C240-BE91-4EE1-A276-9893006D6CE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57" name="Group 1156">
                    <a:extLst>
                      <a:ext uri="{FF2B5EF4-FFF2-40B4-BE49-F238E27FC236}">
                        <a16:creationId xmlns:a16="http://schemas.microsoft.com/office/drawing/2014/main" id="{90F02665-8DF7-4399-8A7E-0CF35B7B0CCF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65" name="Group 1164">
                      <a:extLst>
                        <a:ext uri="{FF2B5EF4-FFF2-40B4-BE49-F238E27FC236}">
                          <a16:creationId xmlns:a16="http://schemas.microsoft.com/office/drawing/2014/main" id="{05A53C54-3263-4427-995B-BCB699AB55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9" name="Rectangle 1168">
                        <a:extLst>
                          <a:ext uri="{FF2B5EF4-FFF2-40B4-BE49-F238E27FC236}">
                            <a16:creationId xmlns:a16="http://schemas.microsoft.com/office/drawing/2014/main" id="{2E4DF22E-75D0-4272-83A3-7FEE572997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70" name="Rectangle 1169">
                        <a:extLst>
                          <a:ext uri="{FF2B5EF4-FFF2-40B4-BE49-F238E27FC236}">
                            <a16:creationId xmlns:a16="http://schemas.microsoft.com/office/drawing/2014/main" id="{B5AF9EC6-E043-4269-97E1-0AA89FDCB9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66" name="Group 1165">
                      <a:extLst>
                        <a:ext uri="{FF2B5EF4-FFF2-40B4-BE49-F238E27FC236}">
                          <a16:creationId xmlns:a16="http://schemas.microsoft.com/office/drawing/2014/main" id="{7516A795-5803-4F93-8D9C-9BB4F5AA11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7" name="Rectangle 1166">
                        <a:extLst>
                          <a:ext uri="{FF2B5EF4-FFF2-40B4-BE49-F238E27FC236}">
                            <a16:creationId xmlns:a16="http://schemas.microsoft.com/office/drawing/2014/main" id="{2E3DD603-74C1-4194-87BB-2B0A45071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68" name="Rectangle 1167">
                        <a:extLst>
                          <a:ext uri="{FF2B5EF4-FFF2-40B4-BE49-F238E27FC236}">
                            <a16:creationId xmlns:a16="http://schemas.microsoft.com/office/drawing/2014/main" id="{11357F93-C56E-4C15-8683-CAA8590D43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158" name="Group 1157">
                    <a:extLst>
                      <a:ext uri="{FF2B5EF4-FFF2-40B4-BE49-F238E27FC236}">
                        <a16:creationId xmlns:a16="http://schemas.microsoft.com/office/drawing/2014/main" id="{F2EB9779-C123-4CA4-B610-03C30E0D17D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59" name="Group 1158">
                      <a:extLst>
                        <a:ext uri="{FF2B5EF4-FFF2-40B4-BE49-F238E27FC236}">
                          <a16:creationId xmlns:a16="http://schemas.microsoft.com/office/drawing/2014/main" id="{CB21B1D4-E5AD-4A52-B768-9BD93F2628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3" name="Rectangle 1162">
                        <a:extLst>
                          <a:ext uri="{FF2B5EF4-FFF2-40B4-BE49-F238E27FC236}">
                            <a16:creationId xmlns:a16="http://schemas.microsoft.com/office/drawing/2014/main" id="{AEC1BF5E-8D8A-4633-B1BF-71CBEC1CB9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64" name="Rectangle 1163">
                        <a:extLst>
                          <a:ext uri="{FF2B5EF4-FFF2-40B4-BE49-F238E27FC236}">
                            <a16:creationId xmlns:a16="http://schemas.microsoft.com/office/drawing/2014/main" id="{AA9F9214-8A50-4EF1-90B0-E40FE389A9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160" name="Group 1159">
                      <a:extLst>
                        <a:ext uri="{FF2B5EF4-FFF2-40B4-BE49-F238E27FC236}">
                          <a16:creationId xmlns:a16="http://schemas.microsoft.com/office/drawing/2014/main" id="{EA9446BA-6C3B-44CF-90F5-A9045C67B4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1" name="Rectangle 1160">
                        <a:extLst>
                          <a:ext uri="{FF2B5EF4-FFF2-40B4-BE49-F238E27FC236}">
                            <a16:creationId xmlns:a16="http://schemas.microsoft.com/office/drawing/2014/main" id="{E0F5557B-D45A-4556-B3DA-4DF93DD892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62" name="Rectangle 1161">
                        <a:extLst>
                          <a:ext uri="{FF2B5EF4-FFF2-40B4-BE49-F238E27FC236}">
                            <a16:creationId xmlns:a16="http://schemas.microsoft.com/office/drawing/2014/main" id="{EF364A9D-E2F1-4B54-95FB-B08F70FA03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9FA2230C-808D-48CC-8EE0-4BF48233DFB2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F6FF200F-7A70-4876-AD85-407F26B77548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41" name="Group 1140">
                    <a:extLst>
                      <a:ext uri="{FF2B5EF4-FFF2-40B4-BE49-F238E27FC236}">
                        <a16:creationId xmlns:a16="http://schemas.microsoft.com/office/drawing/2014/main" id="{41445AFF-7350-46BA-AC05-8F04AC7A274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9" name="Group 1148">
                      <a:extLst>
                        <a:ext uri="{FF2B5EF4-FFF2-40B4-BE49-F238E27FC236}">
                          <a16:creationId xmlns:a16="http://schemas.microsoft.com/office/drawing/2014/main" id="{273227CC-D666-493D-9704-9E8BEAADB9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3" name="Rectangle 1152">
                        <a:extLst>
                          <a:ext uri="{FF2B5EF4-FFF2-40B4-BE49-F238E27FC236}">
                            <a16:creationId xmlns:a16="http://schemas.microsoft.com/office/drawing/2014/main" id="{3A190D7B-E386-4E67-9A19-B32D830A1F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154" name="Rectangle 1153">
                        <a:extLst>
                          <a:ext uri="{FF2B5EF4-FFF2-40B4-BE49-F238E27FC236}">
                            <a16:creationId xmlns:a16="http://schemas.microsoft.com/office/drawing/2014/main" id="{40433DD0-1967-4A13-B442-545E880960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150" name="Group 1149">
                      <a:extLst>
                        <a:ext uri="{FF2B5EF4-FFF2-40B4-BE49-F238E27FC236}">
                          <a16:creationId xmlns:a16="http://schemas.microsoft.com/office/drawing/2014/main" id="{BA4FB498-9F2C-4E08-8862-30F11A81092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1" name="Rectangle 1150">
                        <a:extLst>
                          <a:ext uri="{FF2B5EF4-FFF2-40B4-BE49-F238E27FC236}">
                            <a16:creationId xmlns:a16="http://schemas.microsoft.com/office/drawing/2014/main" id="{11C598C7-C378-4284-8994-32BB59679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152" name="Rectangle 1151">
                        <a:extLst>
                          <a:ext uri="{FF2B5EF4-FFF2-40B4-BE49-F238E27FC236}">
                            <a16:creationId xmlns:a16="http://schemas.microsoft.com/office/drawing/2014/main" id="{6BFC1543-6378-4968-9D5E-D037DB3744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142" name="Group 1141">
                    <a:extLst>
                      <a:ext uri="{FF2B5EF4-FFF2-40B4-BE49-F238E27FC236}">
                        <a16:creationId xmlns:a16="http://schemas.microsoft.com/office/drawing/2014/main" id="{EDD2C118-D546-43F1-BFC0-D0D06ED7D00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3" name="Group 1142">
                      <a:extLst>
                        <a:ext uri="{FF2B5EF4-FFF2-40B4-BE49-F238E27FC236}">
                          <a16:creationId xmlns:a16="http://schemas.microsoft.com/office/drawing/2014/main" id="{547E7273-18EB-4F7E-AD4F-E467AC4B18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7" name="Rectangle 1146">
                        <a:extLst>
                          <a:ext uri="{FF2B5EF4-FFF2-40B4-BE49-F238E27FC236}">
                            <a16:creationId xmlns:a16="http://schemas.microsoft.com/office/drawing/2014/main" id="{63CBBFE4-F497-4ABA-ACD7-57189F2460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148" name="Rectangle 1147">
                        <a:extLst>
                          <a:ext uri="{FF2B5EF4-FFF2-40B4-BE49-F238E27FC236}">
                            <a16:creationId xmlns:a16="http://schemas.microsoft.com/office/drawing/2014/main" id="{D28B95C2-E44C-4466-B426-C7E222EA17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144" name="Group 1143">
                      <a:extLst>
                        <a:ext uri="{FF2B5EF4-FFF2-40B4-BE49-F238E27FC236}">
                          <a16:creationId xmlns:a16="http://schemas.microsoft.com/office/drawing/2014/main" id="{5ECAB130-FDE0-4361-AF02-C64DF02B0C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5" name="Rectangle 1144">
                        <a:extLst>
                          <a:ext uri="{FF2B5EF4-FFF2-40B4-BE49-F238E27FC236}">
                            <a16:creationId xmlns:a16="http://schemas.microsoft.com/office/drawing/2014/main" id="{C067CF21-44A9-4837-BF62-071F7DE55F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146" name="Rectangle 1145">
                        <a:extLst>
                          <a:ext uri="{FF2B5EF4-FFF2-40B4-BE49-F238E27FC236}">
                            <a16:creationId xmlns:a16="http://schemas.microsoft.com/office/drawing/2014/main" id="{00A3A4CA-6D8F-438F-98AE-70C4119E8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91E3A0F-F161-4604-9885-0422FA63DFC7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27" name="Group 1126">
                    <a:extLst>
                      <a:ext uri="{FF2B5EF4-FFF2-40B4-BE49-F238E27FC236}">
                        <a16:creationId xmlns:a16="http://schemas.microsoft.com/office/drawing/2014/main" id="{083CF19E-0422-4C80-8A1D-759864EF7A9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35" name="Group 1134">
                      <a:extLst>
                        <a:ext uri="{FF2B5EF4-FFF2-40B4-BE49-F238E27FC236}">
                          <a16:creationId xmlns:a16="http://schemas.microsoft.com/office/drawing/2014/main" id="{001DB84F-3EA7-4DDA-A6B6-396A1020D0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9" name="Rectangle 1138">
                        <a:extLst>
                          <a:ext uri="{FF2B5EF4-FFF2-40B4-BE49-F238E27FC236}">
                            <a16:creationId xmlns:a16="http://schemas.microsoft.com/office/drawing/2014/main" id="{A7B95CA4-336F-423A-9183-1E63720482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140" name="Rectangle 1139">
                        <a:extLst>
                          <a:ext uri="{FF2B5EF4-FFF2-40B4-BE49-F238E27FC236}">
                            <a16:creationId xmlns:a16="http://schemas.microsoft.com/office/drawing/2014/main" id="{86F85EED-8FFD-4122-8A31-D0ED952AE5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136" name="Group 1135">
                      <a:extLst>
                        <a:ext uri="{FF2B5EF4-FFF2-40B4-BE49-F238E27FC236}">
                          <a16:creationId xmlns:a16="http://schemas.microsoft.com/office/drawing/2014/main" id="{7F96D7B0-2911-4F33-99F0-440E12C23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7" name="Rectangle 1136">
                        <a:extLst>
                          <a:ext uri="{FF2B5EF4-FFF2-40B4-BE49-F238E27FC236}">
                            <a16:creationId xmlns:a16="http://schemas.microsoft.com/office/drawing/2014/main" id="{03F7298F-CE60-42D1-BA4E-C8E52EB1CD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138" name="Rectangle 1137">
                        <a:extLst>
                          <a:ext uri="{FF2B5EF4-FFF2-40B4-BE49-F238E27FC236}">
                            <a16:creationId xmlns:a16="http://schemas.microsoft.com/office/drawing/2014/main" id="{48E1D253-78FE-4473-9933-4D02790E8F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128" name="Group 1127">
                    <a:extLst>
                      <a:ext uri="{FF2B5EF4-FFF2-40B4-BE49-F238E27FC236}">
                        <a16:creationId xmlns:a16="http://schemas.microsoft.com/office/drawing/2014/main" id="{6DB06937-49B4-489B-AD52-6CCA91B69F6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29" name="Group 1128">
                      <a:extLst>
                        <a:ext uri="{FF2B5EF4-FFF2-40B4-BE49-F238E27FC236}">
                          <a16:creationId xmlns:a16="http://schemas.microsoft.com/office/drawing/2014/main" id="{2A5218C2-D6FE-4EB6-B077-BD0FE3EBC9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3" name="Rectangle 1132">
                        <a:extLst>
                          <a:ext uri="{FF2B5EF4-FFF2-40B4-BE49-F238E27FC236}">
                            <a16:creationId xmlns:a16="http://schemas.microsoft.com/office/drawing/2014/main" id="{04162B29-6D1D-42AA-95E2-5D38474F1A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134" name="Rectangle 1133">
                        <a:extLst>
                          <a:ext uri="{FF2B5EF4-FFF2-40B4-BE49-F238E27FC236}">
                            <a16:creationId xmlns:a16="http://schemas.microsoft.com/office/drawing/2014/main" id="{5A420E0E-BF07-44FA-A8F9-04869D20D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130" name="Group 1129">
                      <a:extLst>
                        <a:ext uri="{FF2B5EF4-FFF2-40B4-BE49-F238E27FC236}">
                          <a16:creationId xmlns:a16="http://schemas.microsoft.com/office/drawing/2014/main" id="{982A2DD2-A70F-4436-B822-9B0090898D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1" name="Rectangle 1130">
                        <a:extLst>
                          <a:ext uri="{FF2B5EF4-FFF2-40B4-BE49-F238E27FC236}">
                            <a16:creationId xmlns:a16="http://schemas.microsoft.com/office/drawing/2014/main" id="{43459FD0-5C35-49C8-B71E-FD2D3CE4F2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132" name="Rectangle 1131">
                        <a:extLst>
                          <a:ext uri="{FF2B5EF4-FFF2-40B4-BE49-F238E27FC236}">
                            <a16:creationId xmlns:a16="http://schemas.microsoft.com/office/drawing/2014/main" id="{6AFB7A9E-C291-4D05-B3E7-1D332A159E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88C3ED5F-CE01-46CF-B2F5-775AB1D318CE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061" name="Group 1060">
                <a:extLst>
                  <a:ext uri="{FF2B5EF4-FFF2-40B4-BE49-F238E27FC236}">
                    <a16:creationId xmlns:a16="http://schemas.microsoft.com/office/drawing/2014/main" id="{BD8FA828-691E-4B29-9B30-0158053DA024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99769AA8-4040-4023-8078-AC81B458F204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09" name="Group 1108">
                    <a:extLst>
                      <a:ext uri="{FF2B5EF4-FFF2-40B4-BE49-F238E27FC236}">
                        <a16:creationId xmlns:a16="http://schemas.microsoft.com/office/drawing/2014/main" id="{A7E1DA9D-0C2D-4EAD-901C-6A856CBD89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7" name="Group 1116">
                      <a:extLst>
                        <a:ext uri="{FF2B5EF4-FFF2-40B4-BE49-F238E27FC236}">
                          <a16:creationId xmlns:a16="http://schemas.microsoft.com/office/drawing/2014/main" id="{A3F91CFB-05EB-48DD-9884-6C3F122BBA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21" name="Rectangle 1120">
                        <a:extLst>
                          <a:ext uri="{FF2B5EF4-FFF2-40B4-BE49-F238E27FC236}">
                            <a16:creationId xmlns:a16="http://schemas.microsoft.com/office/drawing/2014/main" id="{FD4C712F-21EA-424A-AEB6-8DEBF2B3A1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22" name="Rectangle 1121">
                        <a:extLst>
                          <a:ext uri="{FF2B5EF4-FFF2-40B4-BE49-F238E27FC236}">
                            <a16:creationId xmlns:a16="http://schemas.microsoft.com/office/drawing/2014/main" id="{7484B14B-E884-4E19-B67D-FAB25DE638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18" name="Group 1117">
                      <a:extLst>
                        <a:ext uri="{FF2B5EF4-FFF2-40B4-BE49-F238E27FC236}">
                          <a16:creationId xmlns:a16="http://schemas.microsoft.com/office/drawing/2014/main" id="{5EE0E8F2-F08F-46CC-B995-9AC67754FD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9" name="Rectangle 1118">
                        <a:extLst>
                          <a:ext uri="{FF2B5EF4-FFF2-40B4-BE49-F238E27FC236}">
                            <a16:creationId xmlns:a16="http://schemas.microsoft.com/office/drawing/2014/main" id="{CBE4D10E-E21A-4C65-AC44-3D92E0CBDD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20" name="Rectangle 1119">
                        <a:extLst>
                          <a:ext uri="{FF2B5EF4-FFF2-40B4-BE49-F238E27FC236}">
                            <a16:creationId xmlns:a16="http://schemas.microsoft.com/office/drawing/2014/main" id="{52CF0AF1-635E-4067-A937-3978D65561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10" name="Group 1109">
                    <a:extLst>
                      <a:ext uri="{FF2B5EF4-FFF2-40B4-BE49-F238E27FC236}">
                        <a16:creationId xmlns:a16="http://schemas.microsoft.com/office/drawing/2014/main" id="{35B9E569-AEB3-4F08-A69F-50C8DFCC29E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1" name="Group 1110">
                      <a:extLst>
                        <a:ext uri="{FF2B5EF4-FFF2-40B4-BE49-F238E27FC236}">
                          <a16:creationId xmlns:a16="http://schemas.microsoft.com/office/drawing/2014/main" id="{DFCEEC58-EA20-43A8-A3C4-01048D5959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5" name="Rectangle 1114">
                        <a:extLst>
                          <a:ext uri="{FF2B5EF4-FFF2-40B4-BE49-F238E27FC236}">
                            <a16:creationId xmlns:a16="http://schemas.microsoft.com/office/drawing/2014/main" id="{0D7246B1-3660-4044-A8DA-831C8DB450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16" name="Rectangle 1115">
                        <a:extLst>
                          <a:ext uri="{FF2B5EF4-FFF2-40B4-BE49-F238E27FC236}">
                            <a16:creationId xmlns:a16="http://schemas.microsoft.com/office/drawing/2014/main" id="{35548D35-EBF0-4CAE-8A0F-C1D836F3B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12" name="Group 1111">
                      <a:extLst>
                        <a:ext uri="{FF2B5EF4-FFF2-40B4-BE49-F238E27FC236}">
                          <a16:creationId xmlns:a16="http://schemas.microsoft.com/office/drawing/2014/main" id="{362F2A06-7E22-44E3-BFFA-DF670D09F3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3" name="Rectangle 1112">
                        <a:extLst>
                          <a:ext uri="{FF2B5EF4-FFF2-40B4-BE49-F238E27FC236}">
                            <a16:creationId xmlns:a16="http://schemas.microsoft.com/office/drawing/2014/main" id="{FF186F4D-54BD-44CD-9813-C4CAFBD602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14" name="Rectangle 1113">
                        <a:extLst>
                          <a:ext uri="{FF2B5EF4-FFF2-40B4-BE49-F238E27FC236}">
                            <a16:creationId xmlns:a16="http://schemas.microsoft.com/office/drawing/2014/main" id="{B6224F0C-3400-4BBE-9E7A-A578B89E8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94" name="Group 1093">
                  <a:extLst>
                    <a:ext uri="{FF2B5EF4-FFF2-40B4-BE49-F238E27FC236}">
                      <a16:creationId xmlns:a16="http://schemas.microsoft.com/office/drawing/2014/main" id="{A83E2642-EB7D-494A-AF62-F41EF72F0C0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95" name="Group 1094">
                    <a:extLst>
                      <a:ext uri="{FF2B5EF4-FFF2-40B4-BE49-F238E27FC236}">
                        <a16:creationId xmlns:a16="http://schemas.microsoft.com/office/drawing/2014/main" id="{0DA29B22-9D86-4C12-BA82-386F3DBAEFD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03" name="Group 1102">
                      <a:extLst>
                        <a:ext uri="{FF2B5EF4-FFF2-40B4-BE49-F238E27FC236}">
                          <a16:creationId xmlns:a16="http://schemas.microsoft.com/office/drawing/2014/main" id="{E965C726-6ABC-4937-AF12-287AC5C3B8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7" name="Rectangle 1106">
                        <a:extLst>
                          <a:ext uri="{FF2B5EF4-FFF2-40B4-BE49-F238E27FC236}">
                            <a16:creationId xmlns:a16="http://schemas.microsoft.com/office/drawing/2014/main" id="{AF051E12-C97C-44A2-889D-B60C2E3DF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08" name="Rectangle 1107">
                        <a:extLst>
                          <a:ext uri="{FF2B5EF4-FFF2-40B4-BE49-F238E27FC236}">
                            <a16:creationId xmlns:a16="http://schemas.microsoft.com/office/drawing/2014/main" id="{116E4B8F-7F0A-4023-89C6-08019C0D0F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04" name="Group 1103">
                      <a:extLst>
                        <a:ext uri="{FF2B5EF4-FFF2-40B4-BE49-F238E27FC236}">
                          <a16:creationId xmlns:a16="http://schemas.microsoft.com/office/drawing/2014/main" id="{FD7A2453-8414-4C61-BD71-7960D15DB24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5" name="Rectangle 1104">
                        <a:extLst>
                          <a:ext uri="{FF2B5EF4-FFF2-40B4-BE49-F238E27FC236}">
                            <a16:creationId xmlns:a16="http://schemas.microsoft.com/office/drawing/2014/main" id="{C53178CD-444D-4610-AA1D-704B071F05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06" name="Rectangle 1105">
                        <a:extLst>
                          <a:ext uri="{FF2B5EF4-FFF2-40B4-BE49-F238E27FC236}">
                            <a16:creationId xmlns:a16="http://schemas.microsoft.com/office/drawing/2014/main" id="{E40F85B7-89AB-4B02-B0CA-E36F4AD596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96" name="Group 1095">
                    <a:extLst>
                      <a:ext uri="{FF2B5EF4-FFF2-40B4-BE49-F238E27FC236}">
                        <a16:creationId xmlns:a16="http://schemas.microsoft.com/office/drawing/2014/main" id="{34867BD1-EBF6-4DDE-B204-36024A6F319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97" name="Group 1096">
                      <a:extLst>
                        <a:ext uri="{FF2B5EF4-FFF2-40B4-BE49-F238E27FC236}">
                          <a16:creationId xmlns:a16="http://schemas.microsoft.com/office/drawing/2014/main" id="{A2817DB7-C405-4A11-A146-0DAA73E5C1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1" name="Rectangle 1100">
                        <a:extLst>
                          <a:ext uri="{FF2B5EF4-FFF2-40B4-BE49-F238E27FC236}">
                            <a16:creationId xmlns:a16="http://schemas.microsoft.com/office/drawing/2014/main" id="{E99D8D62-4552-49BE-B0AF-1695762F3F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02" name="Rectangle 1101">
                        <a:extLst>
                          <a:ext uri="{FF2B5EF4-FFF2-40B4-BE49-F238E27FC236}">
                            <a16:creationId xmlns:a16="http://schemas.microsoft.com/office/drawing/2014/main" id="{F12FD020-AFB2-4F84-8C02-B4741B7C65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98" name="Group 1097">
                      <a:extLst>
                        <a:ext uri="{FF2B5EF4-FFF2-40B4-BE49-F238E27FC236}">
                          <a16:creationId xmlns:a16="http://schemas.microsoft.com/office/drawing/2014/main" id="{353412D3-CBF8-4C05-BC7B-1C4892A0E9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9" name="Rectangle 1098">
                        <a:extLst>
                          <a:ext uri="{FF2B5EF4-FFF2-40B4-BE49-F238E27FC236}">
                            <a16:creationId xmlns:a16="http://schemas.microsoft.com/office/drawing/2014/main" id="{9A402CB0-E611-4D66-B482-56194F5A2E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00" name="Rectangle 1099">
                        <a:extLst>
                          <a:ext uri="{FF2B5EF4-FFF2-40B4-BE49-F238E27FC236}">
                            <a16:creationId xmlns:a16="http://schemas.microsoft.com/office/drawing/2014/main" id="{9BA80431-D5F5-4480-9704-B0E5390E21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062" name="Group 1061">
                <a:extLst>
                  <a:ext uri="{FF2B5EF4-FFF2-40B4-BE49-F238E27FC236}">
                    <a16:creationId xmlns:a16="http://schemas.microsoft.com/office/drawing/2014/main" id="{745D91B9-CAE6-451C-9062-F0A2EB38FC7F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9AA09291-655C-4E80-B4F5-9095A50C4B8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79" name="Group 1078">
                    <a:extLst>
                      <a:ext uri="{FF2B5EF4-FFF2-40B4-BE49-F238E27FC236}">
                        <a16:creationId xmlns:a16="http://schemas.microsoft.com/office/drawing/2014/main" id="{6DDF2886-D4CE-4AA2-A84F-8AA473F6A6B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7" name="Group 1086">
                      <a:extLst>
                        <a:ext uri="{FF2B5EF4-FFF2-40B4-BE49-F238E27FC236}">
                          <a16:creationId xmlns:a16="http://schemas.microsoft.com/office/drawing/2014/main" id="{AD52E129-F54C-4737-8935-B4FF44B5F9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1" name="Rectangle 1090">
                        <a:extLst>
                          <a:ext uri="{FF2B5EF4-FFF2-40B4-BE49-F238E27FC236}">
                            <a16:creationId xmlns:a16="http://schemas.microsoft.com/office/drawing/2014/main" id="{40CD41F0-16C1-4D97-9D7D-415B13289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92" name="Rectangle 1091">
                        <a:extLst>
                          <a:ext uri="{FF2B5EF4-FFF2-40B4-BE49-F238E27FC236}">
                            <a16:creationId xmlns:a16="http://schemas.microsoft.com/office/drawing/2014/main" id="{CF9CA623-117C-4D11-AC63-D7694CF67A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7D177631-7E16-47D4-9417-FDA696A607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9" name="Rectangle 1088">
                        <a:extLst>
                          <a:ext uri="{FF2B5EF4-FFF2-40B4-BE49-F238E27FC236}">
                            <a16:creationId xmlns:a16="http://schemas.microsoft.com/office/drawing/2014/main" id="{7F1EEF33-5465-44FB-88C8-9CC6A94FF7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90" name="Rectangle 1089">
                        <a:extLst>
                          <a:ext uri="{FF2B5EF4-FFF2-40B4-BE49-F238E27FC236}">
                            <a16:creationId xmlns:a16="http://schemas.microsoft.com/office/drawing/2014/main" id="{1660BAA5-A03A-45BC-B996-7C3B82A12C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80" name="Group 1079">
                    <a:extLst>
                      <a:ext uri="{FF2B5EF4-FFF2-40B4-BE49-F238E27FC236}">
                        <a16:creationId xmlns:a16="http://schemas.microsoft.com/office/drawing/2014/main" id="{F66AD19D-245F-4591-9E6D-FBD6F89F82D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1" name="Group 1080">
                      <a:extLst>
                        <a:ext uri="{FF2B5EF4-FFF2-40B4-BE49-F238E27FC236}">
                          <a16:creationId xmlns:a16="http://schemas.microsoft.com/office/drawing/2014/main" id="{7216FDDC-2F85-4E62-B307-0005C553B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5" name="Rectangle 1084">
                        <a:extLst>
                          <a:ext uri="{FF2B5EF4-FFF2-40B4-BE49-F238E27FC236}">
                            <a16:creationId xmlns:a16="http://schemas.microsoft.com/office/drawing/2014/main" id="{0B11DB1B-C1BF-41B5-BE37-253FDEA6B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86" name="Rectangle 1085">
                        <a:extLst>
                          <a:ext uri="{FF2B5EF4-FFF2-40B4-BE49-F238E27FC236}">
                            <a16:creationId xmlns:a16="http://schemas.microsoft.com/office/drawing/2014/main" id="{7C488D01-9AF3-4DAB-A94F-FBAB649ADD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82" name="Group 1081">
                      <a:extLst>
                        <a:ext uri="{FF2B5EF4-FFF2-40B4-BE49-F238E27FC236}">
                          <a16:creationId xmlns:a16="http://schemas.microsoft.com/office/drawing/2014/main" id="{BC2DF493-588E-445D-A3B2-D639F7D15A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3" name="Rectangle 1082">
                        <a:extLst>
                          <a:ext uri="{FF2B5EF4-FFF2-40B4-BE49-F238E27FC236}">
                            <a16:creationId xmlns:a16="http://schemas.microsoft.com/office/drawing/2014/main" id="{AFE6A75E-5444-4EF1-A9DB-C02244ACFE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84" name="Rectangle 1083">
                        <a:extLst>
                          <a:ext uri="{FF2B5EF4-FFF2-40B4-BE49-F238E27FC236}">
                            <a16:creationId xmlns:a16="http://schemas.microsoft.com/office/drawing/2014/main" id="{77F342A0-03C5-4DED-898A-F1B6DFF98D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97523B98-8405-4A9C-BC0E-BA443D88E89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65" name="Group 1064">
                    <a:extLst>
                      <a:ext uri="{FF2B5EF4-FFF2-40B4-BE49-F238E27FC236}">
                        <a16:creationId xmlns:a16="http://schemas.microsoft.com/office/drawing/2014/main" id="{1A9E6BF6-6BC2-4249-93E7-5485D3CE88A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73" name="Group 1072">
                      <a:extLst>
                        <a:ext uri="{FF2B5EF4-FFF2-40B4-BE49-F238E27FC236}">
                          <a16:creationId xmlns:a16="http://schemas.microsoft.com/office/drawing/2014/main" id="{E44EBE65-A7C2-4DEC-A750-97A9042218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7" name="Rectangle 1076">
                        <a:extLst>
                          <a:ext uri="{FF2B5EF4-FFF2-40B4-BE49-F238E27FC236}">
                            <a16:creationId xmlns:a16="http://schemas.microsoft.com/office/drawing/2014/main" id="{93B95F3A-B7D0-4CAA-A0B5-D358636B7D8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78" name="Rectangle 1077">
                        <a:extLst>
                          <a:ext uri="{FF2B5EF4-FFF2-40B4-BE49-F238E27FC236}">
                            <a16:creationId xmlns:a16="http://schemas.microsoft.com/office/drawing/2014/main" id="{5B22D89B-725D-4A6B-AD3C-24A5E3BDD1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74" name="Group 1073">
                      <a:extLst>
                        <a:ext uri="{FF2B5EF4-FFF2-40B4-BE49-F238E27FC236}">
                          <a16:creationId xmlns:a16="http://schemas.microsoft.com/office/drawing/2014/main" id="{AF71939A-FBF6-4038-A352-ADBEB8E826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5" name="Rectangle 1074">
                        <a:extLst>
                          <a:ext uri="{FF2B5EF4-FFF2-40B4-BE49-F238E27FC236}">
                            <a16:creationId xmlns:a16="http://schemas.microsoft.com/office/drawing/2014/main" id="{D6F76528-588F-4E5C-B388-93AD1F654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76" name="Rectangle 1075">
                        <a:extLst>
                          <a:ext uri="{FF2B5EF4-FFF2-40B4-BE49-F238E27FC236}">
                            <a16:creationId xmlns:a16="http://schemas.microsoft.com/office/drawing/2014/main" id="{6C8EEC30-E971-4A1D-89AB-D7E1FE140B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48F861D6-E494-4696-B072-BFB83F989E4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67" name="Group 1066">
                      <a:extLst>
                        <a:ext uri="{FF2B5EF4-FFF2-40B4-BE49-F238E27FC236}">
                          <a16:creationId xmlns:a16="http://schemas.microsoft.com/office/drawing/2014/main" id="{4C70EACA-4710-4BB8-8158-BBAE452194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1" name="Rectangle 1070">
                        <a:extLst>
                          <a:ext uri="{FF2B5EF4-FFF2-40B4-BE49-F238E27FC236}">
                            <a16:creationId xmlns:a16="http://schemas.microsoft.com/office/drawing/2014/main" id="{7BEA2134-6DC6-4952-9777-2A2AA07CFD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72" name="Rectangle 1071">
                        <a:extLst>
                          <a:ext uri="{FF2B5EF4-FFF2-40B4-BE49-F238E27FC236}">
                            <a16:creationId xmlns:a16="http://schemas.microsoft.com/office/drawing/2014/main" id="{AD1A4298-FD08-45A1-909B-27C1B5FCE0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68" name="Group 1067">
                      <a:extLst>
                        <a:ext uri="{FF2B5EF4-FFF2-40B4-BE49-F238E27FC236}">
                          <a16:creationId xmlns:a16="http://schemas.microsoft.com/office/drawing/2014/main" id="{9473EFB7-B590-4A94-B978-BDD0D6C9AA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69" name="Rectangle 1068">
                        <a:extLst>
                          <a:ext uri="{FF2B5EF4-FFF2-40B4-BE49-F238E27FC236}">
                            <a16:creationId xmlns:a16="http://schemas.microsoft.com/office/drawing/2014/main" id="{79C198C8-E2B8-4063-BDC1-E7AA0A39D9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70" name="Rectangle 1069">
                        <a:extLst>
                          <a:ext uri="{FF2B5EF4-FFF2-40B4-BE49-F238E27FC236}">
                            <a16:creationId xmlns:a16="http://schemas.microsoft.com/office/drawing/2014/main" id="{83440A6B-7316-4533-93D9-741078509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</p:spTree>
    <p:extLst>
      <p:ext uri="{BB962C8B-B14F-4D97-AF65-F5344CB8AC3E}">
        <p14:creationId xmlns:p14="http://schemas.microsoft.com/office/powerpoint/2010/main" val="23674521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112964" y="1450788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8" r="-1365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1" y="1205657"/>
            <a:ext cx="3657599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8520A50-F613-4005-A9E1-9088E574423A}"/>
              </a:ext>
            </a:extLst>
          </p:cNvPr>
          <p:cNvGrpSpPr/>
          <p:nvPr/>
        </p:nvGrpSpPr>
        <p:grpSpPr>
          <a:xfrm>
            <a:off x="5967341" y="1205657"/>
            <a:ext cx="3657599" cy="650776"/>
            <a:chOff x="2084807" y="1205657"/>
            <a:chExt cx="3657599" cy="650776"/>
          </a:xfrm>
        </p:grpSpPr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0C2FB276-0B89-452C-8C10-1CAAA7E1FDEA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343" name="Group 342">
                <a:extLst>
                  <a:ext uri="{FF2B5EF4-FFF2-40B4-BE49-F238E27FC236}">
                    <a16:creationId xmlns:a16="http://schemas.microsoft.com/office/drawing/2014/main" id="{AB443AB6-2BA4-4BE6-92B3-BFF4F7C87E0D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96" name="Group 395">
                  <a:extLst>
                    <a:ext uri="{FF2B5EF4-FFF2-40B4-BE49-F238E27FC236}">
                      <a16:creationId xmlns:a16="http://schemas.microsoft.com/office/drawing/2014/main" id="{AABCF8D9-D5BF-4048-932D-77E68554DAD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6" name="Connector: Elbow 405">
                    <a:extLst>
                      <a:ext uri="{FF2B5EF4-FFF2-40B4-BE49-F238E27FC236}">
                        <a16:creationId xmlns:a16="http://schemas.microsoft.com/office/drawing/2014/main" id="{50E2D627-9487-4149-A3D5-40E2C2AE64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7" name="Straight Connector 406">
                    <a:extLst>
                      <a:ext uri="{FF2B5EF4-FFF2-40B4-BE49-F238E27FC236}">
                        <a16:creationId xmlns:a16="http://schemas.microsoft.com/office/drawing/2014/main" id="{D5EB472B-FD15-4AA0-9219-F207398377D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7" name="Group 396">
                  <a:extLst>
                    <a:ext uri="{FF2B5EF4-FFF2-40B4-BE49-F238E27FC236}">
                      <a16:creationId xmlns:a16="http://schemas.microsoft.com/office/drawing/2014/main" id="{FDAF4DDE-B85F-4B44-9071-6CD751F000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4" name="Connector: Elbow 403">
                    <a:extLst>
                      <a:ext uri="{FF2B5EF4-FFF2-40B4-BE49-F238E27FC236}">
                        <a16:creationId xmlns:a16="http://schemas.microsoft.com/office/drawing/2014/main" id="{BF6C3101-2A8F-44BD-9F40-9E8B7F6FF8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5" name="Straight Connector 404">
                    <a:extLst>
                      <a:ext uri="{FF2B5EF4-FFF2-40B4-BE49-F238E27FC236}">
                        <a16:creationId xmlns:a16="http://schemas.microsoft.com/office/drawing/2014/main" id="{D221A345-A8E6-4839-AAF2-04FD7559F5C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4A80A9F3-CB61-48CE-AD4F-66833FB0A9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2" name="Connector: Elbow 401">
                    <a:extLst>
                      <a:ext uri="{FF2B5EF4-FFF2-40B4-BE49-F238E27FC236}">
                        <a16:creationId xmlns:a16="http://schemas.microsoft.com/office/drawing/2014/main" id="{1D3E197A-27F9-433F-9624-584BE2A576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3" name="Straight Connector 402">
                    <a:extLst>
                      <a:ext uri="{FF2B5EF4-FFF2-40B4-BE49-F238E27FC236}">
                        <a16:creationId xmlns:a16="http://schemas.microsoft.com/office/drawing/2014/main" id="{41224A37-FFC0-4AFC-9E43-868F9D2365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9" name="Group 398">
                  <a:extLst>
                    <a:ext uri="{FF2B5EF4-FFF2-40B4-BE49-F238E27FC236}">
                      <a16:creationId xmlns:a16="http://schemas.microsoft.com/office/drawing/2014/main" id="{FACBD958-6A24-428B-8C8C-C1CEA98F51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0" name="Connector: Elbow 399">
                    <a:extLst>
                      <a:ext uri="{FF2B5EF4-FFF2-40B4-BE49-F238E27FC236}">
                        <a16:creationId xmlns:a16="http://schemas.microsoft.com/office/drawing/2014/main" id="{8A9B6EAE-C5B9-4465-8386-4473A28145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1" name="Straight Connector 400">
                    <a:extLst>
                      <a:ext uri="{FF2B5EF4-FFF2-40B4-BE49-F238E27FC236}">
                        <a16:creationId xmlns:a16="http://schemas.microsoft.com/office/drawing/2014/main" id="{EA719586-F4C2-4516-8769-5CDAD75332B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4" name="Group 343">
                <a:extLst>
                  <a:ext uri="{FF2B5EF4-FFF2-40B4-BE49-F238E27FC236}">
                    <a16:creationId xmlns:a16="http://schemas.microsoft.com/office/drawing/2014/main" id="{53F03A33-FF25-459D-8375-7E8473C5ACC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FB296257-2D17-424A-9B82-15583C44BB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4" name="Connector: Elbow 393">
                    <a:extLst>
                      <a:ext uri="{FF2B5EF4-FFF2-40B4-BE49-F238E27FC236}">
                        <a16:creationId xmlns:a16="http://schemas.microsoft.com/office/drawing/2014/main" id="{1441A6B8-E3FE-4810-976F-019DA49E5C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5" name="Straight Connector 394">
                    <a:extLst>
                      <a:ext uri="{FF2B5EF4-FFF2-40B4-BE49-F238E27FC236}">
                        <a16:creationId xmlns:a16="http://schemas.microsoft.com/office/drawing/2014/main" id="{B6569782-9EEE-4A09-8D38-E40EB0E340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5" name="Group 384">
                  <a:extLst>
                    <a:ext uri="{FF2B5EF4-FFF2-40B4-BE49-F238E27FC236}">
                      <a16:creationId xmlns:a16="http://schemas.microsoft.com/office/drawing/2014/main" id="{DC052E1B-B3D6-4C82-9B70-71A3C257FD2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2" name="Connector: Elbow 391">
                    <a:extLst>
                      <a:ext uri="{FF2B5EF4-FFF2-40B4-BE49-F238E27FC236}">
                        <a16:creationId xmlns:a16="http://schemas.microsoft.com/office/drawing/2014/main" id="{8B0F0E2E-3820-45C0-8F9F-62801E33E1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3" name="Straight Connector 392">
                    <a:extLst>
                      <a:ext uri="{FF2B5EF4-FFF2-40B4-BE49-F238E27FC236}">
                        <a16:creationId xmlns:a16="http://schemas.microsoft.com/office/drawing/2014/main" id="{8EF99E68-6082-498C-96B9-61B7317695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6" name="Group 385">
                  <a:extLst>
                    <a:ext uri="{FF2B5EF4-FFF2-40B4-BE49-F238E27FC236}">
                      <a16:creationId xmlns:a16="http://schemas.microsoft.com/office/drawing/2014/main" id="{91112911-00A7-4DCB-9571-91287E214F9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0" name="Connector: Elbow 389">
                    <a:extLst>
                      <a:ext uri="{FF2B5EF4-FFF2-40B4-BE49-F238E27FC236}">
                        <a16:creationId xmlns:a16="http://schemas.microsoft.com/office/drawing/2014/main" id="{1C6D0F22-768B-4E81-BAF2-43C51994EC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1" name="Straight Connector 390">
                    <a:extLst>
                      <a:ext uri="{FF2B5EF4-FFF2-40B4-BE49-F238E27FC236}">
                        <a16:creationId xmlns:a16="http://schemas.microsoft.com/office/drawing/2014/main" id="{BD6C5E6F-C44E-46C9-9D45-0605A1AF796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7" name="Group 386">
                  <a:extLst>
                    <a:ext uri="{FF2B5EF4-FFF2-40B4-BE49-F238E27FC236}">
                      <a16:creationId xmlns:a16="http://schemas.microsoft.com/office/drawing/2014/main" id="{7849C7E9-8C3B-40DC-88D0-0226122D772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8" name="Connector: Elbow 387">
                    <a:extLst>
                      <a:ext uri="{FF2B5EF4-FFF2-40B4-BE49-F238E27FC236}">
                        <a16:creationId xmlns:a16="http://schemas.microsoft.com/office/drawing/2014/main" id="{A06E0267-6FAE-4962-9070-856B8BA01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9" name="Straight Connector 388">
                    <a:extLst>
                      <a:ext uri="{FF2B5EF4-FFF2-40B4-BE49-F238E27FC236}">
                        <a16:creationId xmlns:a16="http://schemas.microsoft.com/office/drawing/2014/main" id="{B013D430-32F9-4E72-B9F8-98FD604E277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5" name="Group 344">
                <a:extLst>
                  <a:ext uri="{FF2B5EF4-FFF2-40B4-BE49-F238E27FC236}">
                    <a16:creationId xmlns:a16="http://schemas.microsoft.com/office/drawing/2014/main" id="{965C6E3A-AB46-47E5-BB56-12C2A7ABBD8E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E102F3E6-B041-4840-837E-5FD8FEF2048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2" name="Connector: Elbow 381">
                    <a:extLst>
                      <a:ext uri="{FF2B5EF4-FFF2-40B4-BE49-F238E27FC236}">
                        <a16:creationId xmlns:a16="http://schemas.microsoft.com/office/drawing/2014/main" id="{674CACC5-C7CB-463E-9BBB-5B5907DC1F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3" name="Straight Connector 382">
                    <a:extLst>
                      <a:ext uri="{FF2B5EF4-FFF2-40B4-BE49-F238E27FC236}">
                        <a16:creationId xmlns:a16="http://schemas.microsoft.com/office/drawing/2014/main" id="{1BB97817-3B3B-4583-8F9E-E6B7BB343F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F46FD119-B719-4082-A8CA-12C70A7E9B2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0" name="Connector: Elbow 379">
                    <a:extLst>
                      <a:ext uri="{FF2B5EF4-FFF2-40B4-BE49-F238E27FC236}">
                        <a16:creationId xmlns:a16="http://schemas.microsoft.com/office/drawing/2014/main" id="{3777EA0B-74F6-4952-8594-924BD01E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1" name="Straight Connector 380">
                    <a:extLst>
                      <a:ext uri="{FF2B5EF4-FFF2-40B4-BE49-F238E27FC236}">
                        <a16:creationId xmlns:a16="http://schemas.microsoft.com/office/drawing/2014/main" id="{EA9521C4-79F7-4E42-B46B-BDD00943BD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4" name="Group 373">
                  <a:extLst>
                    <a:ext uri="{FF2B5EF4-FFF2-40B4-BE49-F238E27FC236}">
                      <a16:creationId xmlns:a16="http://schemas.microsoft.com/office/drawing/2014/main" id="{23124A8C-69CA-482E-9D9A-E61461CA05E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8" name="Connector: Elbow 377">
                    <a:extLst>
                      <a:ext uri="{FF2B5EF4-FFF2-40B4-BE49-F238E27FC236}">
                        <a16:creationId xmlns:a16="http://schemas.microsoft.com/office/drawing/2014/main" id="{07C1E200-596E-403C-A4D6-BBA718A2D6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7C411C08-F33A-4D4B-B00E-442864B7A0E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5" name="Group 374">
                  <a:extLst>
                    <a:ext uri="{FF2B5EF4-FFF2-40B4-BE49-F238E27FC236}">
                      <a16:creationId xmlns:a16="http://schemas.microsoft.com/office/drawing/2014/main" id="{7BCF4F31-2E60-4FF8-AA5E-6C9AA2DD231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6" name="Connector: Elbow 375">
                    <a:extLst>
                      <a:ext uri="{FF2B5EF4-FFF2-40B4-BE49-F238E27FC236}">
                        <a16:creationId xmlns:a16="http://schemas.microsoft.com/office/drawing/2014/main" id="{8A97AF28-A7BD-4907-83BD-40B92E60AF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7" name="Straight Connector 376">
                    <a:extLst>
                      <a:ext uri="{FF2B5EF4-FFF2-40B4-BE49-F238E27FC236}">
                        <a16:creationId xmlns:a16="http://schemas.microsoft.com/office/drawing/2014/main" id="{DA2406FC-9BBC-47A7-8B03-751995D9E47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6" name="Group 345">
                <a:extLst>
                  <a:ext uri="{FF2B5EF4-FFF2-40B4-BE49-F238E27FC236}">
                    <a16:creationId xmlns:a16="http://schemas.microsoft.com/office/drawing/2014/main" id="{5D9CB720-FEE7-461C-9E54-936F3B44CCA9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33843295-D5D1-41DE-B180-9D921585209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0" name="Connector: Elbow 369">
                    <a:extLst>
                      <a:ext uri="{FF2B5EF4-FFF2-40B4-BE49-F238E27FC236}">
                        <a16:creationId xmlns:a16="http://schemas.microsoft.com/office/drawing/2014/main" id="{862184A7-36A1-4CD7-BA38-1B781F0C9E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1" name="Straight Connector 370">
                    <a:extLst>
                      <a:ext uri="{FF2B5EF4-FFF2-40B4-BE49-F238E27FC236}">
                        <a16:creationId xmlns:a16="http://schemas.microsoft.com/office/drawing/2014/main" id="{ABBE1586-8B20-426B-BB3F-448418D062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A46ADCCD-61CC-40BA-BE7E-3AA892C5102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8" name="Connector: Elbow 367">
                    <a:extLst>
                      <a:ext uri="{FF2B5EF4-FFF2-40B4-BE49-F238E27FC236}">
                        <a16:creationId xmlns:a16="http://schemas.microsoft.com/office/drawing/2014/main" id="{D9719532-7C9B-4837-BC4D-E4A6F9171D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9" name="Straight Connector 368">
                    <a:extLst>
                      <a:ext uri="{FF2B5EF4-FFF2-40B4-BE49-F238E27FC236}">
                        <a16:creationId xmlns:a16="http://schemas.microsoft.com/office/drawing/2014/main" id="{0AC157AF-8F83-4B41-AA9C-DC1AFC3972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2" name="Group 361">
                  <a:extLst>
                    <a:ext uri="{FF2B5EF4-FFF2-40B4-BE49-F238E27FC236}">
                      <a16:creationId xmlns:a16="http://schemas.microsoft.com/office/drawing/2014/main" id="{6B7C6BA8-020A-45F4-82F7-A45DF31284B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6" name="Connector: Elbow 365">
                    <a:extLst>
                      <a:ext uri="{FF2B5EF4-FFF2-40B4-BE49-F238E27FC236}">
                        <a16:creationId xmlns:a16="http://schemas.microsoft.com/office/drawing/2014/main" id="{AB933DF1-6E16-4381-B49B-10CFF9F99E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30489288-2124-40EB-8541-948949D66D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3" name="Group 362">
                  <a:extLst>
                    <a:ext uri="{FF2B5EF4-FFF2-40B4-BE49-F238E27FC236}">
                      <a16:creationId xmlns:a16="http://schemas.microsoft.com/office/drawing/2014/main" id="{511A8A8B-1C87-42BC-89FA-31E0A20AA25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4" name="Connector: Elbow 363">
                    <a:extLst>
                      <a:ext uri="{FF2B5EF4-FFF2-40B4-BE49-F238E27FC236}">
                        <a16:creationId xmlns:a16="http://schemas.microsoft.com/office/drawing/2014/main" id="{A9C5B053-B477-4666-B360-5F8757099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85DFB0BE-14D8-48D7-9F18-6A5AF030D0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42323A03-11B7-42DA-B148-A10DE9C1B43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71AE91E2-9C99-4254-9873-C1DB90389E9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8" name="Connector: Elbow 357">
                    <a:extLst>
                      <a:ext uri="{FF2B5EF4-FFF2-40B4-BE49-F238E27FC236}">
                        <a16:creationId xmlns:a16="http://schemas.microsoft.com/office/drawing/2014/main" id="{3701FE91-5CE9-41D8-ABFC-1F25B94C1E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9" name="Straight Connector 358">
                    <a:extLst>
                      <a:ext uri="{FF2B5EF4-FFF2-40B4-BE49-F238E27FC236}">
                        <a16:creationId xmlns:a16="http://schemas.microsoft.com/office/drawing/2014/main" id="{D0A3521D-546A-4E1E-AB57-0BEC3F990E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95616D0-E26D-4057-A547-D287BEB1493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6" name="Connector: Elbow 355">
                    <a:extLst>
                      <a:ext uri="{FF2B5EF4-FFF2-40B4-BE49-F238E27FC236}">
                        <a16:creationId xmlns:a16="http://schemas.microsoft.com/office/drawing/2014/main" id="{DAB1F5FC-B0FB-4516-A938-BF6A469A58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Straight Connector 356">
                    <a:extLst>
                      <a:ext uri="{FF2B5EF4-FFF2-40B4-BE49-F238E27FC236}">
                        <a16:creationId xmlns:a16="http://schemas.microsoft.com/office/drawing/2014/main" id="{2B96DDA4-9791-43B2-B431-D062E9DC895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0" name="Group 349">
                  <a:extLst>
                    <a:ext uri="{FF2B5EF4-FFF2-40B4-BE49-F238E27FC236}">
                      <a16:creationId xmlns:a16="http://schemas.microsoft.com/office/drawing/2014/main" id="{56ECE1AD-C8EE-4A86-87B2-FF3D4B95D00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4" name="Connector: Elbow 353">
                    <a:extLst>
                      <a:ext uri="{FF2B5EF4-FFF2-40B4-BE49-F238E27FC236}">
                        <a16:creationId xmlns:a16="http://schemas.microsoft.com/office/drawing/2014/main" id="{8D9713E4-145F-479E-A22B-88D5D9D98F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AB44C2AF-FF89-49A1-9DB6-D8EFF87DAD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1" name="Group 350">
                  <a:extLst>
                    <a:ext uri="{FF2B5EF4-FFF2-40B4-BE49-F238E27FC236}">
                      <a16:creationId xmlns:a16="http://schemas.microsoft.com/office/drawing/2014/main" id="{85779027-11B3-4903-A640-4ADBE325C04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2" name="Connector: Elbow 351">
                    <a:extLst>
                      <a:ext uri="{FF2B5EF4-FFF2-40B4-BE49-F238E27FC236}">
                        <a16:creationId xmlns:a16="http://schemas.microsoft.com/office/drawing/2014/main" id="{318F6C04-E031-446F-BC82-F829B9609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35DE0D46-7AB8-476C-88C2-3A8157920DB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216186EC-0DEA-4D6E-BDCD-C213C5025CEC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6E8CB1F7-C78C-433A-AB1D-BB2D0C8A960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31" name="Group 330">
                  <a:extLst>
                    <a:ext uri="{FF2B5EF4-FFF2-40B4-BE49-F238E27FC236}">
                      <a16:creationId xmlns:a16="http://schemas.microsoft.com/office/drawing/2014/main" id="{86775FE2-A3E7-48BA-ADE5-00C779A26A6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41" name="Connector: Elbow 340">
                    <a:extLst>
                      <a:ext uri="{FF2B5EF4-FFF2-40B4-BE49-F238E27FC236}">
                        <a16:creationId xmlns:a16="http://schemas.microsoft.com/office/drawing/2014/main" id="{6E441C70-32AE-449F-907D-CCBAA1336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2" name="Straight Connector 341">
                    <a:extLst>
                      <a:ext uri="{FF2B5EF4-FFF2-40B4-BE49-F238E27FC236}">
                        <a16:creationId xmlns:a16="http://schemas.microsoft.com/office/drawing/2014/main" id="{DC3DC614-0AC2-457C-8334-F6C3849B2B4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2" name="Group 331">
                  <a:extLst>
                    <a:ext uri="{FF2B5EF4-FFF2-40B4-BE49-F238E27FC236}">
                      <a16:creationId xmlns:a16="http://schemas.microsoft.com/office/drawing/2014/main" id="{BE790B46-867D-4F6E-956F-01CC309591F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9" name="Connector: Elbow 338">
                    <a:extLst>
                      <a:ext uri="{FF2B5EF4-FFF2-40B4-BE49-F238E27FC236}">
                        <a16:creationId xmlns:a16="http://schemas.microsoft.com/office/drawing/2014/main" id="{B35183CB-9A56-492F-AF7F-A0962A1D4B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31554D4F-6C81-46B7-A5F0-39C508A67E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3" name="Group 332">
                  <a:extLst>
                    <a:ext uri="{FF2B5EF4-FFF2-40B4-BE49-F238E27FC236}">
                      <a16:creationId xmlns:a16="http://schemas.microsoft.com/office/drawing/2014/main" id="{054EA1F4-7B4B-435C-803A-A61341B1B8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7" name="Connector: Elbow 336">
                    <a:extLst>
                      <a:ext uri="{FF2B5EF4-FFF2-40B4-BE49-F238E27FC236}">
                        <a16:creationId xmlns:a16="http://schemas.microsoft.com/office/drawing/2014/main" id="{2BD1D376-1EFD-4546-8040-DADCACE32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514CBDBC-D400-43BA-A967-6AFE8D1C8F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4" name="Group 333">
                  <a:extLst>
                    <a:ext uri="{FF2B5EF4-FFF2-40B4-BE49-F238E27FC236}">
                      <a16:creationId xmlns:a16="http://schemas.microsoft.com/office/drawing/2014/main" id="{D073D33C-CDC2-42FB-BD3E-B7846573495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5" name="Connector: Elbow 334">
                    <a:extLst>
                      <a:ext uri="{FF2B5EF4-FFF2-40B4-BE49-F238E27FC236}">
                        <a16:creationId xmlns:a16="http://schemas.microsoft.com/office/drawing/2014/main" id="{0C29D45F-589F-46FA-8C03-E90B08CCED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9AA2B336-791F-4E31-A8C4-DA623AAE95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D7AC4411-6F1E-4B85-9F19-14B4EEE7D779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19" name="Group 318">
                  <a:extLst>
                    <a:ext uri="{FF2B5EF4-FFF2-40B4-BE49-F238E27FC236}">
                      <a16:creationId xmlns:a16="http://schemas.microsoft.com/office/drawing/2014/main" id="{218B1F7D-3791-40FC-810E-5FD632D976E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9" name="Connector: Elbow 328">
                    <a:extLst>
                      <a:ext uri="{FF2B5EF4-FFF2-40B4-BE49-F238E27FC236}">
                        <a16:creationId xmlns:a16="http://schemas.microsoft.com/office/drawing/2014/main" id="{77F06147-59AE-4661-B5E6-92D15C0B7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B2D37554-1F55-430C-B3A0-8E3CB5CD78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40E7FCC5-F966-41D0-AAD1-6B6EBB7863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7" name="Connector: Elbow 326">
                    <a:extLst>
                      <a:ext uri="{FF2B5EF4-FFF2-40B4-BE49-F238E27FC236}">
                        <a16:creationId xmlns:a16="http://schemas.microsoft.com/office/drawing/2014/main" id="{0583955E-444A-4E28-888A-457E276FD1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B66B234C-25E3-4BAE-92E1-87660D87BC1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F5EF8945-D276-4D33-965A-2334ECD53F0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5" name="Connector: Elbow 324">
                    <a:extLst>
                      <a:ext uri="{FF2B5EF4-FFF2-40B4-BE49-F238E27FC236}">
                        <a16:creationId xmlns:a16="http://schemas.microsoft.com/office/drawing/2014/main" id="{D4DF00F5-5144-4519-A860-A02A835EFB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A3A107E5-5378-41B0-A526-77A67EA909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2" name="Group 321">
                  <a:extLst>
                    <a:ext uri="{FF2B5EF4-FFF2-40B4-BE49-F238E27FC236}">
                      <a16:creationId xmlns:a16="http://schemas.microsoft.com/office/drawing/2014/main" id="{DF266F8D-462E-4C82-9D31-C4603189217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3" name="Connector: Elbow 322">
                    <a:extLst>
                      <a:ext uri="{FF2B5EF4-FFF2-40B4-BE49-F238E27FC236}">
                        <a16:creationId xmlns:a16="http://schemas.microsoft.com/office/drawing/2014/main" id="{583FF457-BEC5-4EBC-AD4E-1CDE0503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EB1E33E5-EBFA-4C71-9D74-9F9FDC28B0F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50F522DF-29CA-47DE-AD12-C52333DCB31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07" name="Group 306">
                  <a:extLst>
                    <a:ext uri="{FF2B5EF4-FFF2-40B4-BE49-F238E27FC236}">
                      <a16:creationId xmlns:a16="http://schemas.microsoft.com/office/drawing/2014/main" id="{598A556A-C7C5-4FED-BAB8-8967C9E156D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7" name="Connector: Elbow 316">
                    <a:extLst>
                      <a:ext uri="{FF2B5EF4-FFF2-40B4-BE49-F238E27FC236}">
                        <a16:creationId xmlns:a16="http://schemas.microsoft.com/office/drawing/2014/main" id="{F7800DBB-8D9C-44BE-83F0-1D8A9949C0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41AE77F2-4F06-47F8-89DC-CA3A354BABD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8" name="Group 307">
                  <a:extLst>
                    <a:ext uri="{FF2B5EF4-FFF2-40B4-BE49-F238E27FC236}">
                      <a16:creationId xmlns:a16="http://schemas.microsoft.com/office/drawing/2014/main" id="{D7CBEB21-2701-4881-855F-8A8A66FC8C8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5" name="Connector: Elbow 314">
                    <a:extLst>
                      <a:ext uri="{FF2B5EF4-FFF2-40B4-BE49-F238E27FC236}">
                        <a16:creationId xmlns:a16="http://schemas.microsoft.com/office/drawing/2014/main" id="{266BD88C-3105-4673-A2AB-2E880FB88E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2EEECA2F-49D0-4582-9919-169D0274FE0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9" name="Group 308">
                  <a:extLst>
                    <a:ext uri="{FF2B5EF4-FFF2-40B4-BE49-F238E27FC236}">
                      <a16:creationId xmlns:a16="http://schemas.microsoft.com/office/drawing/2014/main" id="{432B6A1E-0BED-4413-873A-D6A48C6C5E0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3" name="Connector: Elbow 312">
                    <a:extLst>
                      <a:ext uri="{FF2B5EF4-FFF2-40B4-BE49-F238E27FC236}">
                        <a16:creationId xmlns:a16="http://schemas.microsoft.com/office/drawing/2014/main" id="{C9E97AE0-59C9-4655-9CFE-7F6536A7C6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E95528F4-ECA6-4797-9BFE-3FB527086C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0" name="Group 309">
                  <a:extLst>
                    <a:ext uri="{FF2B5EF4-FFF2-40B4-BE49-F238E27FC236}">
                      <a16:creationId xmlns:a16="http://schemas.microsoft.com/office/drawing/2014/main" id="{7D6FBDCE-A85F-4264-A821-2C3E5F4A105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1" name="Connector: Elbow 310">
                    <a:extLst>
                      <a:ext uri="{FF2B5EF4-FFF2-40B4-BE49-F238E27FC236}">
                        <a16:creationId xmlns:a16="http://schemas.microsoft.com/office/drawing/2014/main" id="{3D5587EF-C26C-4F1F-B892-38FF763AEB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BBCA6E38-9AAB-4E9D-9E4D-8A4B97384BD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1" name="Group 280">
                <a:extLst>
                  <a:ext uri="{FF2B5EF4-FFF2-40B4-BE49-F238E27FC236}">
                    <a16:creationId xmlns:a16="http://schemas.microsoft.com/office/drawing/2014/main" id="{5275CAA4-42EF-46FB-A336-0B07B06CE45C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E489CF08-7A53-44EE-B788-036177C79E3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5" name="Connector: Elbow 304">
                    <a:extLst>
                      <a:ext uri="{FF2B5EF4-FFF2-40B4-BE49-F238E27FC236}">
                        <a16:creationId xmlns:a16="http://schemas.microsoft.com/office/drawing/2014/main" id="{11B5AB37-8476-4903-900B-4AFC64BAA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D3BB4A01-82BE-4D03-BB10-94F7D79409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672CDD4B-25D2-4D91-B73B-E20EF56F0D9F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3" name="Connector: Elbow 302">
                    <a:extLst>
                      <a:ext uri="{FF2B5EF4-FFF2-40B4-BE49-F238E27FC236}">
                        <a16:creationId xmlns:a16="http://schemas.microsoft.com/office/drawing/2014/main" id="{50BE1B50-CF24-4C24-9181-2CC78ED14E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89D7AE4D-54D9-4239-9169-404A5AADAD4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7E2EDDD0-436E-49F0-A83B-F04B9730900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1" name="Connector: Elbow 300">
                    <a:extLst>
                      <a:ext uri="{FF2B5EF4-FFF2-40B4-BE49-F238E27FC236}">
                        <a16:creationId xmlns:a16="http://schemas.microsoft.com/office/drawing/2014/main" id="{ECB85EB8-80E6-4822-8E62-4CC86AE8D7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C50B8AA2-F759-4F4B-A317-F4A67AED03A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F510BD6B-DAD4-40B6-A995-DBBE22B6F48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9" name="Connector: Elbow 298">
                    <a:extLst>
                      <a:ext uri="{FF2B5EF4-FFF2-40B4-BE49-F238E27FC236}">
                        <a16:creationId xmlns:a16="http://schemas.microsoft.com/office/drawing/2014/main" id="{BEB1DBB7-7C6C-4F60-92C1-9531BCC8A3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DA60B41F-4160-4D6F-B6A4-27465F73F3D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25E2EA8D-5D74-4525-8183-BB7CED92B900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44CA7DA9-5A4D-42EC-97D3-1E6A9A0FD44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3" name="Connector: Elbow 292">
                    <a:extLst>
                      <a:ext uri="{FF2B5EF4-FFF2-40B4-BE49-F238E27FC236}">
                        <a16:creationId xmlns:a16="http://schemas.microsoft.com/office/drawing/2014/main" id="{43E4E2CF-248E-4D03-A272-E0739B20A1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B01E810A-36F5-4A97-83DA-4A99DA6F7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C075FC67-307D-46FF-86B0-71D49D5D17E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1" name="Connector: Elbow 290">
                    <a:extLst>
                      <a:ext uri="{FF2B5EF4-FFF2-40B4-BE49-F238E27FC236}">
                        <a16:creationId xmlns:a16="http://schemas.microsoft.com/office/drawing/2014/main" id="{5B737C15-6CDA-4160-A2B0-AEE99565A0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80258C5-B8FB-4AE2-AE00-1C4B67E840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2B48E502-634C-4C78-A11C-D7B9AC62B3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9" name="Connector: Elbow 288">
                    <a:extLst>
                      <a:ext uri="{FF2B5EF4-FFF2-40B4-BE49-F238E27FC236}">
                        <a16:creationId xmlns:a16="http://schemas.microsoft.com/office/drawing/2014/main" id="{701501ED-A518-4E9B-89F8-4F7A7D6451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8E5724C9-B21F-4FCB-A2CC-E1F8E45192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B6239EC1-6993-42B9-8131-E2B7A428A1B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7" name="Connector: Elbow 286">
                    <a:extLst>
                      <a:ext uri="{FF2B5EF4-FFF2-40B4-BE49-F238E27FC236}">
                        <a16:creationId xmlns:a16="http://schemas.microsoft.com/office/drawing/2014/main" id="{8CF61308-3BEE-4692-8015-2ACD54A2FB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ABB9641C-D913-4930-950F-9CD50417CF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F3A9BEDF-2B37-4B6A-8509-151DDFB0074A}"/>
              </a:ext>
            </a:extLst>
          </p:cNvPr>
          <p:cNvGrpSpPr/>
          <p:nvPr/>
        </p:nvGrpSpPr>
        <p:grpSpPr>
          <a:xfrm>
            <a:off x="112964" y="2461352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/>
                <p:nvPr/>
              </p:nvSpPr>
              <p:spPr>
                <a:xfrm>
                  <a:off x="-416002" y="1686962"/>
                  <a:ext cx="167206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𝑃𝑊𝑀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6002" y="1686962"/>
                  <a:ext cx="1672061" cy="169277"/>
                </a:xfrm>
                <a:prstGeom prst="rect">
                  <a:avLst/>
                </a:prstGeom>
                <a:blipFill>
                  <a:blip r:embed="rId5"/>
                  <a:stretch>
                    <a:fillRect l="-1460" r="-1825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1" y="2216221"/>
            <a:ext cx="3657599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CCC38FBA-D151-4BCA-9C85-FEFBA332A534}"/>
              </a:ext>
            </a:extLst>
          </p:cNvPr>
          <p:cNvGrpSpPr/>
          <p:nvPr/>
        </p:nvGrpSpPr>
        <p:grpSpPr>
          <a:xfrm>
            <a:off x="5967341" y="2216221"/>
            <a:ext cx="3657599" cy="650776"/>
            <a:chOff x="2084807" y="1205657"/>
            <a:chExt cx="3657599" cy="650776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6ACF80DB-F148-4D80-9159-BDDAC17B1272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F9D51F20-1621-4156-B068-18907292CFB5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73" name="Group 672">
                  <a:extLst>
                    <a:ext uri="{FF2B5EF4-FFF2-40B4-BE49-F238E27FC236}">
                      <a16:creationId xmlns:a16="http://schemas.microsoft.com/office/drawing/2014/main" id="{3DBA7957-A12F-4118-9AE4-F6551BC9953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3" name="Connector: Elbow 682">
                    <a:extLst>
                      <a:ext uri="{FF2B5EF4-FFF2-40B4-BE49-F238E27FC236}">
                        <a16:creationId xmlns:a16="http://schemas.microsoft.com/office/drawing/2014/main" id="{B24A8A08-6DA2-45A0-9077-14DF228AD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4" name="Straight Connector 683">
                    <a:extLst>
                      <a:ext uri="{FF2B5EF4-FFF2-40B4-BE49-F238E27FC236}">
                        <a16:creationId xmlns:a16="http://schemas.microsoft.com/office/drawing/2014/main" id="{6B305CC6-7946-4729-B860-8B04CD7BFE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4" name="Group 673">
                  <a:extLst>
                    <a:ext uri="{FF2B5EF4-FFF2-40B4-BE49-F238E27FC236}">
                      <a16:creationId xmlns:a16="http://schemas.microsoft.com/office/drawing/2014/main" id="{8EEE7811-633D-431D-82F3-BCC57164077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1" name="Connector: Elbow 680">
                    <a:extLst>
                      <a:ext uri="{FF2B5EF4-FFF2-40B4-BE49-F238E27FC236}">
                        <a16:creationId xmlns:a16="http://schemas.microsoft.com/office/drawing/2014/main" id="{7AFBF8C4-A105-4C0B-9DCD-9C1DA4EF5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2" name="Straight Connector 681">
                    <a:extLst>
                      <a:ext uri="{FF2B5EF4-FFF2-40B4-BE49-F238E27FC236}">
                        <a16:creationId xmlns:a16="http://schemas.microsoft.com/office/drawing/2014/main" id="{16AEB332-67E3-45A0-B2D3-711461D7E5E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5" name="Group 674">
                  <a:extLst>
                    <a:ext uri="{FF2B5EF4-FFF2-40B4-BE49-F238E27FC236}">
                      <a16:creationId xmlns:a16="http://schemas.microsoft.com/office/drawing/2014/main" id="{7AF0FCF8-B927-4AC8-BA77-27B3460E7AB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9" name="Connector: Elbow 678">
                    <a:extLst>
                      <a:ext uri="{FF2B5EF4-FFF2-40B4-BE49-F238E27FC236}">
                        <a16:creationId xmlns:a16="http://schemas.microsoft.com/office/drawing/2014/main" id="{521A7F32-B78A-42F4-B816-E60D6C9104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0" name="Straight Connector 679">
                    <a:extLst>
                      <a:ext uri="{FF2B5EF4-FFF2-40B4-BE49-F238E27FC236}">
                        <a16:creationId xmlns:a16="http://schemas.microsoft.com/office/drawing/2014/main" id="{BD715CF1-346C-497E-8117-46EDB1EB9C1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6" name="Group 675">
                  <a:extLst>
                    <a:ext uri="{FF2B5EF4-FFF2-40B4-BE49-F238E27FC236}">
                      <a16:creationId xmlns:a16="http://schemas.microsoft.com/office/drawing/2014/main" id="{BF62CA58-E9B6-4009-AA9A-27349764DD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7" name="Connector: Elbow 676">
                    <a:extLst>
                      <a:ext uri="{FF2B5EF4-FFF2-40B4-BE49-F238E27FC236}">
                        <a16:creationId xmlns:a16="http://schemas.microsoft.com/office/drawing/2014/main" id="{2F039D7D-CEA8-48F8-A443-69854C818C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8" name="Straight Connector 677">
                    <a:extLst>
                      <a:ext uri="{FF2B5EF4-FFF2-40B4-BE49-F238E27FC236}">
                        <a16:creationId xmlns:a16="http://schemas.microsoft.com/office/drawing/2014/main" id="{D7735387-2A78-468C-8A3F-21C34A59F43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FD316E05-4DB6-4FAC-B7BD-E8D91248A77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61" name="Group 660">
                  <a:extLst>
                    <a:ext uri="{FF2B5EF4-FFF2-40B4-BE49-F238E27FC236}">
                      <a16:creationId xmlns:a16="http://schemas.microsoft.com/office/drawing/2014/main" id="{9234F852-F177-4FCB-A4D6-EB6317850AF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1" name="Connector: Elbow 670">
                    <a:extLst>
                      <a:ext uri="{FF2B5EF4-FFF2-40B4-BE49-F238E27FC236}">
                        <a16:creationId xmlns:a16="http://schemas.microsoft.com/office/drawing/2014/main" id="{89D6EC23-55DC-4616-8762-69AA0BF02B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2" name="Straight Connector 671">
                    <a:extLst>
                      <a:ext uri="{FF2B5EF4-FFF2-40B4-BE49-F238E27FC236}">
                        <a16:creationId xmlns:a16="http://schemas.microsoft.com/office/drawing/2014/main" id="{DA1122D0-FD78-439A-A0A7-38E53335791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Group 661">
                  <a:extLst>
                    <a:ext uri="{FF2B5EF4-FFF2-40B4-BE49-F238E27FC236}">
                      <a16:creationId xmlns:a16="http://schemas.microsoft.com/office/drawing/2014/main" id="{2848DBA9-32ED-4812-B655-69520EE9A10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9" name="Connector: Elbow 668">
                    <a:extLst>
                      <a:ext uri="{FF2B5EF4-FFF2-40B4-BE49-F238E27FC236}">
                        <a16:creationId xmlns:a16="http://schemas.microsoft.com/office/drawing/2014/main" id="{5A1DA099-7705-4AC0-B749-F4453600A1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0" name="Straight Connector 669">
                    <a:extLst>
                      <a:ext uri="{FF2B5EF4-FFF2-40B4-BE49-F238E27FC236}">
                        <a16:creationId xmlns:a16="http://schemas.microsoft.com/office/drawing/2014/main" id="{7DB67263-985F-4DC5-BB5A-EB980A86CF2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3" name="Group 662">
                  <a:extLst>
                    <a:ext uri="{FF2B5EF4-FFF2-40B4-BE49-F238E27FC236}">
                      <a16:creationId xmlns:a16="http://schemas.microsoft.com/office/drawing/2014/main" id="{6F0E9F0D-3ECF-47F8-BA5A-CD1699566F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7" name="Connector: Elbow 666">
                    <a:extLst>
                      <a:ext uri="{FF2B5EF4-FFF2-40B4-BE49-F238E27FC236}">
                        <a16:creationId xmlns:a16="http://schemas.microsoft.com/office/drawing/2014/main" id="{BE3035E2-396C-44CA-A645-0BDCAF45F4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8" name="Straight Connector 667">
                    <a:extLst>
                      <a:ext uri="{FF2B5EF4-FFF2-40B4-BE49-F238E27FC236}">
                        <a16:creationId xmlns:a16="http://schemas.microsoft.com/office/drawing/2014/main" id="{F793C0B9-E2A5-44F6-A38F-36BB70478C2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4" name="Group 663">
                  <a:extLst>
                    <a:ext uri="{FF2B5EF4-FFF2-40B4-BE49-F238E27FC236}">
                      <a16:creationId xmlns:a16="http://schemas.microsoft.com/office/drawing/2014/main" id="{A3A95BEE-8267-4F14-A7CF-CB972288827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5" name="Connector: Elbow 664">
                    <a:extLst>
                      <a:ext uri="{FF2B5EF4-FFF2-40B4-BE49-F238E27FC236}">
                        <a16:creationId xmlns:a16="http://schemas.microsoft.com/office/drawing/2014/main" id="{BE01B659-C842-4F36-95AC-B08CC95A3D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6" name="Straight Connector 665">
                    <a:extLst>
                      <a:ext uri="{FF2B5EF4-FFF2-40B4-BE49-F238E27FC236}">
                        <a16:creationId xmlns:a16="http://schemas.microsoft.com/office/drawing/2014/main" id="{EC38AEA1-9F80-4C65-B4FC-2F182B9792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39A2245F-2C3B-47B7-9C01-613868CB2E3D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49" name="Group 648">
                  <a:extLst>
                    <a:ext uri="{FF2B5EF4-FFF2-40B4-BE49-F238E27FC236}">
                      <a16:creationId xmlns:a16="http://schemas.microsoft.com/office/drawing/2014/main" id="{8BD9E66B-9B31-4445-B2A6-908FFAFB5A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9" name="Connector: Elbow 658">
                    <a:extLst>
                      <a:ext uri="{FF2B5EF4-FFF2-40B4-BE49-F238E27FC236}">
                        <a16:creationId xmlns:a16="http://schemas.microsoft.com/office/drawing/2014/main" id="{07E44277-3A62-4D2F-B05D-4C6157326A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0" name="Straight Connector 659">
                    <a:extLst>
                      <a:ext uri="{FF2B5EF4-FFF2-40B4-BE49-F238E27FC236}">
                        <a16:creationId xmlns:a16="http://schemas.microsoft.com/office/drawing/2014/main" id="{F1F9C1F6-98B0-4CF7-BD9E-140BFA541BA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0" name="Group 649">
                  <a:extLst>
                    <a:ext uri="{FF2B5EF4-FFF2-40B4-BE49-F238E27FC236}">
                      <a16:creationId xmlns:a16="http://schemas.microsoft.com/office/drawing/2014/main" id="{11A689EA-67E5-47FD-BBC1-9547C320907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7" name="Connector: Elbow 656">
                    <a:extLst>
                      <a:ext uri="{FF2B5EF4-FFF2-40B4-BE49-F238E27FC236}">
                        <a16:creationId xmlns:a16="http://schemas.microsoft.com/office/drawing/2014/main" id="{92A69E9A-8E9A-485A-AC2B-28FECD382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8" name="Straight Connector 657">
                    <a:extLst>
                      <a:ext uri="{FF2B5EF4-FFF2-40B4-BE49-F238E27FC236}">
                        <a16:creationId xmlns:a16="http://schemas.microsoft.com/office/drawing/2014/main" id="{6D4A2AC8-C769-43CC-BC79-375A5B80932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1" name="Group 650">
                  <a:extLst>
                    <a:ext uri="{FF2B5EF4-FFF2-40B4-BE49-F238E27FC236}">
                      <a16:creationId xmlns:a16="http://schemas.microsoft.com/office/drawing/2014/main" id="{3881E10B-41CC-4A53-B07A-6EA9AC351C7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5" name="Connector: Elbow 654">
                    <a:extLst>
                      <a:ext uri="{FF2B5EF4-FFF2-40B4-BE49-F238E27FC236}">
                        <a16:creationId xmlns:a16="http://schemas.microsoft.com/office/drawing/2014/main" id="{3B51EB62-A023-4EA1-92C6-F177FE47A6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6" name="Straight Connector 655">
                    <a:extLst>
                      <a:ext uri="{FF2B5EF4-FFF2-40B4-BE49-F238E27FC236}">
                        <a16:creationId xmlns:a16="http://schemas.microsoft.com/office/drawing/2014/main" id="{9664B498-0608-462B-A346-A6FCDC8394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2" name="Group 651">
                  <a:extLst>
                    <a:ext uri="{FF2B5EF4-FFF2-40B4-BE49-F238E27FC236}">
                      <a16:creationId xmlns:a16="http://schemas.microsoft.com/office/drawing/2014/main" id="{D0C3F917-4D0C-4DC7-8448-F036CE87A44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3" name="Connector: Elbow 652">
                    <a:extLst>
                      <a:ext uri="{FF2B5EF4-FFF2-40B4-BE49-F238E27FC236}">
                        <a16:creationId xmlns:a16="http://schemas.microsoft.com/office/drawing/2014/main" id="{C15D3334-2B4A-44D0-BAF6-EEBB1403B0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4" name="Straight Connector 653">
                    <a:extLst>
                      <a:ext uri="{FF2B5EF4-FFF2-40B4-BE49-F238E27FC236}">
                        <a16:creationId xmlns:a16="http://schemas.microsoft.com/office/drawing/2014/main" id="{AEDD79E1-6157-4FE4-BABA-A4230572BA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5F923C38-4ED1-43FC-AE7F-76E9E0123E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37" name="Group 636">
                  <a:extLst>
                    <a:ext uri="{FF2B5EF4-FFF2-40B4-BE49-F238E27FC236}">
                      <a16:creationId xmlns:a16="http://schemas.microsoft.com/office/drawing/2014/main" id="{FA256727-697D-4392-8ED5-48E356CF4EF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7" name="Connector: Elbow 646">
                    <a:extLst>
                      <a:ext uri="{FF2B5EF4-FFF2-40B4-BE49-F238E27FC236}">
                        <a16:creationId xmlns:a16="http://schemas.microsoft.com/office/drawing/2014/main" id="{464F0E5D-9AD9-429C-B200-DA3A70D19B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8" name="Straight Connector 647">
                    <a:extLst>
                      <a:ext uri="{FF2B5EF4-FFF2-40B4-BE49-F238E27FC236}">
                        <a16:creationId xmlns:a16="http://schemas.microsoft.com/office/drawing/2014/main" id="{8CA47A89-766A-4062-99F6-2B9D3506B54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8" name="Group 637">
                  <a:extLst>
                    <a:ext uri="{FF2B5EF4-FFF2-40B4-BE49-F238E27FC236}">
                      <a16:creationId xmlns:a16="http://schemas.microsoft.com/office/drawing/2014/main" id="{BBE5BD5F-2219-4AD5-AE72-26585344A3A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5" name="Connector: Elbow 644">
                    <a:extLst>
                      <a:ext uri="{FF2B5EF4-FFF2-40B4-BE49-F238E27FC236}">
                        <a16:creationId xmlns:a16="http://schemas.microsoft.com/office/drawing/2014/main" id="{62E11E9D-5D7A-45D0-A6C4-847D6EEE1E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6" name="Straight Connector 645">
                    <a:extLst>
                      <a:ext uri="{FF2B5EF4-FFF2-40B4-BE49-F238E27FC236}">
                        <a16:creationId xmlns:a16="http://schemas.microsoft.com/office/drawing/2014/main" id="{9083A434-CF89-4F91-B83C-1945F76DD7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9" name="Group 638">
                  <a:extLst>
                    <a:ext uri="{FF2B5EF4-FFF2-40B4-BE49-F238E27FC236}">
                      <a16:creationId xmlns:a16="http://schemas.microsoft.com/office/drawing/2014/main" id="{DA067C81-E4C5-458A-A924-D7D7A8FB1D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3" name="Connector: Elbow 642">
                    <a:extLst>
                      <a:ext uri="{FF2B5EF4-FFF2-40B4-BE49-F238E27FC236}">
                        <a16:creationId xmlns:a16="http://schemas.microsoft.com/office/drawing/2014/main" id="{BA3C537F-EF7C-4511-9B66-141DE07369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4" name="Straight Connector 643">
                    <a:extLst>
                      <a:ext uri="{FF2B5EF4-FFF2-40B4-BE49-F238E27FC236}">
                        <a16:creationId xmlns:a16="http://schemas.microsoft.com/office/drawing/2014/main" id="{325388B7-48C9-4218-BDED-67BD16263F4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0" name="Group 639">
                  <a:extLst>
                    <a:ext uri="{FF2B5EF4-FFF2-40B4-BE49-F238E27FC236}">
                      <a16:creationId xmlns:a16="http://schemas.microsoft.com/office/drawing/2014/main" id="{D5B6A6CB-659C-4F9D-8311-63F33FA67C7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1" name="Connector: Elbow 640">
                    <a:extLst>
                      <a:ext uri="{FF2B5EF4-FFF2-40B4-BE49-F238E27FC236}">
                        <a16:creationId xmlns:a16="http://schemas.microsoft.com/office/drawing/2014/main" id="{3FF3B15E-EEE5-415A-9A0E-DA5A322543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2" name="Straight Connector 641">
                    <a:extLst>
                      <a:ext uri="{FF2B5EF4-FFF2-40B4-BE49-F238E27FC236}">
                        <a16:creationId xmlns:a16="http://schemas.microsoft.com/office/drawing/2014/main" id="{BC7AF1DB-FE49-4D50-9AEF-79F83FBD823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6AD5AFF7-A266-4BF7-892D-CD7293E9D02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25" name="Group 624">
                  <a:extLst>
                    <a:ext uri="{FF2B5EF4-FFF2-40B4-BE49-F238E27FC236}">
                      <a16:creationId xmlns:a16="http://schemas.microsoft.com/office/drawing/2014/main" id="{0E31C050-D756-44A3-A071-797E15A4232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5" name="Connector: Elbow 634">
                    <a:extLst>
                      <a:ext uri="{FF2B5EF4-FFF2-40B4-BE49-F238E27FC236}">
                        <a16:creationId xmlns:a16="http://schemas.microsoft.com/office/drawing/2014/main" id="{B1A52B3A-9FAF-4409-AC54-67F2B5BEA5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6" name="Straight Connector 635">
                    <a:extLst>
                      <a:ext uri="{FF2B5EF4-FFF2-40B4-BE49-F238E27FC236}">
                        <a16:creationId xmlns:a16="http://schemas.microsoft.com/office/drawing/2014/main" id="{F3ED1180-8C9B-43BF-8D55-EA7BC7B6D20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6" name="Group 625">
                  <a:extLst>
                    <a:ext uri="{FF2B5EF4-FFF2-40B4-BE49-F238E27FC236}">
                      <a16:creationId xmlns:a16="http://schemas.microsoft.com/office/drawing/2014/main" id="{A3ADD678-CF83-4DD9-BA87-7B18DCA8D89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3" name="Connector: Elbow 632">
                    <a:extLst>
                      <a:ext uri="{FF2B5EF4-FFF2-40B4-BE49-F238E27FC236}">
                        <a16:creationId xmlns:a16="http://schemas.microsoft.com/office/drawing/2014/main" id="{FFB0422F-4062-4AF9-ADCA-23362CEA2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4" name="Straight Connector 633">
                    <a:extLst>
                      <a:ext uri="{FF2B5EF4-FFF2-40B4-BE49-F238E27FC236}">
                        <a16:creationId xmlns:a16="http://schemas.microsoft.com/office/drawing/2014/main" id="{425720EA-909C-41BD-8355-B0952116F6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7" name="Group 626">
                  <a:extLst>
                    <a:ext uri="{FF2B5EF4-FFF2-40B4-BE49-F238E27FC236}">
                      <a16:creationId xmlns:a16="http://schemas.microsoft.com/office/drawing/2014/main" id="{AC8AECC6-09A4-4B37-8866-BE442AA792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1" name="Connector: Elbow 630">
                    <a:extLst>
                      <a:ext uri="{FF2B5EF4-FFF2-40B4-BE49-F238E27FC236}">
                        <a16:creationId xmlns:a16="http://schemas.microsoft.com/office/drawing/2014/main" id="{2A4E22B1-4D05-4C51-BE2B-09568ECFFB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2" name="Straight Connector 631">
                    <a:extLst>
                      <a:ext uri="{FF2B5EF4-FFF2-40B4-BE49-F238E27FC236}">
                        <a16:creationId xmlns:a16="http://schemas.microsoft.com/office/drawing/2014/main" id="{02D84DCA-7EEF-45DF-A388-94C32CAC8B9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8" name="Group 627">
                  <a:extLst>
                    <a:ext uri="{FF2B5EF4-FFF2-40B4-BE49-F238E27FC236}">
                      <a16:creationId xmlns:a16="http://schemas.microsoft.com/office/drawing/2014/main" id="{F383EEB0-A8C4-4678-A0EC-C838751B28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29" name="Connector: Elbow 628">
                    <a:extLst>
                      <a:ext uri="{FF2B5EF4-FFF2-40B4-BE49-F238E27FC236}">
                        <a16:creationId xmlns:a16="http://schemas.microsoft.com/office/drawing/2014/main" id="{439AC204-B8B2-407B-AD55-DB14ADE484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0" name="Straight Connector 629">
                    <a:extLst>
                      <a:ext uri="{FF2B5EF4-FFF2-40B4-BE49-F238E27FC236}">
                        <a16:creationId xmlns:a16="http://schemas.microsoft.com/office/drawing/2014/main" id="{FE6EE4EB-5F0B-4C9D-8612-257389600B6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FB8B3885-F33C-41A8-8837-E48E03745310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555" name="Group 554">
                <a:extLst>
                  <a:ext uri="{FF2B5EF4-FFF2-40B4-BE49-F238E27FC236}">
                    <a16:creationId xmlns:a16="http://schemas.microsoft.com/office/drawing/2014/main" id="{A830EC6C-1666-43B0-88F1-B60A515F62F1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5DD02D0A-3552-4529-B035-7862C374931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8" name="Connector: Elbow 617">
                    <a:extLst>
                      <a:ext uri="{FF2B5EF4-FFF2-40B4-BE49-F238E27FC236}">
                        <a16:creationId xmlns:a16="http://schemas.microsoft.com/office/drawing/2014/main" id="{B0389263-9D45-4700-A527-2E01A720A0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9" name="Straight Connector 618">
                    <a:extLst>
                      <a:ext uri="{FF2B5EF4-FFF2-40B4-BE49-F238E27FC236}">
                        <a16:creationId xmlns:a16="http://schemas.microsoft.com/office/drawing/2014/main" id="{0F465F80-C6E7-4494-BA65-405BBB22C9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ED71F869-D350-4E7C-8C26-D53FCB2FD2E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6" name="Connector: Elbow 615">
                    <a:extLst>
                      <a:ext uri="{FF2B5EF4-FFF2-40B4-BE49-F238E27FC236}">
                        <a16:creationId xmlns:a16="http://schemas.microsoft.com/office/drawing/2014/main" id="{3A28A0D9-80EE-4842-A43F-3917D1E779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7" name="Straight Connector 616">
                    <a:extLst>
                      <a:ext uri="{FF2B5EF4-FFF2-40B4-BE49-F238E27FC236}">
                        <a16:creationId xmlns:a16="http://schemas.microsoft.com/office/drawing/2014/main" id="{5F3B8C9E-176B-4BBA-8711-DACA71162DB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A86E9FED-5BE6-4B2E-B0AF-D5693A05A5B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4" name="Connector: Elbow 613">
                    <a:extLst>
                      <a:ext uri="{FF2B5EF4-FFF2-40B4-BE49-F238E27FC236}">
                        <a16:creationId xmlns:a16="http://schemas.microsoft.com/office/drawing/2014/main" id="{26DF014F-AAE0-4F21-89AA-9B7E5183A3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5" name="Straight Connector 614">
                    <a:extLst>
                      <a:ext uri="{FF2B5EF4-FFF2-40B4-BE49-F238E27FC236}">
                        <a16:creationId xmlns:a16="http://schemas.microsoft.com/office/drawing/2014/main" id="{650A9C52-CC42-4536-8D57-784B3C0E606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1" name="Group 610">
                  <a:extLst>
                    <a:ext uri="{FF2B5EF4-FFF2-40B4-BE49-F238E27FC236}">
                      <a16:creationId xmlns:a16="http://schemas.microsoft.com/office/drawing/2014/main" id="{B772A988-1462-4868-882E-0B61167C7D6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2" name="Connector: Elbow 611">
                    <a:extLst>
                      <a:ext uri="{FF2B5EF4-FFF2-40B4-BE49-F238E27FC236}">
                        <a16:creationId xmlns:a16="http://schemas.microsoft.com/office/drawing/2014/main" id="{87C32B93-D2B9-44EC-AC0C-DF6850CD50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Straight Connector 612">
                    <a:extLst>
                      <a:ext uri="{FF2B5EF4-FFF2-40B4-BE49-F238E27FC236}">
                        <a16:creationId xmlns:a16="http://schemas.microsoft.com/office/drawing/2014/main" id="{442EA8F6-0E5C-4571-ABFE-A7B4DF49C9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6" name="Group 555">
                <a:extLst>
                  <a:ext uri="{FF2B5EF4-FFF2-40B4-BE49-F238E27FC236}">
                    <a16:creationId xmlns:a16="http://schemas.microsoft.com/office/drawing/2014/main" id="{068CA52F-B03F-4FD0-A214-040C798D922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CF2147E7-E1E2-46F3-8C4E-5E6A9FFA525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6" name="Connector: Elbow 605">
                    <a:extLst>
                      <a:ext uri="{FF2B5EF4-FFF2-40B4-BE49-F238E27FC236}">
                        <a16:creationId xmlns:a16="http://schemas.microsoft.com/office/drawing/2014/main" id="{172774CC-95C9-4315-B60A-1B2F83A9F5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7" name="Straight Connector 606">
                    <a:extLst>
                      <a:ext uri="{FF2B5EF4-FFF2-40B4-BE49-F238E27FC236}">
                        <a16:creationId xmlns:a16="http://schemas.microsoft.com/office/drawing/2014/main" id="{32381FE6-12BF-4709-9A99-A502BD6B67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E0445596-0ACE-4A3C-B888-6C151AD2A24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4" name="Connector: Elbow 603">
                    <a:extLst>
                      <a:ext uri="{FF2B5EF4-FFF2-40B4-BE49-F238E27FC236}">
                        <a16:creationId xmlns:a16="http://schemas.microsoft.com/office/drawing/2014/main" id="{555DCA10-6A4B-4229-8D1B-67854AB4D1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5" name="Straight Connector 604">
                    <a:extLst>
                      <a:ext uri="{FF2B5EF4-FFF2-40B4-BE49-F238E27FC236}">
                        <a16:creationId xmlns:a16="http://schemas.microsoft.com/office/drawing/2014/main" id="{A72EA1DB-3060-4597-B200-20185ECB9AF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8" name="Group 597">
                  <a:extLst>
                    <a:ext uri="{FF2B5EF4-FFF2-40B4-BE49-F238E27FC236}">
                      <a16:creationId xmlns:a16="http://schemas.microsoft.com/office/drawing/2014/main" id="{F79B4C40-AA3D-429D-B176-4DA7BCE5972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2" name="Connector: Elbow 601">
                    <a:extLst>
                      <a:ext uri="{FF2B5EF4-FFF2-40B4-BE49-F238E27FC236}">
                        <a16:creationId xmlns:a16="http://schemas.microsoft.com/office/drawing/2014/main" id="{A5FA506E-2252-477D-B794-A7550567973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3" name="Straight Connector 602">
                    <a:extLst>
                      <a:ext uri="{FF2B5EF4-FFF2-40B4-BE49-F238E27FC236}">
                        <a16:creationId xmlns:a16="http://schemas.microsoft.com/office/drawing/2014/main" id="{73BD7470-3218-44DD-BA2A-1D8277B767F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9" name="Group 598">
                  <a:extLst>
                    <a:ext uri="{FF2B5EF4-FFF2-40B4-BE49-F238E27FC236}">
                      <a16:creationId xmlns:a16="http://schemas.microsoft.com/office/drawing/2014/main" id="{922471AA-8D27-4822-90C2-4CA7FA99252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0" name="Connector: Elbow 599">
                    <a:extLst>
                      <a:ext uri="{FF2B5EF4-FFF2-40B4-BE49-F238E27FC236}">
                        <a16:creationId xmlns:a16="http://schemas.microsoft.com/office/drawing/2014/main" id="{12C9F896-C3E9-46DE-9AFD-CB7CC6E0E6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Straight Connector 600">
                    <a:extLst>
                      <a:ext uri="{FF2B5EF4-FFF2-40B4-BE49-F238E27FC236}">
                        <a16:creationId xmlns:a16="http://schemas.microsoft.com/office/drawing/2014/main" id="{8F1F2323-5564-4A9E-A844-E7231ACA5DA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1FA09771-1E9A-4DE6-BCB3-150955D0052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F4C22B63-5AD9-4CC5-8E46-EE989C6CA98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4" name="Connector: Elbow 593">
                    <a:extLst>
                      <a:ext uri="{FF2B5EF4-FFF2-40B4-BE49-F238E27FC236}">
                        <a16:creationId xmlns:a16="http://schemas.microsoft.com/office/drawing/2014/main" id="{122CDB44-C58E-4BA5-B0E4-9D51D0F2FE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Straight Connector 594">
                    <a:extLst>
                      <a:ext uri="{FF2B5EF4-FFF2-40B4-BE49-F238E27FC236}">
                        <a16:creationId xmlns:a16="http://schemas.microsoft.com/office/drawing/2014/main" id="{3C2B85A2-2DF9-4B3A-AEE6-7698BAB95B4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9B9F9173-E1EA-4820-ABF4-2116D45B62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2" name="Connector: Elbow 591">
                    <a:extLst>
                      <a:ext uri="{FF2B5EF4-FFF2-40B4-BE49-F238E27FC236}">
                        <a16:creationId xmlns:a16="http://schemas.microsoft.com/office/drawing/2014/main" id="{B111D7E9-B10B-47B0-9736-0A8ABE5CEA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Straight Connector 592">
                    <a:extLst>
                      <a:ext uri="{FF2B5EF4-FFF2-40B4-BE49-F238E27FC236}">
                        <a16:creationId xmlns:a16="http://schemas.microsoft.com/office/drawing/2014/main" id="{3494356F-2748-4283-8768-861C431AD31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Group 585">
                  <a:extLst>
                    <a:ext uri="{FF2B5EF4-FFF2-40B4-BE49-F238E27FC236}">
                      <a16:creationId xmlns:a16="http://schemas.microsoft.com/office/drawing/2014/main" id="{72DEBB87-9321-4D4D-8571-7B4F93A14D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0" name="Connector: Elbow 589">
                    <a:extLst>
                      <a:ext uri="{FF2B5EF4-FFF2-40B4-BE49-F238E27FC236}">
                        <a16:creationId xmlns:a16="http://schemas.microsoft.com/office/drawing/2014/main" id="{B89D2158-96AB-4068-98AE-A99349D280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Straight Connector 590">
                    <a:extLst>
                      <a:ext uri="{FF2B5EF4-FFF2-40B4-BE49-F238E27FC236}">
                        <a16:creationId xmlns:a16="http://schemas.microsoft.com/office/drawing/2014/main" id="{F9E00CF9-A2D0-4907-B1F2-A88B6710916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7" name="Group 586">
                  <a:extLst>
                    <a:ext uri="{FF2B5EF4-FFF2-40B4-BE49-F238E27FC236}">
                      <a16:creationId xmlns:a16="http://schemas.microsoft.com/office/drawing/2014/main" id="{A61021EF-1D4F-439C-9C27-D8BC3934460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8" name="Connector: Elbow 587">
                    <a:extLst>
                      <a:ext uri="{FF2B5EF4-FFF2-40B4-BE49-F238E27FC236}">
                        <a16:creationId xmlns:a16="http://schemas.microsoft.com/office/drawing/2014/main" id="{CD16B919-7043-47CE-AD91-43F35F2024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9" name="Straight Connector 588">
                    <a:extLst>
                      <a:ext uri="{FF2B5EF4-FFF2-40B4-BE49-F238E27FC236}">
                        <a16:creationId xmlns:a16="http://schemas.microsoft.com/office/drawing/2014/main" id="{450B926A-09DD-4D04-B6E6-95DC9917F0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8" name="Group 557">
                <a:extLst>
                  <a:ext uri="{FF2B5EF4-FFF2-40B4-BE49-F238E27FC236}">
                    <a16:creationId xmlns:a16="http://schemas.microsoft.com/office/drawing/2014/main" id="{540C8BFC-8E22-4111-A83F-FD0462B89A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1F410456-8DA3-4921-BC9E-455698847B0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2" name="Connector: Elbow 581">
                    <a:extLst>
                      <a:ext uri="{FF2B5EF4-FFF2-40B4-BE49-F238E27FC236}">
                        <a16:creationId xmlns:a16="http://schemas.microsoft.com/office/drawing/2014/main" id="{7F068AF3-D161-4CC6-ABF6-BD40F087C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Straight Connector 582">
                    <a:extLst>
                      <a:ext uri="{FF2B5EF4-FFF2-40B4-BE49-F238E27FC236}">
                        <a16:creationId xmlns:a16="http://schemas.microsoft.com/office/drawing/2014/main" id="{F05BD3B5-D832-4641-9902-523BE6DD24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8641D308-78AD-40BE-ACD7-46AE5D203F0C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0" name="Connector: Elbow 579">
                    <a:extLst>
                      <a:ext uri="{FF2B5EF4-FFF2-40B4-BE49-F238E27FC236}">
                        <a16:creationId xmlns:a16="http://schemas.microsoft.com/office/drawing/2014/main" id="{F2699617-A461-471E-A4BB-355218EABB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Straight Connector 580">
                    <a:extLst>
                      <a:ext uri="{FF2B5EF4-FFF2-40B4-BE49-F238E27FC236}">
                        <a16:creationId xmlns:a16="http://schemas.microsoft.com/office/drawing/2014/main" id="{B273A545-D95B-4F9A-9EFE-E52158051B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4" name="Group 573">
                  <a:extLst>
                    <a:ext uri="{FF2B5EF4-FFF2-40B4-BE49-F238E27FC236}">
                      <a16:creationId xmlns:a16="http://schemas.microsoft.com/office/drawing/2014/main" id="{B13FAC04-087B-4D3A-B3C7-4ECEF91EAA5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8" name="Connector: Elbow 577">
                    <a:extLst>
                      <a:ext uri="{FF2B5EF4-FFF2-40B4-BE49-F238E27FC236}">
                        <a16:creationId xmlns:a16="http://schemas.microsoft.com/office/drawing/2014/main" id="{0663D960-DB97-4CEE-AA60-9523FFBE73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Straight Connector 578">
                    <a:extLst>
                      <a:ext uri="{FF2B5EF4-FFF2-40B4-BE49-F238E27FC236}">
                        <a16:creationId xmlns:a16="http://schemas.microsoft.com/office/drawing/2014/main" id="{CDB19A40-DD48-4632-8091-841A7C96EF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5" name="Group 574">
                  <a:extLst>
                    <a:ext uri="{FF2B5EF4-FFF2-40B4-BE49-F238E27FC236}">
                      <a16:creationId xmlns:a16="http://schemas.microsoft.com/office/drawing/2014/main" id="{AC8DDA03-001D-4BC9-BE92-56D4CE08BF1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6" name="Connector: Elbow 575">
                    <a:extLst>
                      <a:ext uri="{FF2B5EF4-FFF2-40B4-BE49-F238E27FC236}">
                        <a16:creationId xmlns:a16="http://schemas.microsoft.com/office/drawing/2014/main" id="{800EED96-7B09-496F-8A1B-CDB0A87866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7" name="Straight Connector 576">
                    <a:extLst>
                      <a:ext uri="{FF2B5EF4-FFF2-40B4-BE49-F238E27FC236}">
                        <a16:creationId xmlns:a16="http://schemas.microsoft.com/office/drawing/2014/main" id="{87ACDC00-B110-4760-A86A-6E10941953A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9" name="Group 558">
                <a:extLst>
                  <a:ext uri="{FF2B5EF4-FFF2-40B4-BE49-F238E27FC236}">
                    <a16:creationId xmlns:a16="http://schemas.microsoft.com/office/drawing/2014/main" id="{2A91A857-939E-4CA7-B366-2DDA2798754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F84A8FAE-2C00-4B8D-AFB4-8E7F89B244D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0" name="Connector: Elbow 569">
                    <a:extLst>
                      <a:ext uri="{FF2B5EF4-FFF2-40B4-BE49-F238E27FC236}">
                        <a16:creationId xmlns:a16="http://schemas.microsoft.com/office/drawing/2014/main" id="{1FF44409-D5D1-472E-B618-B620DA37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1" name="Straight Connector 570">
                    <a:extLst>
                      <a:ext uri="{FF2B5EF4-FFF2-40B4-BE49-F238E27FC236}">
                        <a16:creationId xmlns:a16="http://schemas.microsoft.com/office/drawing/2014/main" id="{32D5470C-D112-4D67-AD78-49F2FB0FB0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96565D96-D3E5-4FDD-87B6-6844EB55171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8" name="Connector: Elbow 567">
                    <a:extLst>
                      <a:ext uri="{FF2B5EF4-FFF2-40B4-BE49-F238E27FC236}">
                        <a16:creationId xmlns:a16="http://schemas.microsoft.com/office/drawing/2014/main" id="{30308CB8-62B9-4D4A-9850-FC1F81AA6D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9" name="Straight Connector 568">
                    <a:extLst>
                      <a:ext uri="{FF2B5EF4-FFF2-40B4-BE49-F238E27FC236}">
                        <a16:creationId xmlns:a16="http://schemas.microsoft.com/office/drawing/2014/main" id="{C2F8FED9-116A-4DD3-AA3E-584709B198C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2" name="Group 561">
                  <a:extLst>
                    <a:ext uri="{FF2B5EF4-FFF2-40B4-BE49-F238E27FC236}">
                      <a16:creationId xmlns:a16="http://schemas.microsoft.com/office/drawing/2014/main" id="{A2C3BC4E-8EF6-43FC-8985-DDF2B8DEC3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6" name="Connector: Elbow 565">
                    <a:extLst>
                      <a:ext uri="{FF2B5EF4-FFF2-40B4-BE49-F238E27FC236}">
                        <a16:creationId xmlns:a16="http://schemas.microsoft.com/office/drawing/2014/main" id="{52D2751D-2BB9-4F20-958B-3F41140DBC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7" name="Straight Connector 566">
                    <a:extLst>
                      <a:ext uri="{FF2B5EF4-FFF2-40B4-BE49-F238E27FC236}">
                        <a16:creationId xmlns:a16="http://schemas.microsoft.com/office/drawing/2014/main" id="{35F8CE98-047F-4A7A-B46F-77E98098BC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3" name="Group 562">
                  <a:extLst>
                    <a:ext uri="{FF2B5EF4-FFF2-40B4-BE49-F238E27FC236}">
                      <a16:creationId xmlns:a16="http://schemas.microsoft.com/office/drawing/2014/main" id="{FC693E32-2254-4EBD-A892-20827444412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4" name="Connector: Elbow 563">
                    <a:extLst>
                      <a:ext uri="{FF2B5EF4-FFF2-40B4-BE49-F238E27FC236}">
                        <a16:creationId xmlns:a16="http://schemas.microsoft.com/office/drawing/2014/main" id="{A703CC8D-DE39-4014-B292-60A439B4E2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5" name="Straight Connector 564">
                    <a:extLst>
                      <a:ext uri="{FF2B5EF4-FFF2-40B4-BE49-F238E27FC236}">
                        <a16:creationId xmlns:a16="http://schemas.microsoft.com/office/drawing/2014/main" id="{8B0FF489-FAA4-4711-B9F4-C27C4AE2E55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FA20990B-6C71-42FE-A082-7105CA92B92A}"/>
              </a:ext>
            </a:extLst>
          </p:cNvPr>
          <p:cNvCxnSpPr/>
          <p:nvPr/>
        </p:nvCxnSpPr>
        <p:spPr>
          <a:xfrm>
            <a:off x="59673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6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10418934" y="1612282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10418934" y="186619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10418834" y="2115905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930" name="Group 929">
            <a:extLst>
              <a:ext uri="{FF2B5EF4-FFF2-40B4-BE49-F238E27FC236}">
                <a16:creationId xmlns:a16="http://schemas.microsoft.com/office/drawing/2014/main" id="{015A861B-0E87-4CBA-B6B1-D5F9D56083E4}"/>
              </a:ext>
            </a:extLst>
          </p:cNvPr>
          <p:cNvGrpSpPr/>
          <p:nvPr/>
        </p:nvGrpSpPr>
        <p:grpSpPr>
          <a:xfrm>
            <a:off x="2304448" y="4486932"/>
            <a:ext cx="3657600" cy="184994"/>
            <a:chOff x="2306674" y="4207314"/>
            <a:chExt cx="7315187" cy="184994"/>
          </a:xfrm>
        </p:grpSpPr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9352E22B-594B-4A60-A704-655AA456371B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95" name="Group 994">
                <a:extLst>
                  <a:ext uri="{FF2B5EF4-FFF2-40B4-BE49-F238E27FC236}">
                    <a16:creationId xmlns:a16="http://schemas.microsoft.com/office/drawing/2014/main" id="{E83C62D8-65A3-4741-990A-8FBE3CE98F8D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8D38CF49-7998-47B3-AB99-55481CCCF73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44" name="Group 1043">
                    <a:extLst>
                      <a:ext uri="{FF2B5EF4-FFF2-40B4-BE49-F238E27FC236}">
                        <a16:creationId xmlns:a16="http://schemas.microsoft.com/office/drawing/2014/main" id="{75790C04-0D12-4AFA-AF6F-42E7262BF47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52" name="Group 1051">
                      <a:extLst>
                        <a:ext uri="{FF2B5EF4-FFF2-40B4-BE49-F238E27FC236}">
                          <a16:creationId xmlns:a16="http://schemas.microsoft.com/office/drawing/2014/main" id="{EEB8F6F5-95A9-4213-B1C6-1AEB07D783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6" name="Rectangle 1055">
                        <a:extLst>
                          <a:ext uri="{FF2B5EF4-FFF2-40B4-BE49-F238E27FC236}">
                            <a16:creationId xmlns:a16="http://schemas.microsoft.com/office/drawing/2014/main" id="{D16AEACA-6D68-4C58-9081-E76BEAB718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057" name="Rectangle 1056">
                        <a:extLst>
                          <a:ext uri="{FF2B5EF4-FFF2-40B4-BE49-F238E27FC236}">
                            <a16:creationId xmlns:a16="http://schemas.microsoft.com/office/drawing/2014/main" id="{C8B814D1-1ADE-46C5-8F70-F700DB8FE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053" name="Group 1052">
                      <a:extLst>
                        <a:ext uri="{FF2B5EF4-FFF2-40B4-BE49-F238E27FC236}">
                          <a16:creationId xmlns:a16="http://schemas.microsoft.com/office/drawing/2014/main" id="{35205A38-F12F-457E-9DCB-96047928AA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4" name="Rectangle 1053">
                        <a:extLst>
                          <a:ext uri="{FF2B5EF4-FFF2-40B4-BE49-F238E27FC236}">
                            <a16:creationId xmlns:a16="http://schemas.microsoft.com/office/drawing/2014/main" id="{97C4E178-707A-4144-BBF0-BC832A4992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055" name="Rectangle 1054">
                        <a:extLst>
                          <a:ext uri="{FF2B5EF4-FFF2-40B4-BE49-F238E27FC236}">
                            <a16:creationId xmlns:a16="http://schemas.microsoft.com/office/drawing/2014/main" id="{7E00E05C-F12D-4291-98B0-DD77E5307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045" name="Group 1044">
                    <a:extLst>
                      <a:ext uri="{FF2B5EF4-FFF2-40B4-BE49-F238E27FC236}">
                        <a16:creationId xmlns:a16="http://schemas.microsoft.com/office/drawing/2014/main" id="{78CEC39D-D3ED-4D6C-B4CB-E82D22734B6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46" name="Group 1045">
                      <a:extLst>
                        <a:ext uri="{FF2B5EF4-FFF2-40B4-BE49-F238E27FC236}">
                          <a16:creationId xmlns:a16="http://schemas.microsoft.com/office/drawing/2014/main" id="{FDD7DEE0-9C5F-4785-B3B5-51A19ED49F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0" name="Rectangle 1049">
                        <a:extLst>
                          <a:ext uri="{FF2B5EF4-FFF2-40B4-BE49-F238E27FC236}">
                            <a16:creationId xmlns:a16="http://schemas.microsoft.com/office/drawing/2014/main" id="{AF2D8402-8751-4A3B-87B5-C8757F2C09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051" name="Rectangle 1050">
                        <a:extLst>
                          <a:ext uri="{FF2B5EF4-FFF2-40B4-BE49-F238E27FC236}">
                            <a16:creationId xmlns:a16="http://schemas.microsoft.com/office/drawing/2014/main" id="{2465E08E-E504-4EEF-85D5-D2E33358BB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047" name="Group 1046">
                      <a:extLst>
                        <a:ext uri="{FF2B5EF4-FFF2-40B4-BE49-F238E27FC236}">
                          <a16:creationId xmlns:a16="http://schemas.microsoft.com/office/drawing/2014/main" id="{794D1987-5B00-47BE-9191-803A7C6E7D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8" name="Rectangle 1047">
                        <a:extLst>
                          <a:ext uri="{FF2B5EF4-FFF2-40B4-BE49-F238E27FC236}">
                            <a16:creationId xmlns:a16="http://schemas.microsoft.com/office/drawing/2014/main" id="{BC5AB942-915D-44E8-8518-1EE6A1AA4A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049" name="Rectangle 1048">
                        <a:extLst>
                          <a:ext uri="{FF2B5EF4-FFF2-40B4-BE49-F238E27FC236}">
                            <a16:creationId xmlns:a16="http://schemas.microsoft.com/office/drawing/2014/main" id="{7C7D61B7-1030-4A96-8AAA-48C745FBB1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682FB29C-F7E7-4F1B-9A4D-BE430E79BEB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30" name="Group 1029">
                    <a:extLst>
                      <a:ext uri="{FF2B5EF4-FFF2-40B4-BE49-F238E27FC236}">
                        <a16:creationId xmlns:a16="http://schemas.microsoft.com/office/drawing/2014/main" id="{B9719D29-4902-46D6-A489-E89192F73EA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8" name="Group 1037">
                      <a:extLst>
                        <a:ext uri="{FF2B5EF4-FFF2-40B4-BE49-F238E27FC236}">
                          <a16:creationId xmlns:a16="http://schemas.microsoft.com/office/drawing/2014/main" id="{80CB5FBA-087C-4D72-8DE6-A307AE191B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2" name="Rectangle 1041">
                        <a:extLst>
                          <a:ext uri="{FF2B5EF4-FFF2-40B4-BE49-F238E27FC236}">
                            <a16:creationId xmlns:a16="http://schemas.microsoft.com/office/drawing/2014/main" id="{57218C72-ADD7-4B82-8EAA-1AF69189E5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043" name="Rectangle 1042">
                        <a:extLst>
                          <a:ext uri="{FF2B5EF4-FFF2-40B4-BE49-F238E27FC236}">
                            <a16:creationId xmlns:a16="http://schemas.microsoft.com/office/drawing/2014/main" id="{D05D55ED-3A85-443F-AE42-E8A07CE5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039" name="Group 1038">
                      <a:extLst>
                        <a:ext uri="{FF2B5EF4-FFF2-40B4-BE49-F238E27FC236}">
                          <a16:creationId xmlns:a16="http://schemas.microsoft.com/office/drawing/2014/main" id="{149C3442-6276-4EAE-8311-5C3E412D2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0" name="Rectangle 1039">
                        <a:extLst>
                          <a:ext uri="{FF2B5EF4-FFF2-40B4-BE49-F238E27FC236}">
                            <a16:creationId xmlns:a16="http://schemas.microsoft.com/office/drawing/2014/main" id="{46FBEFCB-78ED-4941-B78B-79FE4727A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041" name="Rectangle 1040">
                        <a:extLst>
                          <a:ext uri="{FF2B5EF4-FFF2-40B4-BE49-F238E27FC236}">
                            <a16:creationId xmlns:a16="http://schemas.microsoft.com/office/drawing/2014/main" id="{421C7735-3B53-43FD-B7FF-24C83A2F05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4609CD16-A17F-40DC-9E8E-864C615D8D8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2" name="Group 1031">
                      <a:extLst>
                        <a:ext uri="{FF2B5EF4-FFF2-40B4-BE49-F238E27FC236}">
                          <a16:creationId xmlns:a16="http://schemas.microsoft.com/office/drawing/2014/main" id="{2E52E329-88DC-4477-846D-FC793D0BC1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6" name="Rectangle 1035">
                        <a:extLst>
                          <a:ext uri="{FF2B5EF4-FFF2-40B4-BE49-F238E27FC236}">
                            <a16:creationId xmlns:a16="http://schemas.microsoft.com/office/drawing/2014/main" id="{64A53377-763D-43BF-94EC-82C45CC344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037" name="Rectangle 1036">
                        <a:extLst>
                          <a:ext uri="{FF2B5EF4-FFF2-40B4-BE49-F238E27FC236}">
                            <a16:creationId xmlns:a16="http://schemas.microsoft.com/office/drawing/2014/main" id="{1954C64D-BE6E-4881-BAF4-9068EA610C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3B7B18D7-BD5F-4E64-94C4-A573F00CEF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4" name="Rectangle 1033">
                        <a:extLst>
                          <a:ext uri="{FF2B5EF4-FFF2-40B4-BE49-F238E27FC236}">
                            <a16:creationId xmlns:a16="http://schemas.microsoft.com/office/drawing/2014/main" id="{EEEA1B6B-0E09-4F08-BEBA-25D3B9B9D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035" name="Rectangle 1034">
                        <a:extLst>
                          <a:ext uri="{FF2B5EF4-FFF2-40B4-BE49-F238E27FC236}">
                            <a16:creationId xmlns:a16="http://schemas.microsoft.com/office/drawing/2014/main" id="{81050B42-8979-4D59-A2D7-FB64DC1D4D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96" name="Group 995">
                <a:extLst>
                  <a:ext uri="{FF2B5EF4-FFF2-40B4-BE49-F238E27FC236}">
                    <a16:creationId xmlns:a16="http://schemas.microsoft.com/office/drawing/2014/main" id="{124772E1-AB2B-41E3-9B20-B3CFF60FF76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4203848D-7846-4046-ABFC-4BB7B4A398D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13" name="Group 1012">
                    <a:extLst>
                      <a:ext uri="{FF2B5EF4-FFF2-40B4-BE49-F238E27FC236}">
                        <a16:creationId xmlns:a16="http://schemas.microsoft.com/office/drawing/2014/main" id="{FB7F835D-0B84-4CA5-B830-131C83EA2CD2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21" name="Group 1020">
                      <a:extLst>
                        <a:ext uri="{FF2B5EF4-FFF2-40B4-BE49-F238E27FC236}">
                          <a16:creationId xmlns:a16="http://schemas.microsoft.com/office/drawing/2014/main" id="{5D27C9DE-2644-4AEA-BB7A-8433E53AEA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5" name="Rectangle 1024">
                        <a:extLst>
                          <a:ext uri="{FF2B5EF4-FFF2-40B4-BE49-F238E27FC236}">
                            <a16:creationId xmlns:a16="http://schemas.microsoft.com/office/drawing/2014/main" id="{BE73A75E-BAC9-45D8-B580-6C0FDDAAA7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27" name="Rectangle 1026">
                        <a:extLst>
                          <a:ext uri="{FF2B5EF4-FFF2-40B4-BE49-F238E27FC236}">
                            <a16:creationId xmlns:a16="http://schemas.microsoft.com/office/drawing/2014/main" id="{859DA36F-30E6-49F6-8106-B0761D170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22" name="Group 1021">
                      <a:extLst>
                        <a:ext uri="{FF2B5EF4-FFF2-40B4-BE49-F238E27FC236}">
                          <a16:creationId xmlns:a16="http://schemas.microsoft.com/office/drawing/2014/main" id="{C3B756B0-44C2-4D2A-9369-32C124B335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3" name="Rectangle 1022">
                        <a:extLst>
                          <a:ext uri="{FF2B5EF4-FFF2-40B4-BE49-F238E27FC236}">
                            <a16:creationId xmlns:a16="http://schemas.microsoft.com/office/drawing/2014/main" id="{5C77A131-4C23-433F-8DB9-E4F04BD983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24" name="Rectangle 1023">
                        <a:extLst>
                          <a:ext uri="{FF2B5EF4-FFF2-40B4-BE49-F238E27FC236}">
                            <a16:creationId xmlns:a16="http://schemas.microsoft.com/office/drawing/2014/main" id="{2C2D51F4-73A3-4984-9A87-BCE0E5D9C7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14" name="Group 1013">
                    <a:extLst>
                      <a:ext uri="{FF2B5EF4-FFF2-40B4-BE49-F238E27FC236}">
                        <a16:creationId xmlns:a16="http://schemas.microsoft.com/office/drawing/2014/main" id="{90BEAF43-5B2E-468D-B604-82D1A8395B4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15" name="Group 1014">
                      <a:extLst>
                        <a:ext uri="{FF2B5EF4-FFF2-40B4-BE49-F238E27FC236}">
                          <a16:creationId xmlns:a16="http://schemas.microsoft.com/office/drawing/2014/main" id="{A4259FBC-DE74-4C83-9B93-2945D9E505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9" name="Rectangle 1018">
                        <a:extLst>
                          <a:ext uri="{FF2B5EF4-FFF2-40B4-BE49-F238E27FC236}">
                            <a16:creationId xmlns:a16="http://schemas.microsoft.com/office/drawing/2014/main" id="{69D58CB9-3F44-4414-9CCD-37B23F063E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20" name="Rectangle 1019">
                        <a:extLst>
                          <a:ext uri="{FF2B5EF4-FFF2-40B4-BE49-F238E27FC236}">
                            <a16:creationId xmlns:a16="http://schemas.microsoft.com/office/drawing/2014/main" id="{65BDE797-8A66-4088-842B-58C41EC57C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16" name="Group 1015">
                      <a:extLst>
                        <a:ext uri="{FF2B5EF4-FFF2-40B4-BE49-F238E27FC236}">
                          <a16:creationId xmlns:a16="http://schemas.microsoft.com/office/drawing/2014/main" id="{10A272C8-1ABC-4ABA-8A22-288676B22B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7" name="Rectangle 1016">
                        <a:extLst>
                          <a:ext uri="{FF2B5EF4-FFF2-40B4-BE49-F238E27FC236}">
                            <a16:creationId xmlns:a16="http://schemas.microsoft.com/office/drawing/2014/main" id="{568B2C22-00F1-4C8B-9619-EF561333C9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18" name="Rectangle 1017">
                        <a:extLst>
                          <a:ext uri="{FF2B5EF4-FFF2-40B4-BE49-F238E27FC236}">
                            <a16:creationId xmlns:a16="http://schemas.microsoft.com/office/drawing/2014/main" id="{CE2428C4-92A8-4144-9027-DE06322B57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98" name="Group 997">
                  <a:extLst>
                    <a:ext uri="{FF2B5EF4-FFF2-40B4-BE49-F238E27FC236}">
                      <a16:creationId xmlns:a16="http://schemas.microsoft.com/office/drawing/2014/main" id="{9B0D15EE-D3C9-4C66-8D2D-B5F0AB0FFF5C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99" name="Group 998">
                    <a:extLst>
                      <a:ext uri="{FF2B5EF4-FFF2-40B4-BE49-F238E27FC236}">
                        <a16:creationId xmlns:a16="http://schemas.microsoft.com/office/drawing/2014/main" id="{867E1AEF-0388-45EC-8593-D9DA9D168D8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7" name="Group 1006">
                      <a:extLst>
                        <a:ext uri="{FF2B5EF4-FFF2-40B4-BE49-F238E27FC236}">
                          <a16:creationId xmlns:a16="http://schemas.microsoft.com/office/drawing/2014/main" id="{2571D1E1-D959-40C2-9038-DC246A4BEA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1" name="Rectangle 1010">
                        <a:extLst>
                          <a:ext uri="{FF2B5EF4-FFF2-40B4-BE49-F238E27FC236}">
                            <a16:creationId xmlns:a16="http://schemas.microsoft.com/office/drawing/2014/main" id="{436793E9-8670-427D-9217-A14AF17925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12" name="Rectangle 1011">
                        <a:extLst>
                          <a:ext uri="{FF2B5EF4-FFF2-40B4-BE49-F238E27FC236}">
                            <a16:creationId xmlns:a16="http://schemas.microsoft.com/office/drawing/2014/main" id="{DF7C8AF4-4509-43CA-AD24-4938D19FC1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08" name="Group 1007">
                      <a:extLst>
                        <a:ext uri="{FF2B5EF4-FFF2-40B4-BE49-F238E27FC236}">
                          <a16:creationId xmlns:a16="http://schemas.microsoft.com/office/drawing/2014/main" id="{2043A12E-1FE5-4724-A38C-D7A4AAED53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9" name="Rectangle 1008">
                        <a:extLst>
                          <a:ext uri="{FF2B5EF4-FFF2-40B4-BE49-F238E27FC236}">
                            <a16:creationId xmlns:a16="http://schemas.microsoft.com/office/drawing/2014/main" id="{8B467CB4-2FA4-44B7-B885-B8990D3B8D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10" name="Rectangle 1009">
                        <a:extLst>
                          <a:ext uri="{FF2B5EF4-FFF2-40B4-BE49-F238E27FC236}">
                            <a16:creationId xmlns:a16="http://schemas.microsoft.com/office/drawing/2014/main" id="{E324CA36-1BB5-4586-B2E2-6BB1D4D79E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00" name="Group 999">
                    <a:extLst>
                      <a:ext uri="{FF2B5EF4-FFF2-40B4-BE49-F238E27FC236}">
                        <a16:creationId xmlns:a16="http://schemas.microsoft.com/office/drawing/2014/main" id="{4EEFFDD4-3E19-4FEC-97FE-5519BAA8C2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1" name="Group 1000">
                      <a:extLst>
                        <a:ext uri="{FF2B5EF4-FFF2-40B4-BE49-F238E27FC236}">
                          <a16:creationId xmlns:a16="http://schemas.microsoft.com/office/drawing/2014/main" id="{3E5FE6F5-896E-4148-82E8-B2B8CA54E4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5" name="Rectangle 1004">
                        <a:extLst>
                          <a:ext uri="{FF2B5EF4-FFF2-40B4-BE49-F238E27FC236}">
                            <a16:creationId xmlns:a16="http://schemas.microsoft.com/office/drawing/2014/main" id="{CA1D8453-7C7E-4302-A0A3-84F37EE6C7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06" name="Rectangle 1005">
                        <a:extLst>
                          <a:ext uri="{FF2B5EF4-FFF2-40B4-BE49-F238E27FC236}">
                            <a16:creationId xmlns:a16="http://schemas.microsoft.com/office/drawing/2014/main" id="{7F390DEA-23F2-4117-BC07-E02B5C002C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02" name="Group 1001">
                      <a:extLst>
                        <a:ext uri="{FF2B5EF4-FFF2-40B4-BE49-F238E27FC236}">
                          <a16:creationId xmlns:a16="http://schemas.microsoft.com/office/drawing/2014/main" id="{02A20689-6065-4B30-973F-DB292575F6F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3" name="Rectangle 1002">
                        <a:extLst>
                          <a:ext uri="{FF2B5EF4-FFF2-40B4-BE49-F238E27FC236}">
                            <a16:creationId xmlns:a16="http://schemas.microsoft.com/office/drawing/2014/main" id="{D2BB84EF-C4BC-41AD-B579-D292F41C92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04" name="Rectangle 1003">
                        <a:extLst>
                          <a:ext uri="{FF2B5EF4-FFF2-40B4-BE49-F238E27FC236}">
                            <a16:creationId xmlns:a16="http://schemas.microsoft.com/office/drawing/2014/main" id="{4AAB1F33-4CA3-4B36-A1F7-A6BD86DB4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932" name="Group 931">
              <a:extLst>
                <a:ext uri="{FF2B5EF4-FFF2-40B4-BE49-F238E27FC236}">
                  <a16:creationId xmlns:a16="http://schemas.microsoft.com/office/drawing/2014/main" id="{526C36EA-005B-4B49-BE88-AF8C27574732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33" name="Group 932">
                <a:extLst>
                  <a:ext uri="{FF2B5EF4-FFF2-40B4-BE49-F238E27FC236}">
                    <a16:creationId xmlns:a16="http://schemas.microsoft.com/office/drawing/2014/main" id="{9C0D1BA9-C110-48C8-BEEA-6CC617A96ABF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65" name="Group 964">
                  <a:extLst>
                    <a:ext uri="{FF2B5EF4-FFF2-40B4-BE49-F238E27FC236}">
                      <a16:creationId xmlns:a16="http://schemas.microsoft.com/office/drawing/2014/main" id="{516EAD81-F6DC-4B64-BEE3-0F2B1EF4F0BE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81" name="Group 980">
                    <a:extLst>
                      <a:ext uri="{FF2B5EF4-FFF2-40B4-BE49-F238E27FC236}">
                        <a16:creationId xmlns:a16="http://schemas.microsoft.com/office/drawing/2014/main" id="{191CF182-A563-4160-AB59-1C7978AF9FB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9" name="Group 988">
                      <a:extLst>
                        <a:ext uri="{FF2B5EF4-FFF2-40B4-BE49-F238E27FC236}">
                          <a16:creationId xmlns:a16="http://schemas.microsoft.com/office/drawing/2014/main" id="{923ABBBB-A5F1-4C50-9750-6079EFDD04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3" name="Rectangle 992">
                        <a:extLst>
                          <a:ext uri="{FF2B5EF4-FFF2-40B4-BE49-F238E27FC236}">
                            <a16:creationId xmlns:a16="http://schemas.microsoft.com/office/drawing/2014/main" id="{437976C8-2AD3-493E-BB3B-5628FAF90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94" name="Rectangle 993">
                        <a:extLst>
                          <a:ext uri="{FF2B5EF4-FFF2-40B4-BE49-F238E27FC236}">
                            <a16:creationId xmlns:a16="http://schemas.microsoft.com/office/drawing/2014/main" id="{913601DE-00DD-40EF-97E8-D929F57F84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90" name="Group 989">
                      <a:extLst>
                        <a:ext uri="{FF2B5EF4-FFF2-40B4-BE49-F238E27FC236}">
                          <a16:creationId xmlns:a16="http://schemas.microsoft.com/office/drawing/2014/main" id="{1B721146-04D8-4C23-8C2F-F34F57DA40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1" name="Rectangle 990">
                        <a:extLst>
                          <a:ext uri="{FF2B5EF4-FFF2-40B4-BE49-F238E27FC236}">
                            <a16:creationId xmlns:a16="http://schemas.microsoft.com/office/drawing/2014/main" id="{F0438929-35E9-4BB8-AF21-D7DD920F39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92" name="Rectangle 991">
                        <a:extLst>
                          <a:ext uri="{FF2B5EF4-FFF2-40B4-BE49-F238E27FC236}">
                            <a16:creationId xmlns:a16="http://schemas.microsoft.com/office/drawing/2014/main" id="{4DF10480-A27F-4558-98DC-6C86DC61DB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82" name="Group 981">
                    <a:extLst>
                      <a:ext uri="{FF2B5EF4-FFF2-40B4-BE49-F238E27FC236}">
                        <a16:creationId xmlns:a16="http://schemas.microsoft.com/office/drawing/2014/main" id="{A2D76BBB-9FA6-4A39-B2D4-2CD8EDD3AB4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3" name="Group 982">
                      <a:extLst>
                        <a:ext uri="{FF2B5EF4-FFF2-40B4-BE49-F238E27FC236}">
                          <a16:creationId xmlns:a16="http://schemas.microsoft.com/office/drawing/2014/main" id="{66056955-657D-496D-8732-FC53960BC0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7" name="Rectangle 986">
                        <a:extLst>
                          <a:ext uri="{FF2B5EF4-FFF2-40B4-BE49-F238E27FC236}">
                            <a16:creationId xmlns:a16="http://schemas.microsoft.com/office/drawing/2014/main" id="{0CD8AF97-AB0E-4545-BF3F-76D2FA6645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88" name="Rectangle 987">
                        <a:extLst>
                          <a:ext uri="{FF2B5EF4-FFF2-40B4-BE49-F238E27FC236}">
                            <a16:creationId xmlns:a16="http://schemas.microsoft.com/office/drawing/2014/main" id="{A2066C06-0C0A-45F6-A164-5193812F40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84" name="Group 983">
                      <a:extLst>
                        <a:ext uri="{FF2B5EF4-FFF2-40B4-BE49-F238E27FC236}">
                          <a16:creationId xmlns:a16="http://schemas.microsoft.com/office/drawing/2014/main" id="{000C59ED-C1CE-48AE-8369-06395F765F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5" name="Rectangle 984">
                        <a:extLst>
                          <a:ext uri="{FF2B5EF4-FFF2-40B4-BE49-F238E27FC236}">
                            <a16:creationId xmlns:a16="http://schemas.microsoft.com/office/drawing/2014/main" id="{78736990-AAB5-4170-B314-50C70578D9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86" name="Rectangle 985">
                        <a:extLst>
                          <a:ext uri="{FF2B5EF4-FFF2-40B4-BE49-F238E27FC236}">
                            <a16:creationId xmlns:a16="http://schemas.microsoft.com/office/drawing/2014/main" id="{5545B9B5-17E0-45B8-8140-2D5EA040AB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BA9AB10F-B83F-45C4-8602-2DCFA5345BC6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67" name="Group 966">
                    <a:extLst>
                      <a:ext uri="{FF2B5EF4-FFF2-40B4-BE49-F238E27FC236}">
                        <a16:creationId xmlns:a16="http://schemas.microsoft.com/office/drawing/2014/main" id="{ED2E9395-3FEA-4D34-B404-0699EF2311C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75" name="Group 974">
                      <a:extLst>
                        <a:ext uri="{FF2B5EF4-FFF2-40B4-BE49-F238E27FC236}">
                          <a16:creationId xmlns:a16="http://schemas.microsoft.com/office/drawing/2014/main" id="{B1D3FC2A-E9BF-4C70-83E8-C799DED155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9" name="Rectangle 978">
                        <a:extLst>
                          <a:ext uri="{FF2B5EF4-FFF2-40B4-BE49-F238E27FC236}">
                            <a16:creationId xmlns:a16="http://schemas.microsoft.com/office/drawing/2014/main" id="{766EC746-4C27-476A-BA6D-12C9F401AE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80" name="Rectangle 979">
                        <a:extLst>
                          <a:ext uri="{FF2B5EF4-FFF2-40B4-BE49-F238E27FC236}">
                            <a16:creationId xmlns:a16="http://schemas.microsoft.com/office/drawing/2014/main" id="{0382E465-5256-4648-AF18-2BC4D294EE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76" name="Group 975">
                      <a:extLst>
                        <a:ext uri="{FF2B5EF4-FFF2-40B4-BE49-F238E27FC236}">
                          <a16:creationId xmlns:a16="http://schemas.microsoft.com/office/drawing/2014/main" id="{A8706BBB-43DA-40D8-9FBD-8AF01CEFB5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7" name="Rectangle 976">
                        <a:extLst>
                          <a:ext uri="{FF2B5EF4-FFF2-40B4-BE49-F238E27FC236}">
                            <a16:creationId xmlns:a16="http://schemas.microsoft.com/office/drawing/2014/main" id="{4CC326C8-8439-4818-B1C0-0AC6EE34B2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78" name="Rectangle 977">
                        <a:extLst>
                          <a:ext uri="{FF2B5EF4-FFF2-40B4-BE49-F238E27FC236}">
                            <a16:creationId xmlns:a16="http://schemas.microsoft.com/office/drawing/2014/main" id="{4B4DBCE6-1183-430C-BEE0-9A28E70080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68" name="Group 967">
                    <a:extLst>
                      <a:ext uri="{FF2B5EF4-FFF2-40B4-BE49-F238E27FC236}">
                        <a16:creationId xmlns:a16="http://schemas.microsoft.com/office/drawing/2014/main" id="{DD66DCED-EF4E-40BE-8343-D360261F632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69" name="Group 968">
                      <a:extLst>
                        <a:ext uri="{FF2B5EF4-FFF2-40B4-BE49-F238E27FC236}">
                          <a16:creationId xmlns:a16="http://schemas.microsoft.com/office/drawing/2014/main" id="{6C0DB6C1-6D3D-4425-9AA5-CE9A3B2712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3" name="Rectangle 972">
                        <a:extLst>
                          <a:ext uri="{FF2B5EF4-FFF2-40B4-BE49-F238E27FC236}">
                            <a16:creationId xmlns:a16="http://schemas.microsoft.com/office/drawing/2014/main" id="{E0EEC477-1E78-4FB6-A6EB-F10BA1D1D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74" name="Rectangle 973">
                        <a:extLst>
                          <a:ext uri="{FF2B5EF4-FFF2-40B4-BE49-F238E27FC236}">
                            <a16:creationId xmlns:a16="http://schemas.microsoft.com/office/drawing/2014/main" id="{A5781A33-CE69-4EB7-B9CF-EB0F93288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70" name="Group 969">
                      <a:extLst>
                        <a:ext uri="{FF2B5EF4-FFF2-40B4-BE49-F238E27FC236}">
                          <a16:creationId xmlns:a16="http://schemas.microsoft.com/office/drawing/2014/main" id="{254060B0-8460-43B4-A5C5-6183FE32C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1" name="Rectangle 970">
                        <a:extLst>
                          <a:ext uri="{FF2B5EF4-FFF2-40B4-BE49-F238E27FC236}">
                            <a16:creationId xmlns:a16="http://schemas.microsoft.com/office/drawing/2014/main" id="{49B4800A-04D5-4940-AC25-A48CC0114A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72" name="Rectangle 971">
                        <a:extLst>
                          <a:ext uri="{FF2B5EF4-FFF2-40B4-BE49-F238E27FC236}">
                            <a16:creationId xmlns:a16="http://schemas.microsoft.com/office/drawing/2014/main" id="{CE46F7C4-3043-4C6B-8677-F3407635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1FD243A2-7D7A-4091-8481-DDBF9914DF95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35" name="Group 934">
                  <a:extLst>
                    <a:ext uri="{FF2B5EF4-FFF2-40B4-BE49-F238E27FC236}">
                      <a16:creationId xmlns:a16="http://schemas.microsoft.com/office/drawing/2014/main" id="{1092E766-2FA9-4C11-A2EF-EBFB140832BB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51" name="Group 950">
                    <a:extLst>
                      <a:ext uri="{FF2B5EF4-FFF2-40B4-BE49-F238E27FC236}">
                        <a16:creationId xmlns:a16="http://schemas.microsoft.com/office/drawing/2014/main" id="{188579CB-6C7C-4533-94F0-97B53E3E683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9" name="Group 958">
                      <a:extLst>
                        <a:ext uri="{FF2B5EF4-FFF2-40B4-BE49-F238E27FC236}">
                          <a16:creationId xmlns:a16="http://schemas.microsoft.com/office/drawing/2014/main" id="{ABEC38A9-75F1-45AF-BE9A-0191F6690B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3" name="Rectangle 962">
                        <a:extLst>
                          <a:ext uri="{FF2B5EF4-FFF2-40B4-BE49-F238E27FC236}">
                            <a16:creationId xmlns:a16="http://schemas.microsoft.com/office/drawing/2014/main" id="{4D7F96DE-D939-4E23-AE9B-DEB5518661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964" name="Rectangle 963">
                        <a:extLst>
                          <a:ext uri="{FF2B5EF4-FFF2-40B4-BE49-F238E27FC236}">
                            <a16:creationId xmlns:a16="http://schemas.microsoft.com/office/drawing/2014/main" id="{94C433CA-3E2A-4C64-AEAC-FF136ED4DE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960" name="Group 959">
                      <a:extLst>
                        <a:ext uri="{FF2B5EF4-FFF2-40B4-BE49-F238E27FC236}">
                          <a16:creationId xmlns:a16="http://schemas.microsoft.com/office/drawing/2014/main" id="{602A2C4E-96E8-4062-9CD1-E2D3928B71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1" name="Rectangle 960">
                        <a:extLst>
                          <a:ext uri="{FF2B5EF4-FFF2-40B4-BE49-F238E27FC236}">
                            <a16:creationId xmlns:a16="http://schemas.microsoft.com/office/drawing/2014/main" id="{F97B5795-CF29-42F9-A4BE-C3AA589F9E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962" name="Rectangle 961">
                        <a:extLst>
                          <a:ext uri="{FF2B5EF4-FFF2-40B4-BE49-F238E27FC236}">
                            <a16:creationId xmlns:a16="http://schemas.microsoft.com/office/drawing/2014/main" id="{D2668910-C158-4B7A-A2DE-52DAFDE909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952" name="Group 951">
                    <a:extLst>
                      <a:ext uri="{FF2B5EF4-FFF2-40B4-BE49-F238E27FC236}">
                        <a16:creationId xmlns:a16="http://schemas.microsoft.com/office/drawing/2014/main" id="{677A0DB1-E48C-4247-AD7E-261DAAD8595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3" name="Group 952">
                      <a:extLst>
                        <a:ext uri="{FF2B5EF4-FFF2-40B4-BE49-F238E27FC236}">
                          <a16:creationId xmlns:a16="http://schemas.microsoft.com/office/drawing/2014/main" id="{8452ED7F-4927-46FC-B1D1-B7EB96A11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7" name="Rectangle 956">
                        <a:extLst>
                          <a:ext uri="{FF2B5EF4-FFF2-40B4-BE49-F238E27FC236}">
                            <a16:creationId xmlns:a16="http://schemas.microsoft.com/office/drawing/2014/main" id="{85672094-3486-4ADD-929F-74237EA5B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958" name="Rectangle 957">
                        <a:extLst>
                          <a:ext uri="{FF2B5EF4-FFF2-40B4-BE49-F238E27FC236}">
                            <a16:creationId xmlns:a16="http://schemas.microsoft.com/office/drawing/2014/main" id="{F045D6B0-130A-4460-A57F-240E473B78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954" name="Group 953">
                      <a:extLst>
                        <a:ext uri="{FF2B5EF4-FFF2-40B4-BE49-F238E27FC236}">
                          <a16:creationId xmlns:a16="http://schemas.microsoft.com/office/drawing/2014/main" id="{9A95D8E1-8A88-4023-B061-0C2D2749BED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5" name="Rectangle 954">
                        <a:extLst>
                          <a:ext uri="{FF2B5EF4-FFF2-40B4-BE49-F238E27FC236}">
                            <a16:creationId xmlns:a16="http://schemas.microsoft.com/office/drawing/2014/main" id="{CE939D45-F44E-47CE-98BC-9A34344A3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956" name="Rectangle 955">
                        <a:extLst>
                          <a:ext uri="{FF2B5EF4-FFF2-40B4-BE49-F238E27FC236}">
                            <a16:creationId xmlns:a16="http://schemas.microsoft.com/office/drawing/2014/main" id="{47C3A715-46D7-4F67-ACED-614C48B7E6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36" name="Group 935">
                  <a:extLst>
                    <a:ext uri="{FF2B5EF4-FFF2-40B4-BE49-F238E27FC236}">
                      <a16:creationId xmlns:a16="http://schemas.microsoft.com/office/drawing/2014/main" id="{555494B8-A449-46BE-A511-5ED50BB98E5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37" name="Group 936">
                    <a:extLst>
                      <a:ext uri="{FF2B5EF4-FFF2-40B4-BE49-F238E27FC236}">
                        <a16:creationId xmlns:a16="http://schemas.microsoft.com/office/drawing/2014/main" id="{7AC08674-8A28-40E7-8996-3AE4C0D1A59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45" name="Group 944">
                      <a:extLst>
                        <a:ext uri="{FF2B5EF4-FFF2-40B4-BE49-F238E27FC236}">
                          <a16:creationId xmlns:a16="http://schemas.microsoft.com/office/drawing/2014/main" id="{7DE24643-1B5F-4B85-9A03-6ABF9E7073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9" name="Rectangle 948">
                        <a:extLst>
                          <a:ext uri="{FF2B5EF4-FFF2-40B4-BE49-F238E27FC236}">
                            <a16:creationId xmlns:a16="http://schemas.microsoft.com/office/drawing/2014/main" id="{B9816F9B-01EE-45CF-9EC7-B6A9E70C21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950" name="Rectangle 949">
                        <a:extLst>
                          <a:ext uri="{FF2B5EF4-FFF2-40B4-BE49-F238E27FC236}">
                            <a16:creationId xmlns:a16="http://schemas.microsoft.com/office/drawing/2014/main" id="{E8C7DF5F-7FD2-4C4E-9F76-C44081742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946" name="Group 945">
                      <a:extLst>
                        <a:ext uri="{FF2B5EF4-FFF2-40B4-BE49-F238E27FC236}">
                          <a16:creationId xmlns:a16="http://schemas.microsoft.com/office/drawing/2014/main" id="{4501E398-1FA0-4361-9A2D-006B570399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7" name="Rectangle 946">
                        <a:extLst>
                          <a:ext uri="{FF2B5EF4-FFF2-40B4-BE49-F238E27FC236}">
                            <a16:creationId xmlns:a16="http://schemas.microsoft.com/office/drawing/2014/main" id="{EB9FBA1D-D2CF-4A8D-A13F-656031349D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948" name="Rectangle 947">
                        <a:extLst>
                          <a:ext uri="{FF2B5EF4-FFF2-40B4-BE49-F238E27FC236}">
                            <a16:creationId xmlns:a16="http://schemas.microsoft.com/office/drawing/2014/main" id="{265D09E8-A8EE-452C-AD4F-3BE358C1BB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938" name="Group 937">
                    <a:extLst>
                      <a:ext uri="{FF2B5EF4-FFF2-40B4-BE49-F238E27FC236}">
                        <a16:creationId xmlns:a16="http://schemas.microsoft.com/office/drawing/2014/main" id="{1807631E-FBF8-429D-9EC7-8CCE9626E97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39" name="Group 938">
                      <a:extLst>
                        <a:ext uri="{FF2B5EF4-FFF2-40B4-BE49-F238E27FC236}">
                          <a16:creationId xmlns:a16="http://schemas.microsoft.com/office/drawing/2014/main" id="{9F9CE121-94BD-4D7F-8C81-5CD27E64B6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3" name="Rectangle 942">
                        <a:extLst>
                          <a:ext uri="{FF2B5EF4-FFF2-40B4-BE49-F238E27FC236}">
                            <a16:creationId xmlns:a16="http://schemas.microsoft.com/office/drawing/2014/main" id="{DE1A0064-7B3B-44E4-97B7-EA816701F8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944" name="Rectangle 943">
                        <a:extLst>
                          <a:ext uri="{FF2B5EF4-FFF2-40B4-BE49-F238E27FC236}">
                            <a16:creationId xmlns:a16="http://schemas.microsoft.com/office/drawing/2014/main" id="{F56DB857-DAE8-4E88-904D-3E76BCB96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940" name="Group 939">
                      <a:extLst>
                        <a:ext uri="{FF2B5EF4-FFF2-40B4-BE49-F238E27FC236}">
                          <a16:creationId xmlns:a16="http://schemas.microsoft.com/office/drawing/2014/main" id="{597A15AD-1A7F-43BE-9F76-E42C627C72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1" name="Rectangle 940">
                        <a:extLst>
                          <a:ext uri="{FF2B5EF4-FFF2-40B4-BE49-F238E27FC236}">
                            <a16:creationId xmlns:a16="http://schemas.microsoft.com/office/drawing/2014/main" id="{DF1AD738-5EB1-429C-9E7C-BFB6FE6168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942" name="Rectangle 941">
                        <a:extLst>
                          <a:ext uri="{FF2B5EF4-FFF2-40B4-BE49-F238E27FC236}">
                            <a16:creationId xmlns:a16="http://schemas.microsoft.com/office/drawing/2014/main" id="{037518C7-BDA9-4C1A-ADEB-661B7880C5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9583C44-FA9D-40E4-A116-5926C96F6677}"/>
              </a:ext>
            </a:extLst>
          </p:cNvPr>
          <p:cNvGrpSpPr/>
          <p:nvPr/>
        </p:nvGrpSpPr>
        <p:grpSpPr>
          <a:xfrm>
            <a:off x="5962450" y="4486932"/>
            <a:ext cx="3657600" cy="184994"/>
            <a:chOff x="2306674" y="4207314"/>
            <a:chExt cx="7315187" cy="184994"/>
          </a:xfrm>
        </p:grpSpPr>
        <p:grpSp>
          <p:nvGrpSpPr>
            <p:cNvPr id="1059" name="Group 1058">
              <a:extLst>
                <a:ext uri="{FF2B5EF4-FFF2-40B4-BE49-F238E27FC236}">
                  <a16:creationId xmlns:a16="http://schemas.microsoft.com/office/drawing/2014/main" id="{D596B195-E6B3-4AE3-B29B-E669E88ABDFE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123" name="Group 1122">
                <a:extLst>
                  <a:ext uri="{FF2B5EF4-FFF2-40B4-BE49-F238E27FC236}">
                    <a16:creationId xmlns:a16="http://schemas.microsoft.com/office/drawing/2014/main" id="{28D9275E-3C3A-4507-AE27-D9D1C374ED00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55" name="Group 1154">
                  <a:extLst>
                    <a:ext uri="{FF2B5EF4-FFF2-40B4-BE49-F238E27FC236}">
                      <a16:creationId xmlns:a16="http://schemas.microsoft.com/office/drawing/2014/main" id="{784A1B87-3BBF-40D8-8B08-F5A0D6CD0FE7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71" name="Group 1170">
                    <a:extLst>
                      <a:ext uri="{FF2B5EF4-FFF2-40B4-BE49-F238E27FC236}">
                        <a16:creationId xmlns:a16="http://schemas.microsoft.com/office/drawing/2014/main" id="{EF015C1C-B8E1-43EC-9D15-23292BBD4F9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9" name="Group 1178">
                      <a:extLst>
                        <a:ext uri="{FF2B5EF4-FFF2-40B4-BE49-F238E27FC236}">
                          <a16:creationId xmlns:a16="http://schemas.microsoft.com/office/drawing/2014/main" id="{A8867996-248D-41C3-B85A-3EEE438360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3" name="Rectangle 1182">
                        <a:extLst>
                          <a:ext uri="{FF2B5EF4-FFF2-40B4-BE49-F238E27FC236}">
                            <a16:creationId xmlns:a16="http://schemas.microsoft.com/office/drawing/2014/main" id="{B98968C2-DE5C-4EEE-98B8-45DCC11351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84" name="Rectangle 1183">
                        <a:extLst>
                          <a:ext uri="{FF2B5EF4-FFF2-40B4-BE49-F238E27FC236}">
                            <a16:creationId xmlns:a16="http://schemas.microsoft.com/office/drawing/2014/main" id="{425EBE00-7B11-4E3E-B4CB-B795C400DB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80" name="Group 1179">
                      <a:extLst>
                        <a:ext uri="{FF2B5EF4-FFF2-40B4-BE49-F238E27FC236}">
                          <a16:creationId xmlns:a16="http://schemas.microsoft.com/office/drawing/2014/main" id="{505A2A20-7641-4F8C-BBD6-1EBC52BAD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1" name="Rectangle 1180">
                        <a:extLst>
                          <a:ext uri="{FF2B5EF4-FFF2-40B4-BE49-F238E27FC236}">
                            <a16:creationId xmlns:a16="http://schemas.microsoft.com/office/drawing/2014/main" id="{8773BB69-FB42-4C9C-9486-43359F04A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82" name="Rectangle 1181">
                        <a:extLst>
                          <a:ext uri="{FF2B5EF4-FFF2-40B4-BE49-F238E27FC236}">
                            <a16:creationId xmlns:a16="http://schemas.microsoft.com/office/drawing/2014/main" id="{AE57D551-9BA6-439A-ADCC-4FF767E16A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72" name="Group 1171">
                    <a:extLst>
                      <a:ext uri="{FF2B5EF4-FFF2-40B4-BE49-F238E27FC236}">
                        <a16:creationId xmlns:a16="http://schemas.microsoft.com/office/drawing/2014/main" id="{975276D5-897E-44C2-AF68-A797A0E25FC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3" name="Group 1172">
                      <a:extLst>
                        <a:ext uri="{FF2B5EF4-FFF2-40B4-BE49-F238E27FC236}">
                          <a16:creationId xmlns:a16="http://schemas.microsoft.com/office/drawing/2014/main" id="{A3BA3CCC-0200-4B5B-AC3C-5E23C209D5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7" name="Rectangle 1176">
                        <a:extLst>
                          <a:ext uri="{FF2B5EF4-FFF2-40B4-BE49-F238E27FC236}">
                            <a16:creationId xmlns:a16="http://schemas.microsoft.com/office/drawing/2014/main" id="{DCA8F0F9-963B-4D7B-AEE1-EBA2C51A2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78" name="Rectangle 1177">
                        <a:extLst>
                          <a:ext uri="{FF2B5EF4-FFF2-40B4-BE49-F238E27FC236}">
                            <a16:creationId xmlns:a16="http://schemas.microsoft.com/office/drawing/2014/main" id="{A7EC86B9-3539-4155-993C-57655291E5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74" name="Group 1173">
                      <a:extLst>
                        <a:ext uri="{FF2B5EF4-FFF2-40B4-BE49-F238E27FC236}">
                          <a16:creationId xmlns:a16="http://schemas.microsoft.com/office/drawing/2014/main" id="{D6C95846-A1D9-44EB-A922-C90C420C4F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5" name="Rectangle 1174">
                        <a:extLst>
                          <a:ext uri="{FF2B5EF4-FFF2-40B4-BE49-F238E27FC236}">
                            <a16:creationId xmlns:a16="http://schemas.microsoft.com/office/drawing/2014/main" id="{1966E340-697C-44B5-AE08-BCA2640D5F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76" name="Rectangle 1175">
                        <a:extLst>
                          <a:ext uri="{FF2B5EF4-FFF2-40B4-BE49-F238E27FC236}">
                            <a16:creationId xmlns:a16="http://schemas.microsoft.com/office/drawing/2014/main" id="{EE4C0627-4302-456D-A480-5A8ED9AA25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56" name="Group 1155">
                  <a:extLst>
                    <a:ext uri="{FF2B5EF4-FFF2-40B4-BE49-F238E27FC236}">
                      <a16:creationId xmlns:a16="http://schemas.microsoft.com/office/drawing/2014/main" id="{D2E7C240-BE91-4EE1-A276-9893006D6CE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57" name="Group 1156">
                    <a:extLst>
                      <a:ext uri="{FF2B5EF4-FFF2-40B4-BE49-F238E27FC236}">
                        <a16:creationId xmlns:a16="http://schemas.microsoft.com/office/drawing/2014/main" id="{90F02665-8DF7-4399-8A7E-0CF35B7B0CCF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65" name="Group 1164">
                      <a:extLst>
                        <a:ext uri="{FF2B5EF4-FFF2-40B4-BE49-F238E27FC236}">
                          <a16:creationId xmlns:a16="http://schemas.microsoft.com/office/drawing/2014/main" id="{05A53C54-3263-4427-995B-BCB699AB55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9" name="Rectangle 1168">
                        <a:extLst>
                          <a:ext uri="{FF2B5EF4-FFF2-40B4-BE49-F238E27FC236}">
                            <a16:creationId xmlns:a16="http://schemas.microsoft.com/office/drawing/2014/main" id="{2E4DF22E-75D0-4272-83A3-7FEE572997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70" name="Rectangle 1169">
                        <a:extLst>
                          <a:ext uri="{FF2B5EF4-FFF2-40B4-BE49-F238E27FC236}">
                            <a16:creationId xmlns:a16="http://schemas.microsoft.com/office/drawing/2014/main" id="{B5AF9EC6-E043-4269-97E1-0AA89FDCB9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66" name="Group 1165">
                      <a:extLst>
                        <a:ext uri="{FF2B5EF4-FFF2-40B4-BE49-F238E27FC236}">
                          <a16:creationId xmlns:a16="http://schemas.microsoft.com/office/drawing/2014/main" id="{7516A795-5803-4F93-8D9C-9BB4F5AA11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7" name="Rectangle 1166">
                        <a:extLst>
                          <a:ext uri="{FF2B5EF4-FFF2-40B4-BE49-F238E27FC236}">
                            <a16:creationId xmlns:a16="http://schemas.microsoft.com/office/drawing/2014/main" id="{2E3DD603-74C1-4194-87BB-2B0A45071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68" name="Rectangle 1167">
                        <a:extLst>
                          <a:ext uri="{FF2B5EF4-FFF2-40B4-BE49-F238E27FC236}">
                            <a16:creationId xmlns:a16="http://schemas.microsoft.com/office/drawing/2014/main" id="{11357F93-C56E-4C15-8683-CAA8590D43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158" name="Group 1157">
                    <a:extLst>
                      <a:ext uri="{FF2B5EF4-FFF2-40B4-BE49-F238E27FC236}">
                        <a16:creationId xmlns:a16="http://schemas.microsoft.com/office/drawing/2014/main" id="{F2EB9779-C123-4CA4-B610-03C30E0D17D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59" name="Group 1158">
                      <a:extLst>
                        <a:ext uri="{FF2B5EF4-FFF2-40B4-BE49-F238E27FC236}">
                          <a16:creationId xmlns:a16="http://schemas.microsoft.com/office/drawing/2014/main" id="{CB21B1D4-E5AD-4A52-B768-9BD93F2628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3" name="Rectangle 1162">
                        <a:extLst>
                          <a:ext uri="{FF2B5EF4-FFF2-40B4-BE49-F238E27FC236}">
                            <a16:creationId xmlns:a16="http://schemas.microsoft.com/office/drawing/2014/main" id="{AEC1BF5E-8D8A-4633-B1BF-71CBEC1CB9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64" name="Rectangle 1163">
                        <a:extLst>
                          <a:ext uri="{FF2B5EF4-FFF2-40B4-BE49-F238E27FC236}">
                            <a16:creationId xmlns:a16="http://schemas.microsoft.com/office/drawing/2014/main" id="{AA9F9214-8A50-4EF1-90B0-E40FE389A9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160" name="Group 1159">
                      <a:extLst>
                        <a:ext uri="{FF2B5EF4-FFF2-40B4-BE49-F238E27FC236}">
                          <a16:creationId xmlns:a16="http://schemas.microsoft.com/office/drawing/2014/main" id="{EA9446BA-6C3B-44CF-90F5-A9045C67B4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1" name="Rectangle 1160">
                        <a:extLst>
                          <a:ext uri="{FF2B5EF4-FFF2-40B4-BE49-F238E27FC236}">
                            <a16:creationId xmlns:a16="http://schemas.microsoft.com/office/drawing/2014/main" id="{E0F5557B-D45A-4556-B3DA-4DF93DD892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62" name="Rectangle 1161">
                        <a:extLst>
                          <a:ext uri="{FF2B5EF4-FFF2-40B4-BE49-F238E27FC236}">
                            <a16:creationId xmlns:a16="http://schemas.microsoft.com/office/drawing/2014/main" id="{EF364A9D-E2F1-4B54-95FB-B08F70FA03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9FA2230C-808D-48CC-8EE0-4BF48233DFB2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F6FF200F-7A70-4876-AD85-407F26B77548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41" name="Group 1140">
                    <a:extLst>
                      <a:ext uri="{FF2B5EF4-FFF2-40B4-BE49-F238E27FC236}">
                        <a16:creationId xmlns:a16="http://schemas.microsoft.com/office/drawing/2014/main" id="{41445AFF-7350-46BA-AC05-8F04AC7A274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9" name="Group 1148">
                      <a:extLst>
                        <a:ext uri="{FF2B5EF4-FFF2-40B4-BE49-F238E27FC236}">
                          <a16:creationId xmlns:a16="http://schemas.microsoft.com/office/drawing/2014/main" id="{273227CC-D666-493D-9704-9E8BEAADB9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3" name="Rectangle 1152">
                        <a:extLst>
                          <a:ext uri="{FF2B5EF4-FFF2-40B4-BE49-F238E27FC236}">
                            <a16:creationId xmlns:a16="http://schemas.microsoft.com/office/drawing/2014/main" id="{3A190D7B-E386-4E67-9A19-B32D830A1F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154" name="Rectangle 1153">
                        <a:extLst>
                          <a:ext uri="{FF2B5EF4-FFF2-40B4-BE49-F238E27FC236}">
                            <a16:creationId xmlns:a16="http://schemas.microsoft.com/office/drawing/2014/main" id="{40433DD0-1967-4A13-B442-545E880960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150" name="Group 1149">
                      <a:extLst>
                        <a:ext uri="{FF2B5EF4-FFF2-40B4-BE49-F238E27FC236}">
                          <a16:creationId xmlns:a16="http://schemas.microsoft.com/office/drawing/2014/main" id="{BA4FB498-9F2C-4E08-8862-30F11A81092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1" name="Rectangle 1150">
                        <a:extLst>
                          <a:ext uri="{FF2B5EF4-FFF2-40B4-BE49-F238E27FC236}">
                            <a16:creationId xmlns:a16="http://schemas.microsoft.com/office/drawing/2014/main" id="{11C598C7-C378-4284-8994-32BB59679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152" name="Rectangle 1151">
                        <a:extLst>
                          <a:ext uri="{FF2B5EF4-FFF2-40B4-BE49-F238E27FC236}">
                            <a16:creationId xmlns:a16="http://schemas.microsoft.com/office/drawing/2014/main" id="{6BFC1543-6378-4968-9D5E-D037DB3744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142" name="Group 1141">
                    <a:extLst>
                      <a:ext uri="{FF2B5EF4-FFF2-40B4-BE49-F238E27FC236}">
                        <a16:creationId xmlns:a16="http://schemas.microsoft.com/office/drawing/2014/main" id="{EDD2C118-D546-43F1-BFC0-D0D06ED7D00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3" name="Group 1142">
                      <a:extLst>
                        <a:ext uri="{FF2B5EF4-FFF2-40B4-BE49-F238E27FC236}">
                          <a16:creationId xmlns:a16="http://schemas.microsoft.com/office/drawing/2014/main" id="{547E7273-18EB-4F7E-AD4F-E467AC4B18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7" name="Rectangle 1146">
                        <a:extLst>
                          <a:ext uri="{FF2B5EF4-FFF2-40B4-BE49-F238E27FC236}">
                            <a16:creationId xmlns:a16="http://schemas.microsoft.com/office/drawing/2014/main" id="{63CBBFE4-F497-4ABA-ACD7-57189F2460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148" name="Rectangle 1147">
                        <a:extLst>
                          <a:ext uri="{FF2B5EF4-FFF2-40B4-BE49-F238E27FC236}">
                            <a16:creationId xmlns:a16="http://schemas.microsoft.com/office/drawing/2014/main" id="{D28B95C2-E44C-4466-B426-C7E222EA17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144" name="Group 1143">
                      <a:extLst>
                        <a:ext uri="{FF2B5EF4-FFF2-40B4-BE49-F238E27FC236}">
                          <a16:creationId xmlns:a16="http://schemas.microsoft.com/office/drawing/2014/main" id="{5ECAB130-FDE0-4361-AF02-C64DF02B0C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5" name="Rectangle 1144">
                        <a:extLst>
                          <a:ext uri="{FF2B5EF4-FFF2-40B4-BE49-F238E27FC236}">
                            <a16:creationId xmlns:a16="http://schemas.microsoft.com/office/drawing/2014/main" id="{C067CF21-44A9-4837-BF62-071F7DE55F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146" name="Rectangle 1145">
                        <a:extLst>
                          <a:ext uri="{FF2B5EF4-FFF2-40B4-BE49-F238E27FC236}">
                            <a16:creationId xmlns:a16="http://schemas.microsoft.com/office/drawing/2014/main" id="{00A3A4CA-6D8F-438F-98AE-70C4119E8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91E3A0F-F161-4604-9885-0422FA63DFC7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27" name="Group 1126">
                    <a:extLst>
                      <a:ext uri="{FF2B5EF4-FFF2-40B4-BE49-F238E27FC236}">
                        <a16:creationId xmlns:a16="http://schemas.microsoft.com/office/drawing/2014/main" id="{083CF19E-0422-4C80-8A1D-759864EF7A9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35" name="Group 1134">
                      <a:extLst>
                        <a:ext uri="{FF2B5EF4-FFF2-40B4-BE49-F238E27FC236}">
                          <a16:creationId xmlns:a16="http://schemas.microsoft.com/office/drawing/2014/main" id="{001DB84F-3EA7-4DDA-A6B6-396A1020D0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9" name="Rectangle 1138">
                        <a:extLst>
                          <a:ext uri="{FF2B5EF4-FFF2-40B4-BE49-F238E27FC236}">
                            <a16:creationId xmlns:a16="http://schemas.microsoft.com/office/drawing/2014/main" id="{A7B95CA4-336F-423A-9183-1E63720482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140" name="Rectangle 1139">
                        <a:extLst>
                          <a:ext uri="{FF2B5EF4-FFF2-40B4-BE49-F238E27FC236}">
                            <a16:creationId xmlns:a16="http://schemas.microsoft.com/office/drawing/2014/main" id="{86F85EED-8FFD-4122-8A31-D0ED952AE5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136" name="Group 1135">
                      <a:extLst>
                        <a:ext uri="{FF2B5EF4-FFF2-40B4-BE49-F238E27FC236}">
                          <a16:creationId xmlns:a16="http://schemas.microsoft.com/office/drawing/2014/main" id="{7F96D7B0-2911-4F33-99F0-440E12C23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7" name="Rectangle 1136">
                        <a:extLst>
                          <a:ext uri="{FF2B5EF4-FFF2-40B4-BE49-F238E27FC236}">
                            <a16:creationId xmlns:a16="http://schemas.microsoft.com/office/drawing/2014/main" id="{03F7298F-CE60-42D1-BA4E-C8E52EB1CD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138" name="Rectangle 1137">
                        <a:extLst>
                          <a:ext uri="{FF2B5EF4-FFF2-40B4-BE49-F238E27FC236}">
                            <a16:creationId xmlns:a16="http://schemas.microsoft.com/office/drawing/2014/main" id="{48E1D253-78FE-4473-9933-4D02790E8F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128" name="Group 1127">
                    <a:extLst>
                      <a:ext uri="{FF2B5EF4-FFF2-40B4-BE49-F238E27FC236}">
                        <a16:creationId xmlns:a16="http://schemas.microsoft.com/office/drawing/2014/main" id="{6DB06937-49B4-489B-AD52-6CCA91B69F6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29" name="Group 1128">
                      <a:extLst>
                        <a:ext uri="{FF2B5EF4-FFF2-40B4-BE49-F238E27FC236}">
                          <a16:creationId xmlns:a16="http://schemas.microsoft.com/office/drawing/2014/main" id="{2A5218C2-D6FE-4EB6-B077-BD0FE3EBC9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3" name="Rectangle 1132">
                        <a:extLst>
                          <a:ext uri="{FF2B5EF4-FFF2-40B4-BE49-F238E27FC236}">
                            <a16:creationId xmlns:a16="http://schemas.microsoft.com/office/drawing/2014/main" id="{04162B29-6D1D-42AA-95E2-5D38474F1A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134" name="Rectangle 1133">
                        <a:extLst>
                          <a:ext uri="{FF2B5EF4-FFF2-40B4-BE49-F238E27FC236}">
                            <a16:creationId xmlns:a16="http://schemas.microsoft.com/office/drawing/2014/main" id="{5A420E0E-BF07-44FA-A8F9-04869D20D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130" name="Group 1129">
                      <a:extLst>
                        <a:ext uri="{FF2B5EF4-FFF2-40B4-BE49-F238E27FC236}">
                          <a16:creationId xmlns:a16="http://schemas.microsoft.com/office/drawing/2014/main" id="{982A2DD2-A70F-4436-B822-9B0090898D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1" name="Rectangle 1130">
                        <a:extLst>
                          <a:ext uri="{FF2B5EF4-FFF2-40B4-BE49-F238E27FC236}">
                            <a16:creationId xmlns:a16="http://schemas.microsoft.com/office/drawing/2014/main" id="{43459FD0-5C35-49C8-B71E-FD2D3CE4F2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132" name="Rectangle 1131">
                        <a:extLst>
                          <a:ext uri="{FF2B5EF4-FFF2-40B4-BE49-F238E27FC236}">
                            <a16:creationId xmlns:a16="http://schemas.microsoft.com/office/drawing/2014/main" id="{6AFB7A9E-C291-4D05-B3E7-1D332A159E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88C3ED5F-CE01-46CF-B2F5-775AB1D318CE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061" name="Group 1060">
                <a:extLst>
                  <a:ext uri="{FF2B5EF4-FFF2-40B4-BE49-F238E27FC236}">
                    <a16:creationId xmlns:a16="http://schemas.microsoft.com/office/drawing/2014/main" id="{BD8FA828-691E-4B29-9B30-0158053DA024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99769AA8-4040-4023-8078-AC81B458F204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09" name="Group 1108">
                    <a:extLst>
                      <a:ext uri="{FF2B5EF4-FFF2-40B4-BE49-F238E27FC236}">
                        <a16:creationId xmlns:a16="http://schemas.microsoft.com/office/drawing/2014/main" id="{A7E1DA9D-0C2D-4EAD-901C-6A856CBD89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7" name="Group 1116">
                      <a:extLst>
                        <a:ext uri="{FF2B5EF4-FFF2-40B4-BE49-F238E27FC236}">
                          <a16:creationId xmlns:a16="http://schemas.microsoft.com/office/drawing/2014/main" id="{A3F91CFB-05EB-48DD-9884-6C3F122BBA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21" name="Rectangle 1120">
                        <a:extLst>
                          <a:ext uri="{FF2B5EF4-FFF2-40B4-BE49-F238E27FC236}">
                            <a16:creationId xmlns:a16="http://schemas.microsoft.com/office/drawing/2014/main" id="{FD4C712F-21EA-424A-AEB6-8DEBF2B3A1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22" name="Rectangle 1121">
                        <a:extLst>
                          <a:ext uri="{FF2B5EF4-FFF2-40B4-BE49-F238E27FC236}">
                            <a16:creationId xmlns:a16="http://schemas.microsoft.com/office/drawing/2014/main" id="{7484B14B-E884-4E19-B67D-FAB25DE638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18" name="Group 1117">
                      <a:extLst>
                        <a:ext uri="{FF2B5EF4-FFF2-40B4-BE49-F238E27FC236}">
                          <a16:creationId xmlns:a16="http://schemas.microsoft.com/office/drawing/2014/main" id="{5EE0E8F2-F08F-46CC-B995-9AC67754FD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9" name="Rectangle 1118">
                        <a:extLst>
                          <a:ext uri="{FF2B5EF4-FFF2-40B4-BE49-F238E27FC236}">
                            <a16:creationId xmlns:a16="http://schemas.microsoft.com/office/drawing/2014/main" id="{CBE4D10E-E21A-4C65-AC44-3D92E0CBDD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20" name="Rectangle 1119">
                        <a:extLst>
                          <a:ext uri="{FF2B5EF4-FFF2-40B4-BE49-F238E27FC236}">
                            <a16:creationId xmlns:a16="http://schemas.microsoft.com/office/drawing/2014/main" id="{52CF0AF1-635E-4067-A937-3978D65561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10" name="Group 1109">
                    <a:extLst>
                      <a:ext uri="{FF2B5EF4-FFF2-40B4-BE49-F238E27FC236}">
                        <a16:creationId xmlns:a16="http://schemas.microsoft.com/office/drawing/2014/main" id="{35B9E569-AEB3-4F08-A69F-50C8DFCC29E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1" name="Group 1110">
                      <a:extLst>
                        <a:ext uri="{FF2B5EF4-FFF2-40B4-BE49-F238E27FC236}">
                          <a16:creationId xmlns:a16="http://schemas.microsoft.com/office/drawing/2014/main" id="{DFCEEC58-EA20-43A8-A3C4-01048D5959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5" name="Rectangle 1114">
                        <a:extLst>
                          <a:ext uri="{FF2B5EF4-FFF2-40B4-BE49-F238E27FC236}">
                            <a16:creationId xmlns:a16="http://schemas.microsoft.com/office/drawing/2014/main" id="{0D7246B1-3660-4044-A8DA-831C8DB450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16" name="Rectangle 1115">
                        <a:extLst>
                          <a:ext uri="{FF2B5EF4-FFF2-40B4-BE49-F238E27FC236}">
                            <a16:creationId xmlns:a16="http://schemas.microsoft.com/office/drawing/2014/main" id="{35548D35-EBF0-4CAE-8A0F-C1D836F3B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12" name="Group 1111">
                      <a:extLst>
                        <a:ext uri="{FF2B5EF4-FFF2-40B4-BE49-F238E27FC236}">
                          <a16:creationId xmlns:a16="http://schemas.microsoft.com/office/drawing/2014/main" id="{362F2A06-7E22-44E3-BFFA-DF670D09F3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3" name="Rectangle 1112">
                        <a:extLst>
                          <a:ext uri="{FF2B5EF4-FFF2-40B4-BE49-F238E27FC236}">
                            <a16:creationId xmlns:a16="http://schemas.microsoft.com/office/drawing/2014/main" id="{FF186F4D-54BD-44CD-9813-C4CAFBD602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14" name="Rectangle 1113">
                        <a:extLst>
                          <a:ext uri="{FF2B5EF4-FFF2-40B4-BE49-F238E27FC236}">
                            <a16:creationId xmlns:a16="http://schemas.microsoft.com/office/drawing/2014/main" id="{B6224F0C-3400-4BBE-9E7A-A578B89E8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94" name="Group 1093">
                  <a:extLst>
                    <a:ext uri="{FF2B5EF4-FFF2-40B4-BE49-F238E27FC236}">
                      <a16:creationId xmlns:a16="http://schemas.microsoft.com/office/drawing/2014/main" id="{A83E2642-EB7D-494A-AF62-F41EF72F0C0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95" name="Group 1094">
                    <a:extLst>
                      <a:ext uri="{FF2B5EF4-FFF2-40B4-BE49-F238E27FC236}">
                        <a16:creationId xmlns:a16="http://schemas.microsoft.com/office/drawing/2014/main" id="{0DA29B22-9D86-4C12-BA82-386F3DBAEFD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03" name="Group 1102">
                      <a:extLst>
                        <a:ext uri="{FF2B5EF4-FFF2-40B4-BE49-F238E27FC236}">
                          <a16:creationId xmlns:a16="http://schemas.microsoft.com/office/drawing/2014/main" id="{E965C726-6ABC-4937-AF12-287AC5C3B8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7" name="Rectangle 1106">
                        <a:extLst>
                          <a:ext uri="{FF2B5EF4-FFF2-40B4-BE49-F238E27FC236}">
                            <a16:creationId xmlns:a16="http://schemas.microsoft.com/office/drawing/2014/main" id="{AF051E12-C97C-44A2-889D-B60C2E3DF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08" name="Rectangle 1107">
                        <a:extLst>
                          <a:ext uri="{FF2B5EF4-FFF2-40B4-BE49-F238E27FC236}">
                            <a16:creationId xmlns:a16="http://schemas.microsoft.com/office/drawing/2014/main" id="{116E4B8F-7F0A-4023-89C6-08019C0D0F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04" name="Group 1103">
                      <a:extLst>
                        <a:ext uri="{FF2B5EF4-FFF2-40B4-BE49-F238E27FC236}">
                          <a16:creationId xmlns:a16="http://schemas.microsoft.com/office/drawing/2014/main" id="{FD7A2453-8414-4C61-BD71-7960D15DB24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5" name="Rectangle 1104">
                        <a:extLst>
                          <a:ext uri="{FF2B5EF4-FFF2-40B4-BE49-F238E27FC236}">
                            <a16:creationId xmlns:a16="http://schemas.microsoft.com/office/drawing/2014/main" id="{C53178CD-444D-4610-AA1D-704B071F05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06" name="Rectangle 1105">
                        <a:extLst>
                          <a:ext uri="{FF2B5EF4-FFF2-40B4-BE49-F238E27FC236}">
                            <a16:creationId xmlns:a16="http://schemas.microsoft.com/office/drawing/2014/main" id="{E40F85B7-89AB-4B02-B0CA-E36F4AD596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96" name="Group 1095">
                    <a:extLst>
                      <a:ext uri="{FF2B5EF4-FFF2-40B4-BE49-F238E27FC236}">
                        <a16:creationId xmlns:a16="http://schemas.microsoft.com/office/drawing/2014/main" id="{34867BD1-EBF6-4DDE-B204-36024A6F319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97" name="Group 1096">
                      <a:extLst>
                        <a:ext uri="{FF2B5EF4-FFF2-40B4-BE49-F238E27FC236}">
                          <a16:creationId xmlns:a16="http://schemas.microsoft.com/office/drawing/2014/main" id="{A2817DB7-C405-4A11-A146-0DAA73E5C1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1" name="Rectangle 1100">
                        <a:extLst>
                          <a:ext uri="{FF2B5EF4-FFF2-40B4-BE49-F238E27FC236}">
                            <a16:creationId xmlns:a16="http://schemas.microsoft.com/office/drawing/2014/main" id="{E99D8D62-4552-49BE-B0AF-1695762F3F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02" name="Rectangle 1101">
                        <a:extLst>
                          <a:ext uri="{FF2B5EF4-FFF2-40B4-BE49-F238E27FC236}">
                            <a16:creationId xmlns:a16="http://schemas.microsoft.com/office/drawing/2014/main" id="{F12FD020-AFB2-4F84-8C02-B4741B7C65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98" name="Group 1097">
                      <a:extLst>
                        <a:ext uri="{FF2B5EF4-FFF2-40B4-BE49-F238E27FC236}">
                          <a16:creationId xmlns:a16="http://schemas.microsoft.com/office/drawing/2014/main" id="{353412D3-CBF8-4C05-BC7B-1C4892A0E9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9" name="Rectangle 1098">
                        <a:extLst>
                          <a:ext uri="{FF2B5EF4-FFF2-40B4-BE49-F238E27FC236}">
                            <a16:creationId xmlns:a16="http://schemas.microsoft.com/office/drawing/2014/main" id="{9A402CB0-E611-4D66-B482-56194F5A2E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00" name="Rectangle 1099">
                        <a:extLst>
                          <a:ext uri="{FF2B5EF4-FFF2-40B4-BE49-F238E27FC236}">
                            <a16:creationId xmlns:a16="http://schemas.microsoft.com/office/drawing/2014/main" id="{9BA80431-D5F5-4480-9704-B0E5390E21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062" name="Group 1061">
                <a:extLst>
                  <a:ext uri="{FF2B5EF4-FFF2-40B4-BE49-F238E27FC236}">
                    <a16:creationId xmlns:a16="http://schemas.microsoft.com/office/drawing/2014/main" id="{745D91B9-CAE6-451C-9062-F0A2EB38FC7F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9AA09291-655C-4E80-B4F5-9095A50C4B8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79" name="Group 1078">
                    <a:extLst>
                      <a:ext uri="{FF2B5EF4-FFF2-40B4-BE49-F238E27FC236}">
                        <a16:creationId xmlns:a16="http://schemas.microsoft.com/office/drawing/2014/main" id="{6DDF2886-D4CE-4AA2-A84F-8AA473F6A6B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7" name="Group 1086">
                      <a:extLst>
                        <a:ext uri="{FF2B5EF4-FFF2-40B4-BE49-F238E27FC236}">
                          <a16:creationId xmlns:a16="http://schemas.microsoft.com/office/drawing/2014/main" id="{AD52E129-F54C-4737-8935-B4FF44B5F9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1" name="Rectangle 1090">
                        <a:extLst>
                          <a:ext uri="{FF2B5EF4-FFF2-40B4-BE49-F238E27FC236}">
                            <a16:creationId xmlns:a16="http://schemas.microsoft.com/office/drawing/2014/main" id="{40CD41F0-16C1-4D97-9D7D-415B13289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92" name="Rectangle 1091">
                        <a:extLst>
                          <a:ext uri="{FF2B5EF4-FFF2-40B4-BE49-F238E27FC236}">
                            <a16:creationId xmlns:a16="http://schemas.microsoft.com/office/drawing/2014/main" id="{CF9CA623-117C-4D11-AC63-D7694CF67A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7D177631-7E16-47D4-9417-FDA696A607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9" name="Rectangle 1088">
                        <a:extLst>
                          <a:ext uri="{FF2B5EF4-FFF2-40B4-BE49-F238E27FC236}">
                            <a16:creationId xmlns:a16="http://schemas.microsoft.com/office/drawing/2014/main" id="{7F1EEF33-5465-44FB-88C8-9CC6A94FF7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90" name="Rectangle 1089">
                        <a:extLst>
                          <a:ext uri="{FF2B5EF4-FFF2-40B4-BE49-F238E27FC236}">
                            <a16:creationId xmlns:a16="http://schemas.microsoft.com/office/drawing/2014/main" id="{1660BAA5-A03A-45BC-B996-7C3B82A12C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80" name="Group 1079">
                    <a:extLst>
                      <a:ext uri="{FF2B5EF4-FFF2-40B4-BE49-F238E27FC236}">
                        <a16:creationId xmlns:a16="http://schemas.microsoft.com/office/drawing/2014/main" id="{F66AD19D-245F-4591-9E6D-FBD6F89F82D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1" name="Group 1080">
                      <a:extLst>
                        <a:ext uri="{FF2B5EF4-FFF2-40B4-BE49-F238E27FC236}">
                          <a16:creationId xmlns:a16="http://schemas.microsoft.com/office/drawing/2014/main" id="{7216FDDC-2F85-4E62-B307-0005C553B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5" name="Rectangle 1084">
                        <a:extLst>
                          <a:ext uri="{FF2B5EF4-FFF2-40B4-BE49-F238E27FC236}">
                            <a16:creationId xmlns:a16="http://schemas.microsoft.com/office/drawing/2014/main" id="{0B11DB1B-C1BF-41B5-BE37-253FDEA6B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86" name="Rectangle 1085">
                        <a:extLst>
                          <a:ext uri="{FF2B5EF4-FFF2-40B4-BE49-F238E27FC236}">
                            <a16:creationId xmlns:a16="http://schemas.microsoft.com/office/drawing/2014/main" id="{7C488D01-9AF3-4DAB-A94F-FBAB649ADD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82" name="Group 1081">
                      <a:extLst>
                        <a:ext uri="{FF2B5EF4-FFF2-40B4-BE49-F238E27FC236}">
                          <a16:creationId xmlns:a16="http://schemas.microsoft.com/office/drawing/2014/main" id="{BC2DF493-588E-445D-A3B2-D639F7D15A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3" name="Rectangle 1082">
                        <a:extLst>
                          <a:ext uri="{FF2B5EF4-FFF2-40B4-BE49-F238E27FC236}">
                            <a16:creationId xmlns:a16="http://schemas.microsoft.com/office/drawing/2014/main" id="{AFE6A75E-5444-4EF1-A9DB-C02244ACFE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84" name="Rectangle 1083">
                        <a:extLst>
                          <a:ext uri="{FF2B5EF4-FFF2-40B4-BE49-F238E27FC236}">
                            <a16:creationId xmlns:a16="http://schemas.microsoft.com/office/drawing/2014/main" id="{77F342A0-03C5-4DED-898A-F1B6DFF98D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97523B98-8405-4A9C-BC0E-BA443D88E89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65" name="Group 1064">
                    <a:extLst>
                      <a:ext uri="{FF2B5EF4-FFF2-40B4-BE49-F238E27FC236}">
                        <a16:creationId xmlns:a16="http://schemas.microsoft.com/office/drawing/2014/main" id="{1A9E6BF6-6BC2-4249-93E7-5485D3CE88A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73" name="Group 1072">
                      <a:extLst>
                        <a:ext uri="{FF2B5EF4-FFF2-40B4-BE49-F238E27FC236}">
                          <a16:creationId xmlns:a16="http://schemas.microsoft.com/office/drawing/2014/main" id="{E44EBE65-A7C2-4DEC-A750-97A9042218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7" name="Rectangle 1076">
                        <a:extLst>
                          <a:ext uri="{FF2B5EF4-FFF2-40B4-BE49-F238E27FC236}">
                            <a16:creationId xmlns:a16="http://schemas.microsoft.com/office/drawing/2014/main" id="{93B95F3A-B7D0-4CAA-A0B5-D358636B7D8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78" name="Rectangle 1077">
                        <a:extLst>
                          <a:ext uri="{FF2B5EF4-FFF2-40B4-BE49-F238E27FC236}">
                            <a16:creationId xmlns:a16="http://schemas.microsoft.com/office/drawing/2014/main" id="{5B22D89B-725D-4A6B-AD3C-24A5E3BDD1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74" name="Group 1073">
                      <a:extLst>
                        <a:ext uri="{FF2B5EF4-FFF2-40B4-BE49-F238E27FC236}">
                          <a16:creationId xmlns:a16="http://schemas.microsoft.com/office/drawing/2014/main" id="{AF71939A-FBF6-4038-A352-ADBEB8E826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5" name="Rectangle 1074">
                        <a:extLst>
                          <a:ext uri="{FF2B5EF4-FFF2-40B4-BE49-F238E27FC236}">
                            <a16:creationId xmlns:a16="http://schemas.microsoft.com/office/drawing/2014/main" id="{D6F76528-588F-4E5C-B388-93AD1F654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76" name="Rectangle 1075">
                        <a:extLst>
                          <a:ext uri="{FF2B5EF4-FFF2-40B4-BE49-F238E27FC236}">
                            <a16:creationId xmlns:a16="http://schemas.microsoft.com/office/drawing/2014/main" id="{6C8EEC30-E971-4A1D-89AB-D7E1FE140B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48F861D6-E494-4696-B072-BFB83F989E4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67" name="Group 1066">
                      <a:extLst>
                        <a:ext uri="{FF2B5EF4-FFF2-40B4-BE49-F238E27FC236}">
                          <a16:creationId xmlns:a16="http://schemas.microsoft.com/office/drawing/2014/main" id="{4C70EACA-4710-4BB8-8158-BBAE452194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1" name="Rectangle 1070">
                        <a:extLst>
                          <a:ext uri="{FF2B5EF4-FFF2-40B4-BE49-F238E27FC236}">
                            <a16:creationId xmlns:a16="http://schemas.microsoft.com/office/drawing/2014/main" id="{7BEA2134-6DC6-4952-9777-2A2AA07CFD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72" name="Rectangle 1071">
                        <a:extLst>
                          <a:ext uri="{FF2B5EF4-FFF2-40B4-BE49-F238E27FC236}">
                            <a16:creationId xmlns:a16="http://schemas.microsoft.com/office/drawing/2014/main" id="{AD1A4298-FD08-45A1-909B-27C1B5FCE0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68" name="Group 1067">
                      <a:extLst>
                        <a:ext uri="{FF2B5EF4-FFF2-40B4-BE49-F238E27FC236}">
                          <a16:creationId xmlns:a16="http://schemas.microsoft.com/office/drawing/2014/main" id="{9473EFB7-B590-4A94-B978-BDD0D6C9AA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69" name="Rectangle 1068">
                        <a:extLst>
                          <a:ext uri="{FF2B5EF4-FFF2-40B4-BE49-F238E27FC236}">
                            <a16:creationId xmlns:a16="http://schemas.microsoft.com/office/drawing/2014/main" id="{79C198C8-E2B8-4063-BDC1-E7AA0A39D9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70" name="Rectangle 1069">
                        <a:extLst>
                          <a:ext uri="{FF2B5EF4-FFF2-40B4-BE49-F238E27FC236}">
                            <a16:creationId xmlns:a16="http://schemas.microsoft.com/office/drawing/2014/main" id="{83440A6B-7316-4533-93D9-741078509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702927C-1798-4E5F-B811-568B167F83BC}"/>
              </a:ext>
            </a:extLst>
          </p:cNvPr>
          <p:cNvSpPr txBox="1"/>
          <p:nvPr/>
        </p:nvSpPr>
        <p:spPr>
          <a:xfrm>
            <a:off x="9889517" y="2630629"/>
            <a:ext cx="878812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Bit Resolution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EE0BF68-A51B-4FA3-B99C-34642CC0EE83}"/>
              </a:ext>
            </a:extLst>
          </p:cNvPr>
          <p:cNvSpPr txBox="1"/>
          <p:nvPr/>
        </p:nvSpPr>
        <p:spPr>
          <a:xfrm>
            <a:off x="10643452" y="2630629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Duty Cycle Resolution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6FB339-88ED-4821-90B9-3D829A34D6AD}"/>
              </a:ext>
            </a:extLst>
          </p:cNvPr>
          <p:cNvGrpSpPr/>
          <p:nvPr/>
        </p:nvGrpSpPr>
        <p:grpSpPr>
          <a:xfrm>
            <a:off x="9889517" y="2865445"/>
            <a:ext cx="2095249" cy="261610"/>
            <a:chOff x="9889517" y="2865445"/>
            <a:chExt cx="2095249" cy="261610"/>
          </a:xfrm>
        </p:grpSpPr>
        <p:sp>
          <p:nvSpPr>
            <p:cNvPr id="1186" name="TextBox 1185">
              <a:extLst>
                <a:ext uri="{FF2B5EF4-FFF2-40B4-BE49-F238E27FC236}">
                  <a16:creationId xmlns:a16="http://schemas.microsoft.com/office/drawing/2014/main" id="{21D39665-C1D1-41E7-AA16-CDCB9519D54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</a:t>
              </a:r>
            </a:p>
          </p:txBody>
        </p:sp>
        <p:sp>
          <p:nvSpPr>
            <p:cNvPr id="1187" name="TextBox 1186">
              <a:extLst>
                <a:ext uri="{FF2B5EF4-FFF2-40B4-BE49-F238E27FC236}">
                  <a16:creationId xmlns:a16="http://schemas.microsoft.com/office/drawing/2014/main" id="{0AC80875-DD47-4FE3-B58F-93C03F22F3B8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Fixed at 50%</a:t>
              </a:r>
            </a:p>
          </p:txBody>
        </p:sp>
      </p:grpSp>
      <p:grpSp>
        <p:nvGrpSpPr>
          <p:cNvPr id="1188" name="Group 1187">
            <a:extLst>
              <a:ext uri="{FF2B5EF4-FFF2-40B4-BE49-F238E27FC236}">
                <a16:creationId xmlns:a16="http://schemas.microsoft.com/office/drawing/2014/main" id="{52AB1214-075E-4A88-A248-2CE3B3A8D1D9}"/>
              </a:ext>
            </a:extLst>
          </p:cNvPr>
          <p:cNvGrpSpPr/>
          <p:nvPr/>
        </p:nvGrpSpPr>
        <p:grpSpPr>
          <a:xfrm>
            <a:off x="9890292" y="3140932"/>
            <a:ext cx="2095249" cy="261610"/>
            <a:chOff x="9889517" y="2865445"/>
            <a:chExt cx="2095249" cy="261610"/>
          </a:xfrm>
        </p:grpSpPr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32C27B5C-7E5C-4EF3-9E1B-FF5CECDA043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</a:t>
              </a:r>
            </a:p>
          </p:txBody>
        </p:sp>
        <p:sp>
          <p:nvSpPr>
            <p:cNvPr id="1190" name="TextBox 1189">
              <a:extLst>
                <a:ext uri="{FF2B5EF4-FFF2-40B4-BE49-F238E27FC236}">
                  <a16:creationId xmlns:a16="http://schemas.microsoft.com/office/drawing/2014/main" id="{797A5EF8-05B5-4922-9061-2E12B85ABAF6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25%</a:t>
              </a:r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E0AFFF6F-3B11-4228-81A4-A153AA9B74FD}"/>
              </a:ext>
            </a:extLst>
          </p:cNvPr>
          <p:cNvGrpSpPr/>
          <p:nvPr/>
        </p:nvGrpSpPr>
        <p:grpSpPr>
          <a:xfrm>
            <a:off x="9895182" y="3410658"/>
            <a:ext cx="2095249" cy="261610"/>
            <a:chOff x="9889517" y="2865445"/>
            <a:chExt cx="2095249" cy="261610"/>
          </a:xfrm>
        </p:grpSpPr>
        <p:sp>
          <p:nvSpPr>
            <p:cNvPr id="1192" name="TextBox 1191">
              <a:extLst>
                <a:ext uri="{FF2B5EF4-FFF2-40B4-BE49-F238E27FC236}">
                  <a16:creationId xmlns:a16="http://schemas.microsoft.com/office/drawing/2014/main" id="{BEA561B6-F374-48BF-A38C-A6D389966880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</a:t>
              </a:r>
            </a:p>
          </p:txBody>
        </p:sp>
        <p:sp>
          <p:nvSpPr>
            <p:cNvPr id="1193" name="TextBox 1192">
              <a:extLst>
                <a:ext uri="{FF2B5EF4-FFF2-40B4-BE49-F238E27FC236}">
                  <a16:creationId xmlns:a16="http://schemas.microsoft.com/office/drawing/2014/main" id="{7C2F0836-8955-44C4-9B2F-F3A21AC480D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12.5%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BD7E1B5-6F87-44C5-AC94-A11AB7852867}"/>
              </a:ext>
            </a:extLst>
          </p:cNvPr>
          <p:cNvGrpSpPr/>
          <p:nvPr/>
        </p:nvGrpSpPr>
        <p:grpSpPr>
          <a:xfrm>
            <a:off x="9896588" y="3675412"/>
            <a:ext cx="2095249" cy="261610"/>
            <a:chOff x="9889517" y="2865445"/>
            <a:chExt cx="2095249" cy="261610"/>
          </a:xfrm>
        </p:grpSpPr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1DE3569F-065B-411F-90CA-1845F17F3A0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4</a:t>
              </a: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A7CCDB72-72C5-41CE-945C-E2D7FAE7095B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6.25%</a:t>
              </a:r>
            </a:p>
          </p:txBody>
        </p: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F9865BC9-64FD-480D-BFB7-0698901F8E73}"/>
              </a:ext>
            </a:extLst>
          </p:cNvPr>
          <p:cNvGrpSpPr/>
          <p:nvPr/>
        </p:nvGrpSpPr>
        <p:grpSpPr>
          <a:xfrm>
            <a:off x="9896740" y="3955871"/>
            <a:ext cx="2095249" cy="261610"/>
            <a:chOff x="9889517" y="2865445"/>
            <a:chExt cx="2095249" cy="261610"/>
          </a:xfrm>
        </p:grpSpPr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C2777DA8-882D-4E1F-8F18-0EEFFF87E0F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5</a:t>
              </a:r>
            </a:p>
          </p:txBody>
        </p:sp>
        <p:sp>
          <p:nvSpPr>
            <p:cNvPr id="1199" name="TextBox 1198">
              <a:extLst>
                <a:ext uri="{FF2B5EF4-FFF2-40B4-BE49-F238E27FC236}">
                  <a16:creationId xmlns:a16="http://schemas.microsoft.com/office/drawing/2014/main" id="{2CBC4503-6A23-4878-864E-20E9183F8153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3.125%</a:t>
              </a:r>
            </a:p>
          </p:txBody>
        </p:sp>
      </p:grpSp>
      <p:grpSp>
        <p:nvGrpSpPr>
          <p:cNvPr id="1200" name="Group 1199">
            <a:extLst>
              <a:ext uri="{FF2B5EF4-FFF2-40B4-BE49-F238E27FC236}">
                <a16:creationId xmlns:a16="http://schemas.microsoft.com/office/drawing/2014/main" id="{13C5488E-6A14-49D4-9BC6-5052A72FD706}"/>
              </a:ext>
            </a:extLst>
          </p:cNvPr>
          <p:cNvGrpSpPr/>
          <p:nvPr/>
        </p:nvGrpSpPr>
        <p:grpSpPr>
          <a:xfrm>
            <a:off x="9896662" y="4180946"/>
            <a:ext cx="2095249" cy="261610"/>
            <a:chOff x="9889517" y="2865445"/>
            <a:chExt cx="2095249" cy="261610"/>
          </a:xfrm>
        </p:grpSpPr>
        <p:sp>
          <p:nvSpPr>
            <p:cNvPr id="1201" name="TextBox 1200">
              <a:extLst>
                <a:ext uri="{FF2B5EF4-FFF2-40B4-BE49-F238E27FC236}">
                  <a16:creationId xmlns:a16="http://schemas.microsoft.com/office/drawing/2014/main" id="{11BF6DE9-59F7-459F-950B-14A96BF35257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53B4CEB1-642D-4E72-A907-590F52D5773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1.5625%</a:t>
              </a:r>
            </a:p>
          </p:txBody>
        </p:sp>
      </p:grpSp>
      <p:sp>
        <p:nvSpPr>
          <p:cNvPr id="1203" name="TextBox 1202">
            <a:extLst>
              <a:ext uri="{FF2B5EF4-FFF2-40B4-BE49-F238E27FC236}">
                <a16:creationId xmlns:a16="http://schemas.microsoft.com/office/drawing/2014/main" id="{A269AF37-42E8-41F2-BA6F-03881CC506AF}"/>
              </a:ext>
            </a:extLst>
          </p:cNvPr>
          <p:cNvSpPr txBox="1"/>
          <p:nvPr/>
        </p:nvSpPr>
        <p:spPr>
          <a:xfrm>
            <a:off x="11832172" y="2627485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Voltage Increments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3046ABE-FF32-44AE-BB00-EC90E9F3A632}"/>
              </a:ext>
            </a:extLst>
          </p:cNvPr>
          <p:cNvSpPr txBox="1"/>
          <p:nvPr/>
        </p:nvSpPr>
        <p:spPr>
          <a:xfrm>
            <a:off x="11832172" y="3144990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dirty="0">
                <a:latin typeface="Segoe Condensed" panose="020B0606040200020203" pitchFamily="34" charset="0"/>
              </a:rPr>
              <a:t>0.825V</a:t>
            </a:r>
          </a:p>
        </p:txBody>
      </p:sp>
      <p:grpSp>
        <p:nvGrpSpPr>
          <p:cNvPr id="1205" name="Group 1204">
            <a:extLst>
              <a:ext uri="{FF2B5EF4-FFF2-40B4-BE49-F238E27FC236}">
                <a16:creationId xmlns:a16="http://schemas.microsoft.com/office/drawing/2014/main" id="{F90BE6C0-ED21-4B73-8B2B-64216DE77092}"/>
              </a:ext>
            </a:extLst>
          </p:cNvPr>
          <p:cNvGrpSpPr/>
          <p:nvPr/>
        </p:nvGrpSpPr>
        <p:grpSpPr>
          <a:xfrm>
            <a:off x="9896701" y="4448624"/>
            <a:ext cx="2095249" cy="261610"/>
            <a:chOff x="9889517" y="2865445"/>
            <a:chExt cx="2095249" cy="261610"/>
          </a:xfrm>
        </p:grpSpPr>
        <p:sp>
          <p:nvSpPr>
            <p:cNvPr id="1206" name="TextBox 1205">
              <a:extLst>
                <a:ext uri="{FF2B5EF4-FFF2-40B4-BE49-F238E27FC236}">
                  <a16:creationId xmlns:a16="http://schemas.microsoft.com/office/drawing/2014/main" id="{22639EFE-4F3E-4813-98EE-85F266283A7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7</a:t>
              </a:r>
            </a:p>
          </p:txBody>
        </p:sp>
        <p:sp>
          <p:nvSpPr>
            <p:cNvPr id="1207" name="TextBox 1206">
              <a:extLst>
                <a:ext uri="{FF2B5EF4-FFF2-40B4-BE49-F238E27FC236}">
                  <a16:creationId xmlns:a16="http://schemas.microsoft.com/office/drawing/2014/main" id="{37ED462B-C873-4DB3-A873-A3C1EE17DC3F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0.78125%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2860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112964" y="1450788"/>
            <a:ext cx="2060179" cy="364856"/>
            <a:chOff x="-804120" y="1491383"/>
            <a:chExt cx="2060179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8" r="-1365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1" y="1205657"/>
            <a:ext cx="3657599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8520A50-F613-4005-A9E1-9088E574423A}"/>
              </a:ext>
            </a:extLst>
          </p:cNvPr>
          <p:cNvGrpSpPr/>
          <p:nvPr/>
        </p:nvGrpSpPr>
        <p:grpSpPr>
          <a:xfrm>
            <a:off x="5967341" y="1205657"/>
            <a:ext cx="3657599" cy="650776"/>
            <a:chOff x="2084807" y="1205657"/>
            <a:chExt cx="3657599" cy="650776"/>
          </a:xfrm>
        </p:grpSpPr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0C2FB276-0B89-452C-8C10-1CAAA7E1FDEA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343" name="Group 342">
                <a:extLst>
                  <a:ext uri="{FF2B5EF4-FFF2-40B4-BE49-F238E27FC236}">
                    <a16:creationId xmlns:a16="http://schemas.microsoft.com/office/drawing/2014/main" id="{AB443AB6-2BA4-4BE6-92B3-BFF4F7C87E0D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96" name="Group 395">
                  <a:extLst>
                    <a:ext uri="{FF2B5EF4-FFF2-40B4-BE49-F238E27FC236}">
                      <a16:creationId xmlns:a16="http://schemas.microsoft.com/office/drawing/2014/main" id="{AABCF8D9-D5BF-4048-932D-77E68554DAD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6" name="Connector: Elbow 405">
                    <a:extLst>
                      <a:ext uri="{FF2B5EF4-FFF2-40B4-BE49-F238E27FC236}">
                        <a16:creationId xmlns:a16="http://schemas.microsoft.com/office/drawing/2014/main" id="{50E2D627-9487-4149-A3D5-40E2C2AE64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7" name="Straight Connector 406">
                    <a:extLst>
                      <a:ext uri="{FF2B5EF4-FFF2-40B4-BE49-F238E27FC236}">
                        <a16:creationId xmlns:a16="http://schemas.microsoft.com/office/drawing/2014/main" id="{D5EB472B-FD15-4AA0-9219-F207398377D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7" name="Group 396">
                  <a:extLst>
                    <a:ext uri="{FF2B5EF4-FFF2-40B4-BE49-F238E27FC236}">
                      <a16:creationId xmlns:a16="http://schemas.microsoft.com/office/drawing/2014/main" id="{FDAF4DDE-B85F-4B44-9071-6CD751F000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4" name="Connector: Elbow 403">
                    <a:extLst>
                      <a:ext uri="{FF2B5EF4-FFF2-40B4-BE49-F238E27FC236}">
                        <a16:creationId xmlns:a16="http://schemas.microsoft.com/office/drawing/2014/main" id="{BF6C3101-2A8F-44BD-9F40-9E8B7F6FF8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5" name="Straight Connector 404">
                    <a:extLst>
                      <a:ext uri="{FF2B5EF4-FFF2-40B4-BE49-F238E27FC236}">
                        <a16:creationId xmlns:a16="http://schemas.microsoft.com/office/drawing/2014/main" id="{D221A345-A8E6-4839-AAF2-04FD7559F5C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4A80A9F3-CB61-48CE-AD4F-66833FB0A9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2" name="Connector: Elbow 401">
                    <a:extLst>
                      <a:ext uri="{FF2B5EF4-FFF2-40B4-BE49-F238E27FC236}">
                        <a16:creationId xmlns:a16="http://schemas.microsoft.com/office/drawing/2014/main" id="{1D3E197A-27F9-433F-9624-584BE2A576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3" name="Straight Connector 402">
                    <a:extLst>
                      <a:ext uri="{FF2B5EF4-FFF2-40B4-BE49-F238E27FC236}">
                        <a16:creationId xmlns:a16="http://schemas.microsoft.com/office/drawing/2014/main" id="{41224A37-FFC0-4AFC-9E43-868F9D2365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9" name="Group 398">
                  <a:extLst>
                    <a:ext uri="{FF2B5EF4-FFF2-40B4-BE49-F238E27FC236}">
                      <a16:creationId xmlns:a16="http://schemas.microsoft.com/office/drawing/2014/main" id="{FACBD958-6A24-428B-8C8C-C1CEA98F51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00" name="Connector: Elbow 399">
                    <a:extLst>
                      <a:ext uri="{FF2B5EF4-FFF2-40B4-BE49-F238E27FC236}">
                        <a16:creationId xmlns:a16="http://schemas.microsoft.com/office/drawing/2014/main" id="{8A9B6EAE-C5B9-4465-8386-4473A28145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1" name="Straight Connector 400">
                    <a:extLst>
                      <a:ext uri="{FF2B5EF4-FFF2-40B4-BE49-F238E27FC236}">
                        <a16:creationId xmlns:a16="http://schemas.microsoft.com/office/drawing/2014/main" id="{EA719586-F4C2-4516-8769-5CDAD75332B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4" name="Group 343">
                <a:extLst>
                  <a:ext uri="{FF2B5EF4-FFF2-40B4-BE49-F238E27FC236}">
                    <a16:creationId xmlns:a16="http://schemas.microsoft.com/office/drawing/2014/main" id="{53F03A33-FF25-459D-8375-7E8473C5ACC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FB296257-2D17-424A-9B82-15583C44BB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4" name="Connector: Elbow 393">
                    <a:extLst>
                      <a:ext uri="{FF2B5EF4-FFF2-40B4-BE49-F238E27FC236}">
                        <a16:creationId xmlns:a16="http://schemas.microsoft.com/office/drawing/2014/main" id="{1441A6B8-E3FE-4810-976F-019DA49E5C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5" name="Straight Connector 394">
                    <a:extLst>
                      <a:ext uri="{FF2B5EF4-FFF2-40B4-BE49-F238E27FC236}">
                        <a16:creationId xmlns:a16="http://schemas.microsoft.com/office/drawing/2014/main" id="{B6569782-9EEE-4A09-8D38-E40EB0E340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5" name="Group 384">
                  <a:extLst>
                    <a:ext uri="{FF2B5EF4-FFF2-40B4-BE49-F238E27FC236}">
                      <a16:creationId xmlns:a16="http://schemas.microsoft.com/office/drawing/2014/main" id="{DC052E1B-B3D6-4C82-9B70-71A3C257FD2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2" name="Connector: Elbow 391">
                    <a:extLst>
                      <a:ext uri="{FF2B5EF4-FFF2-40B4-BE49-F238E27FC236}">
                        <a16:creationId xmlns:a16="http://schemas.microsoft.com/office/drawing/2014/main" id="{8B0F0E2E-3820-45C0-8F9F-62801E33E1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3" name="Straight Connector 392">
                    <a:extLst>
                      <a:ext uri="{FF2B5EF4-FFF2-40B4-BE49-F238E27FC236}">
                        <a16:creationId xmlns:a16="http://schemas.microsoft.com/office/drawing/2014/main" id="{8EF99E68-6082-498C-96B9-61B7317695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6" name="Group 385">
                  <a:extLst>
                    <a:ext uri="{FF2B5EF4-FFF2-40B4-BE49-F238E27FC236}">
                      <a16:creationId xmlns:a16="http://schemas.microsoft.com/office/drawing/2014/main" id="{91112911-00A7-4DCB-9571-91287E214F9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90" name="Connector: Elbow 389">
                    <a:extLst>
                      <a:ext uri="{FF2B5EF4-FFF2-40B4-BE49-F238E27FC236}">
                        <a16:creationId xmlns:a16="http://schemas.microsoft.com/office/drawing/2014/main" id="{1C6D0F22-768B-4E81-BAF2-43C51994EC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1" name="Straight Connector 390">
                    <a:extLst>
                      <a:ext uri="{FF2B5EF4-FFF2-40B4-BE49-F238E27FC236}">
                        <a16:creationId xmlns:a16="http://schemas.microsoft.com/office/drawing/2014/main" id="{BD6C5E6F-C44E-46C9-9D45-0605A1AF796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7" name="Group 386">
                  <a:extLst>
                    <a:ext uri="{FF2B5EF4-FFF2-40B4-BE49-F238E27FC236}">
                      <a16:creationId xmlns:a16="http://schemas.microsoft.com/office/drawing/2014/main" id="{7849C7E9-8C3B-40DC-88D0-0226122D772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8" name="Connector: Elbow 387">
                    <a:extLst>
                      <a:ext uri="{FF2B5EF4-FFF2-40B4-BE49-F238E27FC236}">
                        <a16:creationId xmlns:a16="http://schemas.microsoft.com/office/drawing/2014/main" id="{A06E0267-6FAE-4962-9070-856B8BA01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9" name="Straight Connector 388">
                    <a:extLst>
                      <a:ext uri="{FF2B5EF4-FFF2-40B4-BE49-F238E27FC236}">
                        <a16:creationId xmlns:a16="http://schemas.microsoft.com/office/drawing/2014/main" id="{B013D430-32F9-4E72-B9F8-98FD604E277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5" name="Group 344">
                <a:extLst>
                  <a:ext uri="{FF2B5EF4-FFF2-40B4-BE49-F238E27FC236}">
                    <a16:creationId xmlns:a16="http://schemas.microsoft.com/office/drawing/2014/main" id="{965C6E3A-AB46-47E5-BB56-12C2A7ABBD8E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E102F3E6-B041-4840-837E-5FD8FEF2048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2" name="Connector: Elbow 381">
                    <a:extLst>
                      <a:ext uri="{FF2B5EF4-FFF2-40B4-BE49-F238E27FC236}">
                        <a16:creationId xmlns:a16="http://schemas.microsoft.com/office/drawing/2014/main" id="{674CACC5-C7CB-463E-9BBB-5B5907DC1F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3" name="Straight Connector 382">
                    <a:extLst>
                      <a:ext uri="{FF2B5EF4-FFF2-40B4-BE49-F238E27FC236}">
                        <a16:creationId xmlns:a16="http://schemas.microsoft.com/office/drawing/2014/main" id="{1BB97817-3B3B-4583-8F9E-E6B7BB343F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F46FD119-B719-4082-A8CA-12C70A7E9B2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80" name="Connector: Elbow 379">
                    <a:extLst>
                      <a:ext uri="{FF2B5EF4-FFF2-40B4-BE49-F238E27FC236}">
                        <a16:creationId xmlns:a16="http://schemas.microsoft.com/office/drawing/2014/main" id="{3777EA0B-74F6-4952-8594-924BD01EE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1" name="Straight Connector 380">
                    <a:extLst>
                      <a:ext uri="{FF2B5EF4-FFF2-40B4-BE49-F238E27FC236}">
                        <a16:creationId xmlns:a16="http://schemas.microsoft.com/office/drawing/2014/main" id="{EA9521C4-79F7-4E42-B46B-BDD00943BD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4" name="Group 373">
                  <a:extLst>
                    <a:ext uri="{FF2B5EF4-FFF2-40B4-BE49-F238E27FC236}">
                      <a16:creationId xmlns:a16="http://schemas.microsoft.com/office/drawing/2014/main" id="{23124A8C-69CA-482E-9D9A-E61461CA05E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8" name="Connector: Elbow 377">
                    <a:extLst>
                      <a:ext uri="{FF2B5EF4-FFF2-40B4-BE49-F238E27FC236}">
                        <a16:creationId xmlns:a16="http://schemas.microsoft.com/office/drawing/2014/main" id="{07C1E200-596E-403C-A4D6-BBA718A2D6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7C411C08-F33A-4D4B-B00E-442864B7A0E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75" name="Group 374">
                  <a:extLst>
                    <a:ext uri="{FF2B5EF4-FFF2-40B4-BE49-F238E27FC236}">
                      <a16:creationId xmlns:a16="http://schemas.microsoft.com/office/drawing/2014/main" id="{7BCF4F31-2E60-4FF8-AA5E-6C9AA2DD231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6" name="Connector: Elbow 375">
                    <a:extLst>
                      <a:ext uri="{FF2B5EF4-FFF2-40B4-BE49-F238E27FC236}">
                        <a16:creationId xmlns:a16="http://schemas.microsoft.com/office/drawing/2014/main" id="{8A97AF28-A7BD-4907-83BD-40B92E60AF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7" name="Straight Connector 376">
                    <a:extLst>
                      <a:ext uri="{FF2B5EF4-FFF2-40B4-BE49-F238E27FC236}">
                        <a16:creationId xmlns:a16="http://schemas.microsoft.com/office/drawing/2014/main" id="{DA2406FC-9BBC-47A7-8B03-751995D9E47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6" name="Group 345">
                <a:extLst>
                  <a:ext uri="{FF2B5EF4-FFF2-40B4-BE49-F238E27FC236}">
                    <a16:creationId xmlns:a16="http://schemas.microsoft.com/office/drawing/2014/main" id="{5D9CB720-FEE7-461C-9E54-936F3B44CCA9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33843295-D5D1-41DE-B180-9D921585209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70" name="Connector: Elbow 369">
                    <a:extLst>
                      <a:ext uri="{FF2B5EF4-FFF2-40B4-BE49-F238E27FC236}">
                        <a16:creationId xmlns:a16="http://schemas.microsoft.com/office/drawing/2014/main" id="{862184A7-36A1-4CD7-BA38-1B781F0C9E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1" name="Straight Connector 370">
                    <a:extLst>
                      <a:ext uri="{FF2B5EF4-FFF2-40B4-BE49-F238E27FC236}">
                        <a16:creationId xmlns:a16="http://schemas.microsoft.com/office/drawing/2014/main" id="{ABBE1586-8B20-426B-BB3F-448418D062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A46ADCCD-61CC-40BA-BE7E-3AA892C5102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8" name="Connector: Elbow 367">
                    <a:extLst>
                      <a:ext uri="{FF2B5EF4-FFF2-40B4-BE49-F238E27FC236}">
                        <a16:creationId xmlns:a16="http://schemas.microsoft.com/office/drawing/2014/main" id="{D9719532-7C9B-4837-BC4D-E4A6F9171D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9" name="Straight Connector 368">
                    <a:extLst>
                      <a:ext uri="{FF2B5EF4-FFF2-40B4-BE49-F238E27FC236}">
                        <a16:creationId xmlns:a16="http://schemas.microsoft.com/office/drawing/2014/main" id="{0AC157AF-8F83-4B41-AA9C-DC1AFC3972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2" name="Group 361">
                  <a:extLst>
                    <a:ext uri="{FF2B5EF4-FFF2-40B4-BE49-F238E27FC236}">
                      <a16:creationId xmlns:a16="http://schemas.microsoft.com/office/drawing/2014/main" id="{6B7C6BA8-020A-45F4-82F7-A45DF31284B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6" name="Connector: Elbow 365">
                    <a:extLst>
                      <a:ext uri="{FF2B5EF4-FFF2-40B4-BE49-F238E27FC236}">
                        <a16:creationId xmlns:a16="http://schemas.microsoft.com/office/drawing/2014/main" id="{AB933DF1-6E16-4381-B49B-10CFF9F99E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30489288-2124-40EB-8541-948949D66D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63" name="Group 362">
                  <a:extLst>
                    <a:ext uri="{FF2B5EF4-FFF2-40B4-BE49-F238E27FC236}">
                      <a16:creationId xmlns:a16="http://schemas.microsoft.com/office/drawing/2014/main" id="{511A8A8B-1C87-42BC-89FA-31E0A20AA25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64" name="Connector: Elbow 363">
                    <a:extLst>
                      <a:ext uri="{FF2B5EF4-FFF2-40B4-BE49-F238E27FC236}">
                        <a16:creationId xmlns:a16="http://schemas.microsoft.com/office/drawing/2014/main" id="{A9C5B053-B477-4666-B360-5F8757099F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85DFB0BE-14D8-48D7-9F18-6A5AF030D03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42323A03-11B7-42DA-B148-A10DE9C1B43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71AE91E2-9C99-4254-9873-C1DB90389E9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8" name="Connector: Elbow 357">
                    <a:extLst>
                      <a:ext uri="{FF2B5EF4-FFF2-40B4-BE49-F238E27FC236}">
                        <a16:creationId xmlns:a16="http://schemas.microsoft.com/office/drawing/2014/main" id="{3701FE91-5CE9-41D8-ABFC-1F25B94C1E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9" name="Straight Connector 358">
                    <a:extLst>
                      <a:ext uri="{FF2B5EF4-FFF2-40B4-BE49-F238E27FC236}">
                        <a16:creationId xmlns:a16="http://schemas.microsoft.com/office/drawing/2014/main" id="{D0A3521D-546A-4E1E-AB57-0BEC3F990E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95616D0-E26D-4057-A547-D287BEB1493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6" name="Connector: Elbow 355">
                    <a:extLst>
                      <a:ext uri="{FF2B5EF4-FFF2-40B4-BE49-F238E27FC236}">
                        <a16:creationId xmlns:a16="http://schemas.microsoft.com/office/drawing/2014/main" id="{DAB1F5FC-B0FB-4516-A938-BF6A469A58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Straight Connector 356">
                    <a:extLst>
                      <a:ext uri="{FF2B5EF4-FFF2-40B4-BE49-F238E27FC236}">
                        <a16:creationId xmlns:a16="http://schemas.microsoft.com/office/drawing/2014/main" id="{2B96DDA4-9791-43B2-B431-D062E9DC895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0" name="Group 349">
                  <a:extLst>
                    <a:ext uri="{FF2B5EF4-FFF2-40B4-BE49-F238E27FC236}">
                      <a16:creationId xmlns:a16="http://schemas.microsoft.com/office/drawing/2014/main" id="{56ECE1AD-C8EE-4A86-87B2-FF3D4B95D00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4" name="Connector: Elbow 353">
                    <a:extLst>
                      <a:ext uri="{FF2B5EF4-FFF2-40B4-BE49-F238E27FC236}">
                        <a16:creationId xmlns:a16="http://schemas.microsoft.com/office/drawing/2014/main" id="{8D9713E4-145F-479E-A22B-88D5D9D98F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AB44C2AF-FF89-49A1-9DB6-D8EFF87DAD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51" name="Group 350">
                  <a:extLst>
                    <a:ext uri="{FF2B5EF4-FFF2-40B4-BE49-F238E27FC236}">
                      <a16:creationId xmlns:a16="http://schemas.microsoft.com/office/drawing/2014/main" id="{85779027-11B3-4903-A640-4ADBE325C04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52" name="Connector: Elbow 351">
                    <a:extLst>
                      <a:ext uri="{FF2B5EF4-FFF2-40B4-BE49-F238E27FC236}">
                        <a16:creationId xmlns:a16="http://schemas.microsoft.com/office/drawing/2014/main" id="{318F6C04-E031-446F-BC82-F829B9609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35DE0D46-7AB8-476C-88C2-3A8157920DB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216186EC-0DEA-4D6E-BDCD-C213C5025CEC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6E8CB1F7-C78C-433A-AB1D-BB2D0C8A960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31" name="Group 330">
                  <a:extLst>
                    <a:ext uri="{FF2B5EF4-FFF2-40B4-BE49-F238E27FC236}">
                      <a16:creationId xmlns:a16="http://schemas.microsoft.com/office/drawing/2014/main" id="{86775FE2-A3E7-48BA-ADE5-00C779A26A6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41" name="Connector: Elbow 340">
                    <a:extLst>
                      <a:ext uri="{FF2B5EF4-FFF2-40B4-BE49-F238E27FC236}">
                        <a16:creationId xmlns:a16="http://schemas.microsoft.com/office/drawing/2014/main" id="{6E441C70-32AE-449F-907D-CCBAA1336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2" name="Straight Connector 341">
                    <a:extLst>
                      <a:ext uri="{FF2B5EF4-FFF2-40B4-BE49-F238E27FC236}">
                        <a16:creationId xmlns:a16="http://schemas.microsoft.com/office/drawing/2014/main" id="{DC3DC614-0AC2-457C-8334-F6C3849B2B4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2" name="Group 331">
                  <a:extLst>
                    <a:ext uri="{FF2B5EF4-FFF2-40B4-BE49-F238E27FC236}">
                      <a16:creationId xmlns:a16="http://schemas.microsoft.com/office/drawing/2014/main" id="{BE790B46-867D-4F6E-956F-01CC309591F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9" name="Connector: Elbow 338">
                    <a:extLst>
                      <a:ext uri="{FF2B5EF4-FFF2-40B4-BE49-F238E27FC236}">
                        <a16:creationId xmlns:a16="http://schemas.microsoft.com/office/drawing/2014/main" id="{B35183CB-9A56-492F-AF7F-A0962A1D4B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31554D4F-6C81-46B7-A5F0-39C508A67E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3" name="Group 332">
                  <a:extLst>
                    <a:ext uri="{FF2B5EF4-FFF2-40B4-BE49-F238E27FC236}">
                      <a16:creationId xmlns:a16="http://schemas.microsoft.com/office/drawing/2014/main" id="{054EA1F4-7B4B-435C-803A-A61341B1B8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7" name="Connector: Elbow 336">
                    <a:extLst>
                      <a:ext uri="{FF2B5EF4-FFF2-40B4-BE49-F238E27FC236}">
                        <a16:creationId xmlns:a16="http://schemas.microsoft.com/office/drawing/2014/main" id="{2BD1D376-1EFD-4546-8040-DADCACE32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514CBDBC-D400-43BA-A967-6AFE8D1C8F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4" name="Group 333">
                  <a:extLst>
                    <a:ext uri="{FF2B5EF4-FFF2-40B4-BE49-F238E27FC236}">
                      <a16:creationId xmlns:a16="http://schemas.microsoft.com/office/drawing/2014/main" id="{D073D33C-CDC2-42FB-BD3E-B7846573495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35" name="Connector: Elbow 334">
                    <a:extLst>
                      <a:ext uri="{FF2B5EF4-FFF2-40B4-BE49-F238E27FC236}">
                        <a16:creationId xmlns:a16="http://schemas.microsoft.com/office/drawing/2014/main" id="{0C29D45F-589F-46FA-8C03-E90B08CCED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9AA2B336-791F-4E31-A8C4-DA623AAE95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D7AC4411-6F1E-4B85-9F19-14B4EEE7D779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19" name="Group 318">
                  <a:extLst>
                    <a:ext uri="{FF2B5EF4-FFF2-40B4-BE49-F238E27FC236}">
                      <a16:creationId xmlns:a16="http://schemas.microsoft.com/office/drawing/2014/main" id="{218B1F7D-3791-40FC-810E-5FD632D976E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9" name="Connector: Elbow 328">
                    <a:extLst>
                      <a:ext uri="{FF2B5EF4-FFF2-40B4-BE49-F238E27FC236}">
                        <a16:creationId xmlns:a16="http://schemas.microsoft.com/office/drawing/2014/main" id="{77F06147-59AE-4661-B5E6-92D15C0B73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B2D37554-1F55-430C-B3A0-8E3CB5CD78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40E7FCC5-F966-41D0-AAD1-6B6EBB7863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7" name="Connector: Elbow 326">
                    <a:extLst>
                      <a:ext uri="{FF2B5EF4-FFF2-40B4-BE49-F238E27FC236}">
                        <a16:creationId xmlns:a16="http://schemas.microsoft.com/office/drawing/2014/main" id="{0583955E-444A-4E28-888A-457E276FD1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B66B234C-25E3-4BAE-92E1-87660D87BC1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F5EF8945-D276-4D33-965A-2334ECD53F0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5" name="Connector: Elbow 324">
                    <a:extLst>
                      <a:ext uri="{FF2B5EF4-FFF2-40B4-BE49-F238E27FC236}">
                        <a16:creationId xmlns:a16="http://schemas.microsoft.com/office/drawing/2014/main" id="{D4DF00F5-5144-4519-A860-A02A835EFB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A3A107E5-5378-41B0-A526-77A67EA909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2" name="Group 321">
                  <a:extLst>
                    <a:ext uri="{FF2B5EF4-FFF2-40B4-BE49-F238E27FC236}">
                      <a16:creationId xmlns:a16="http://schemas.microsoft.com/office/drawing/2014/main" id="{DF266F8D-462E-4C82-9D31-C4603189217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3" name="Connector: Elbow 322">
                    <a:extLst>
                      <a:ext uri="{FF2B5EF4-FFF2-40B4-BE49-F238E27FC236}">
                        <a16:creationId xmlns:a16="http://schemas.microsoft.com/office/drawing/2014/main" id="{583FF457-BEC5-4EBC-AD4E-1CDE0503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EB1E33E5-EBFA-4C71-9D74-9F9FDC28B0F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50F522DF-29CA-47DE-AD12-C52333DCB31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307" name="Group 306">
                  <a:extLst>
                    <a:ext uri="{FF2B5EF4-FFF2-40B4-BE49-F238E27FC236}">
                      <a16:creationId xmlns:a16="http://schemas.microsoft.com/office/drawing/2014/main" id="{598A556A-C7C5-4FED-BAB8-8967C9E156D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7" name="Connector: Elbow 316">
                    <a:extLst>
                      <a:ext uri="{FF2B5EF4-FFF2-40B4-BE49-F238E27FC236}">
                        <a16:creationId xmlns:a16="http://schemas.microsoft.com/office/drawing/2014/main" id="{F7800DBB-8D9C-44BE-83F0-1D8A9949C0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41AE77F2-4F06-47F8-89DC-CA3A354BABD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8" name="Group 307">
                  <a:extLst>
                    <a:ext uri="{FF2B5EF4-FFF2-40B4-BE49-F238E27FC236}">
                      <a16:creationId xmlns:a16="http://schemas.microsoft.com/office/drawing/2014/main" id="{D7CBEB21-2701-4881-855F-8A8A66FC8C8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5" name="Connector: Elbow 314">
                    <a:extLst>
                      <a:ext uri="{FF2B5EF4-FFF2-40B4-BE49-F238E27FC236}">
                        <a16:creationId xmlns:a16="http://schemas.microsoft.com/office/drawing/2014/main" id="{266BD88C-3105-4673-A2AB-2E880FB88E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2EEECA2F-49D0-4582-9919-169D0274FE0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9" name="Group 308">
                  <a:extLst>
                    <a:ext uri="{FF2B5EF4-FFF2-40B4-BE49-F238E27FC236}">
                      <a16:creationId xmlns:a16="http://schemas.microsoft.com/office/drawing/2014/main" id="{432B6A1E-0BED-4413-873A-D6A48C6C5E0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3" name="Connector: Elbow 312">
                    <a:extLst>
                      <a:ext uri="{FF2B5EF4-FFF2-40B4-BE49-F238E27FC236}">
                        <a16:creationId xmlns:a16="http://schemas.microsoft.com/office/drawing/2014/main" id="{C9E97AE0-59C9-4655-9CFE-7F6536A7C6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E95528F4-ECA6-4797-9BFE-3FB527086C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0" name="Group 309">
                  <a:extLst>
                    <a:ext uri="{FF2B5EF4-FFF2-40B4-BE49-F238E27FC236}">
                      <a16:creationId xmlns:a16="http://schemas.microsoft.com/office/drawing/2014/main" id="{7D6FBDCE-A85F-4264-A821-2C3E5F4A105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11" name="Connector: Elbow 310">
                    <a:extLst>
                      <a:ext uri="{FF2B5EF4-FFF2-40B4-BE49-F238E27FC236}">
                        <a16:creationId xmlns:a16="http://schemas.microsoft.com/office/drawing/2014/main" id="{3D5587EF-C26C-4F1F-B892-38FF763AEB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BBCA6E38-9AAB-4E9D-9E4D-8A4B97384BD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1" name="Group 280">
                <a:extLst>
                  <a:ext uri="{FF2B5EF4-FFF2-40B4-BE49-F238E27FC236}">
                    <a16:creationId xmlns:a16="http://schemas.microsoft.com/office/drawing/2014/main" id="{5275CAA4-42EF-46FB-A336-0B07B06CE45C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95" name="Group 294">
                  <a:extLst>
                    <a:ext uri="{FF2B5EF4-FFF2-40B4-BE49-F238E27FC236}">
                      <a16:creationId xmlns:a16="http://schemas.microsoft.com/office/drawing/2014/main" id="{E489CF08-7A53-44EE-B788-036177C79E3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5" name="Connector: Elbow 304">
                    <a:extLst>
                      <a:ext uri="{FF2B5EF4-FFF2-40B4-BE49-F238E27FC236}">
                        <a16:creationId xmlns:a16="http://schemas.microsoft.com/office/drawing/2014/main" id="{11B5AB37-8476-4903-900B-4AFC64BAA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D3BB4A01-82BE-4D03-BB10-94F7D79409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6" name="Group 295">
                  <a:extLst>
                    <a:ext uri="{FF2B5EF4-FFF2-40B4-BE49-F238E27FC236}">
                      <a16:creationId xmlns:a16="http://schemas.microsoft.com/office/drawing/2014/main" id="{672CDD4B-25D2-4D91-B73B-E20EF56F0D9F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3" name="Connector: Elbow 302">
                    <a:extLst>
                      <a:ext uri="{FF2B5EF4-FFF2-40B4-BE49-F238E27FC236}">
                        <a16:creationId xmlns:a16="http://schemas.microsoft.com/office/drawing/2014/main" id="{50BE1B50-CF24-4C24-9181-2CC78ED14E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89D7AE4D-54D9-4239-9169-404A5AADAD4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7" name="Group 296">
                  <a:extLst>
                    <a:ext uri="{FF2B5EF4-FFF2-40B4-BE49-F238E27FC236}">
                      <a16:creationId xmlns:a16="http://schemas.microsoft.com/office/drawing/2014/main" id="{7E2EDDD0-436E-49F0-A83B-F04B9730900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01" name="Connector: Elbow 300">
                    <a:extLst>
                      <a:ext uri="{FF2B5EF4-FFF2-40B4-BE49-F238E27FC236}">
                        <a16:creationId xmlns:a16="http://schemas.microsoft.com/office/drawing/2014/main" id="{ECB85EB8-80E6-4822-8E62-4CC86AE8D7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C50B8AA2-F759-4F4B-A317-F4A67AED03A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8" name="Group 297">
                  <a:extLst>
                    <a:ext uri="{FF2B5EF4-FFF2-40B4-BE49-F238E27FC236}">
                      <a16:creationId xmlns:a16="http://schemas.microsoft.com/office/drawing/2014/main" id="{F510BD6B-DAD4-40B6-A995-DBBE22B6F48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9" name="Connector: Elbow 298">
                    <a:extLst>
                      <a:ext uri="{FF2B5EF4-FFF2-40B4-BE49-F238E27FC236}">
                        <a16:creationId xmlns:a16="http://schemas.microsoft.com/office/drawing/2014/main" id="{BEB1DBB7-7C6C-4F60-92C1-9531BCC8A3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DA60B41F-4160-4D6F-B6A4-27465F73F3D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25E2EA8D-5D74-4525-8183-BB7CED92B900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44CA7DA9-5A4D-42EC-97D3-1E6A9A0FD44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3" name="Connector: Elbow 292">
                    <a:extLst>
                      <a:ext uri="{FF2B5EF4-FFF2-40B4-BE49-F238E27FC236}">
                        <a16:creationId xmlns:a16="http://schemas.microsoft.com/office/drawing/2014/main" id="{43E4E2CF-248E-4D03-A272-E0739B20A1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B01E810A-36F5-4A97-83DA-4A99DA6F7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C075FC67-307D-46FF-86B0-71D49D5D17E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91" name="Connector: Elbow 290">
                    <a:extLst>
                      <a:ext uri="{FF2B5EF4-FFF2-40B4-BE49-F238E27FC236}">
                        <a16:creationId xmlns:a16="http://schemas.microsoft.com/office/drawing/2014/main" id="{5B737C15-6CDA-4160-A2B0-AEE99565A0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80258C5-B8FB-4AE2-AE00-1C4B67E840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5" name="Group 284">
                  <a:extLst>
                    <a:ext uri="{FF2B5EF4-FFF2-40B4-BE49-F238E27FC236}">
                      <a16:creationId xmlns:a16="http://schemas.microsoft.com/office/drawing/2014/main" id="{2B48E502-634C-4C78-A11C-D7B9AC62B3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9" name="Connector: Elbow 288">
                    <a:extLst>
                      <a:ext uri="{FF2B5EF4-FFF2-40B4-BE49-F238E27FC236}">
                        <a16:creationId xmlns:a16="http://schemas.microsoft.com/office/drawing/2014/main" id="{701501ED-A518-4E9B-89F8-4F7A7D6451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8E5724C9-B21F-4FCB-A2CC-E1F8E45192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6" name="Group 285">
                  <a:extLst>
                    <a:ext uri="{FF2B5EF4-FFF2-40B4-BE49-F238E27FC236}">
                      <a16:creationId xmlns:a16="http://schemas.microsoft.com/office/drawing/2014/main" id="{B6239EC1-6993-42B9-8131-E2B7A428A1B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87" name="Connector: Elbow 286">
                    <a:extLst>
                      <a:ext uri="{FF2B5EF4-FFF2-40B4-BE49-F238E27FC236}">
                        <a16:creationId xmlns:a16="http://schemas.microsoft.com/office/drawing/2014/main" id="{8CF61308-3BEE-4692-8015-2ACD54A2FB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ABB9641C-D913-4930-950F-9CD50417CF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F3A9BEDF-2B37-4B6A-8509-151DDFB0074A}"/>
              </a:ext>
            </a:extLst>
          </p:cNvPr>
          <p:cNvGrpSpPr/>
          <p:nvPr/>
        </p:nvGrpSpPr>
        <p:grpSpPr>
          <a:xfrm>
            <a:off x="112964" y="2461352"/>
            <a:ext cx="2060179" cy="534133"/>
            <a:chOff x="-804120" y="1491383"/>
            <a:chExt cx="2060179" cy="53413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/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𝐶𝑃𝑈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=80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4120" y="1491383"/>
                  <a:ext cx="2060179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187" r="-1484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/>
                <p:nvPr/>
              </p:nvSpPr>
              <p:spPr>
                <a:xfrm>
                  <a:off x="-416002" y="1686962"/>
                  <a:ext cx="167206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𝑃𝑊𝑀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b="0" dirty="0">
                    <a:solidFill>
                      <a:schemeClr val="tx1"/>
                    </a:solidFill>
                  </a:endParaRPr>
                </a:p>
                <a:p>
                  <a:pPr algn="r"/>
                  <a:endParaRPr lang="en-US" sz="11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6002" y="1686962"/>
                  <a:ext cx="1672061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1460" r="-18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1" y="2216221"/>
            <a:ext cx="3657599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CCC38FBA-D151-4BCA-9C85-FEFBA332A534}"/>
              </a:ext>
            </a:extLst>
          </p:cNvPr>
          <p:cNvGrpSpPr/>
          <p:nvPr/>
        </p:nvGrpSpPr>
        <p:grpSpPr>
          <a:xfrm>
            <a:off x="5967341" y="2216221"/>
            <a:ext cx="3657599" cy="650776"/>
            <a:chOff x="2084807" y="1205657"/>
            <a:chExt cx="3657599" cy="650776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6ACF80DB-F148-4D80-9159-BDDAC17B1272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F9D51F20-1621-4156-B068-18907292CFB5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73" name="Group 672">
                  <a:extLst>
                    <a:ext uri="{FF2B5EF4-FFF2-40B4-BE49-F238E27FC236}">
                      <a16:creationId xmlns:a16="http://schemas.microsoft.com/office/drawing/2014/main" id="{3DBA7957-A12F-4118-9AE4-F6551BC9953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3" name="Connector: Elbow 682">
                    <a:extLst>
                      <a:ext uri="{FF2B5EF4-FFF2-40B4-BE49-F238E27FC236}">
                        <a16:creationId xmlns:a16="http://schemas.microsoft.com/office/drawing/2014/main" id="{B24A8A08-6DA2-45A0-9077-14DF228AD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4" name="Straight Connector 683">
                    <a:extLst>
                      <a:ext uri="{FF2B5EF4-FFF2-40B4-BE49-F238E27FC236}">
                        <a16:creationId xmlns:a16="http://schemas.microsoft.com/office/drawing/2014/main" id="{6B305CC6-7946-4729-B860-8B04CD7BFE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4" name="Group 673">
                  <a:extLst>
                    <a:ext uri="{FF2B5EF4-FFF2-40B4-BE49-F238E27FC236}">
                      <a16:creationId xmlns:a16="http://schemas.microsoft.com/office/drawing/2014/main" id="{8EEE7811-633D-431D-82F3-BCC571640773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81" name="Connector: Elbow 680">
                    <a:extLst>
                      <a:ext uri="{FF2B5EF4-FFF2-40B4-BE49-F238E27FC236}">
                        <a16:creationId xmlns:a16="http://schemas.microsoft.com/office/drawing/2014/main" id="{7AFBF8C4-A105-4C0B-9DCD-9C1DA4EF5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2" name="Straight Connector 681">
                    <a:extLst>
                      <a:ext uri="{FF2B5EF4-FFF2-40B4-BE49-F238E27FC236}">
                        <a16:creationId xmlns:a16="http://schemas.microsoft.com/office/drawing/2014/main" id="{16AEB332-67E3-45A0-B2D3-711461D7E5E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5" name="Group 674">
                  <a:extLst>
                    <a:ext uri="{FF2B5EF4-FFF2-40B4-BE49-F238E27FC236}">
                      <a16:creationId xmlns:a16="http://schemas.microsoft.com/office/drawing/2014/main" id="{7AF0FCF8-B927-4AC8-BA77-27B3460E7AB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9" name="Connector: Elbow 678">
                    <a:extLst>
                      <a:ext uri="{FF2B5EF4-FFF2-40B4-BE49-F238E27FC236}">
                        <a16:creationId xmlns:a16="http://schemas.microsoft.com/office/drawing/2014/main" id="{521A7F32-B78A-42F4-B816-E60D6C9104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0" name="Straight Connector 679">
                    <a:extLst>
                      <a:ext uri="{FF2B5EF4-FFF2-40B4-BE49-F238E27FC236}">
                        <a16:creationId xmlns:a16="http://schemas.microsoft.com/office/drawing/2014/main" id="{BD715CF1-346C-497E-8117-46EDB1EB9C1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6" name="Group 675">
                  <a:extLst>
                    <a:ext uri="{FF2B5EF4-FFF2-40B4-BE49-F238E27FC236}">
                      <a16:creationId xmlns:a16="http://schemas.microsoft.com/office/drawing/2014/main" id="{BF62CA58-E9B6-4009-AA9A-27349764DD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7" name="Connector: Elbow 676">
                    <a:extLst>
                      <a:ext uri="{FF2B5EF4-FFF2-40B4-BE49-F238E27FC236}">
                        <a16:creationId xmlns:a16="http://schemas.microsoft.com/office/drawing/2014/main" id="{2F039D7D-CEA8-48F8-A443-69854C818C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8" name="Straight Connector 677">
                    <a:extLst>
                      <a:ext uri="{FF2B5EF4-FFF2-40B4-BE49-F238E27FC236}">
                        <a16:creationId xmlns:a16="http://schemas.microsoft.com/office/drawing/2014/main" id="{D7735387-2A78-468C-8A3F-21C34A59F43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FD316E05-4DB6-4FAC-B7BD-E8D91248A77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61" name="Group 660">
                  <a:extLst>
                    <a:ext uri="{FF2B5EF4-FFF2-40B4-BE49-F238E27FC236}">
                      <a16:creationId xmlns:a16="http://schemas.microsoft.com/office/drawing/2014/main" id="{9234F852-F177-4FCB-A4D6-EB6317850AF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1" name="Connector: Elbow 670">
                    <a:extLst>
                      <a:ext uri="{FF2B5EF4-FFF2-40B4-BE49-F238E27FC236}">
                        <a16:creationId xmlns:a16="http://schemas.microsoft.com/office/drawing/2014/main" id="{89D6EC23-55DC-4616-8762-69AA0BF02B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2" name="Straight Connector 671">
                    <a:extLst>
                      <a:ext uri="{FF2B5EF4-FFF2-40B4-BE49-F238E27FC236}">
                        <a16:creationId xmlns:a16="http://schemas.microsoft.com/office/drawing/2014/main" id="{DA1122D0-FD78-439A-A0A7-38E53335791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2" name="Group 661">
                  <a:extLst>
                    <a:ext uri="{FF2B5EF4-FFF2-40B4-BE49-F238E27FC236}">
                      <a16:creationId xmlns:a16="http://schemas.microsoft.com/office/drawing/2014/main" id="{2848DBA9-32ED-4812-B655-69520EE9A10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9" name="Connector: Elbow 668">
                    <a:extLst>
                      <a:ext uri="{FF2B5EF4-FFF2-40B4-BE49-F238E27FC236}">
                        <a16:creationId xmlns:a16="http://schemas.microsoft.com/office/drawing/2014/main" id="{5A1DA099-7705-4AC0-B749-F4453600A1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0" name="Straight Connector 669">
                    <a:extLst>
                      <a:ext uri="{FF2B5EF4-FFF2-40B4-BE49-F238E27FC236}">
                        <a16:creationId xmlns:a16="http://schemas.microsoft.com/office/drawing/2014/main" id="{7DB67263-985F-4DC5-BB5A-EB980A86CF2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3" name="Group 662">
                  <a:extLst>
                    <a:ext uri="{FF2B5EF4-FFF2-40B4-BE49-F238E27FC236}">
                      <a16:creationId xmlns:a16="http://schemas.microsoft.com/office/drawing/2014/main" id="{6F0E9F0D-3ECF-47F8-BA5A-CD1699566FC8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7" name="Connector: Elbow 666">
                    <a:extLst>
                      <a:ext uri="{FF2B5EF4-FFF2-40B4-BE49-F238E27FC236}">
                        <a16:creationId xmlns:a16="http://schemas.microsoft.com/office/drawing/2014/main" id="{BE3035E2-396C-44CA-A645-0BDCAF45F4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8" name="Straight Connector 667">
                    <a:extLst>
                      <a:ext uri="{FF2B5EF4-FFF2-40B4-BE49-F238E27FC236}">
                        <a16:creationId xmlns:a16="http://schemas.microsoft.com/office/drawing/2014/main" id="{F793C0B9-E2A5-44F6-A38F-36BB70478C2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4" name="Group 663">
                  <a:extLst>
                    <a:ext uri="{FF2B5EF4-FFF2-40B4-BE49-F238E27FC236}">
                      <a16:creationId xmlns:a16="http://schemas.microsoft.com/office/drawing/2014/main" id="{A3A95BEE-8267-4F14-A7CF-CB972288827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65" name="Connector: Elbow 664">
                    <a:extLst>
                      <a:ext uri="{FF2B5EF4-FFF2-40B4-BE49-F238E27FC236}">
                        <a16:creationId xmlns:a16="http://schemas.microsoft.com/office/drawing/2014/main" id="{BE01B659-C842-4F36-95AC-B08CC95A3D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6" name="Straight Connector 665">
                    <a:extLst>
                      <a:ext uri="{FF2B5EF4-FFF2-40B4-BE49-F238E27FC236}">
                        <a16:creationId xmlns:a16="http://schemas.microsoft.com/office/drawing/2014/main" id="{EC38AEA1-9F80-4C65-B4FC-2F182B9792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39A2245F-2C3B-47B7-9C01-613868CB2E3D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49" name="Group 648">
                  <a:extLst>
                    <a:ext uri="{FF2B5EF4-FFF2-40B4-BE49-F238E27FC236}">
                      <a16:creationId xmlns:a16="http://schemas.microsoft.com/office/drawing/2014/main" id="{8BD9E66B-9B31-4445-B2A6-908FFAFB5A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9" name="Connector: Elbow 658">
                    <a:extLst>
                      <a:ext uri="{FF2B5EF4-FFF2-40B4-BE49-F238E27FC236}">
                        <a16:creationId xmlns:a16="http://schemas.microsoft.com/office/drawing/2014/main" id="{07E44277-3A62-4D2F-B05D-4C6157326A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0" name="Straight Connector 659">
                    <a:extLst>
                      <a:ext uri="{FF2B5EF4-FFF2-40B4-BE49-F238E27FC236}">
                        <a16:creationId xmlns:a16="http://schemas.microsoft.com/office/drawing/2014/main" id="{F1F9C1F6-98B0-4CF7-BD9E-140BFA541BA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0" name="Group 649">
                  <a:extLst>
                    <a:ext uri="{FF2B5EF4-FFF2-40B4-BE49-F238E27FC236}">
                      <a16:creationId xmlns:a16="http://schemas.microsoft.com/office/drawing/2014/main" id="{11A689EA-67E5-47FD-BBC1-9547C320907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7" name="Connector: Elbow 656">
                    <a:extLst>
                      <a:ext uri="{FF2B5EF4-FFF2-40B4-BE49-F238E27FC236}">
                        <a16:creationId xmlns:a16="http://schemas.microsoft.com/office/drawing/2014/main" id="{92A69E9A-8E9A-485A-AC2B-28FECD382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8" name="Straight Connector 657">
                    <a:extLst>
                      <a:ext uri="{FF2B5EF4-FFF2-40B4-BE49-F238E27FC236}">
                        <a16:creationId xmlns:a16="http://schemas.microsoft.com/office/drawing/2014/main" id="{6D4A2AC8-C769-43CC-BC79-375A5B80932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1" name="Group 650">
                  <a:extLst>
                    <a:ext uri="{FF2B5EF4-FFF2-40B4-BE49-F238E27FC236}">
                      <a16:creationId xmlns:a16="http://schemas.microsoft.com/office/drawing/2014/main" id="{3881E10B-41CC-4A53-B07A-6EA9AC351C7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5" name="Connector: Elbow 654">
                    <a:extLst>
                      <a:ext uri="{FF2B5EF4-FFF2-40B4-BE49-F238E27FC236}">
                        <a16:creationId xmlns:a16="http://schemas.microsoft.com/office/drawing/2014/main" id="{3B51EB62-A023-4EA1-92C6-F177FE47A6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6" name="Straight Connector 655">
                    <a:extLst>
                      <a:ext uri="{FF2B5EF4-FFF2-40B4-BE49-F238E27FC236}">
                        <a16:creationId xmlns:a16="http://schemas.microsoft.com/office/drawing/2014/main" id="{9664B498-0608-462B-A346-A6FCDC8394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2" name="Group 651">
                  <a:extLst>
                    <a:ext uri="{FF2B5EF4-FFF2-40B4-BE49-F238E27FC236}">
                      <a16:creationId xmlns:a16="http://schemas.microsoft.com/office/drawing/2014/main" id="{D0C3F917-4D0C-4DC7-8448-F036CE87A44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3" name="Connector: Elbow 652">
                    <a:extLst>
                      <a:ext uri="{FF2B5EF4-FFF2-40B4-BE49-F238E27FC236}">
                        <a16:creationId xmlns:a16="http://schemas.microsoft.com/office/drawing/2014/main" id="{C15D3334-2B4A-44D0-BAF6-EEBB1403B0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4" name="Straight Connector 653">
                    <a:extLst>
                      <a:ext uri="{FF2B5EF4-FFF2-40B4-BE49-F238E27FC236}">
                        <a16:creationId xmlns:a16="http://schemas.microsoft.com/office/drawing/2014/main" id="{AEDD79E1-6157-4FE4-BABA-A4230572BA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5F923C38-4ED1-43FC-AE7F-76E9E0123E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37" name="Group 636">
                  <a:extLst>
                    <a:ext uri="{FF2B5EF4-FFF2-40B4-BE49-F238E27FC236}">
                      <a16:creationId xmlns:a16="http://schemas.microsoft.com/office/drawing/2014/main" id="{FA256727-697D-4392-8ED5-48E356CF4EF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7" name="Connector: Elbow 646">
                    <a:extLst>
                      <a:ext uri="{FF2B5EF4-FFF2-40B4-BE49-F238E27FC236}">
                        <a16:creationId xmlns:a16="http://schemas.microsoft.com/office/drawing/2014/main" id="{464F0E5D-9AD9-429C-B200-DA3A70D19B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8" name="Straight Connector 647">
                    <a:extLst>
                      <a:ext uri="{FF2B5EF4-FFF2-40B4-BE49-F238E27FC236}">
                        <a16:creationId xmlns:a16="http://schemas.microsoft.com/office/drawing/2014/main" id="{8CA47A89-766A-4062-99F6-2B9D3506B54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8" name="Group 637">
                  <a:extLst>
                    <a:ext uri="{FF2B5EF4-FFF2-40B4-BE49-F238E27FC236}">
                      <a16:creationId xmlns:a16="http://schemas.microsoft.com/office/drawing/2014/main" id="{BBE5BD5F-2219-4AD5-AE72-26585344A3A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5" name="Connector: Elbow 644">
                    <a:extLst>
                      <a:ext uri="{FF2B5EF4-FFF2-40B4-BE49-F238E27FC236}">
                        <a16:creationId xmlns:a16="http://schemas.microsoft.com/office/drawing/2014/main" id="{62E11E9D-5D7A-45D0-A6C4-847D6EEE1E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6" name="Straight Connector 645">
                    <a:extLst>
                      <a:ext uri="{FF2B5EF4-FFF2-40B4-BE49-F238E27FC236}">
                        <a16:creationId xmlns:a16="http://schemas.microsoft.com/office/drawing/2014/main" id="{9083A434-CF89-4F91-B83C-1945F76DD7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9" name="Group 638">
                  <a:extLst>
                    <a:ext uri="{FF2B5EF4-FFF2-40B4-BE49-F238E27FC236}">
                      <a16:creationId xmlns:a16="http://schemas.microsoft.com/office/drawing/2014/main" id="{DA067C81-E4C5-458A-A924-D7D7A8FB1D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3" name="Connector: Elbow 642">
                    <a:extLst>
                      <a:ext uri="{FF2B5EF4-FFF2-40B4-BE49-F238E27FC236}">
                        <a16:creationId xmlns:a16="http://schemas.microsoft.com/office/drawing/2014/main" id="{BA3C537F-EF7C-4511-9B66-141DE07369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4" name="Straight Connector 643">
                    <a:extLst>
                      <a:ext uri="{FF2B5EF4-FFF2-40B4-BE49-F238E27FC236}">
                        <a16:creationId xmlns:a16="http://schemas.microsoft.com/office/drawing/2014/main" id="{325388B7-48C9-4218-BDED-67BD16263F4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0" name="Group 639">
                  <a:extLst>
                    <a:ext uri="{FF2B5EF4-FFF2-40B4-BE49-F238E27FC236}">
                      <a16:creationId xmlns:a16="http://schemas.microsoft.com/office/drawing/2014/main" id="{D5B6A6CB-659C-4F9D-8311-63F33FA67C7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41" name="Connector: Elbow 640">
                    <a:extLst>
                      <a:ext uri="{FF2B5EF4-FFF2-40B4-BE49-F238E27FC236}">
                        <a16:creationId xmlns:a16="http://schemas.microsoft.com/office/drawing/2014/main" id="{3FF3B15E-EEE5-415A-9A0E-DA5A322543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2" name="Straight Connector 641">
                    <a:extLst>
                      <a:ext uri="{FF2B5EF4-FFF2-40B4-BE49-F238E27FC236}">
                        <a16:creationId xmlns:a16="http://schemas.microsoft.com/office/drawing/2014/main" id="{BC7AF1DB-FE49-4D50-9AEF-79F83FBD823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6AD5AFF7-A266-4BF7-892D-CD7293E9D026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25" name="Group 624">
                  <a:extLst>
                    <a:ext uri="{FF2B5EF4-FFF2-40B4-BE49-F238E27FC236}">
                      <a16:creationId xmlns:a16="http://schemas.microsoft.com/office/drawing/2014/main" id="{0E31C050-D756-44A3-A071-797E15A4232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5" name="Connector: Elbow 634">
                    <a:extLst>
                      <a:ext uri="{FF2B5EF4-FFF2-40B4-BE49-F238E27FC236}">
                        <a16:creationId xmlns:a16="http://schemas.microsoft.com/office/drawing/2014/main" id="{B1A52B3A-9FAF-4409-AC54-67F2B5BEA5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6" name="Straight Connector 635">
                    <a:extLst>
                      <a:ext uri="{FF2B5EF4-FFF2-40B4-BE49-F238E27FC236}">
                        <a16:creationId xmlns:a16="http://schemas.microsoft.com/office/drawing/2014/main" id="{F3ED1180-8C9B-43BF-8D55-EA7BC7B6D20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6" name="Group 625">
                  <a:extLst>
                    <a:ext uri="{FF2B5EF4-FFF2-40B4-BE49-F238E27FC236}">
                      <a16:creationId xmlns:a16="http://schemas.microsoft.com/office/drawing/2014/main" id="{A3ADD678-CF83-4DD9-BA87-7B18DCA8D89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3" name="Connector: Elbow 632">
                    <a:extLst>
                      <a:ext uri="{FF2B5EF4-FFF2-40B4-BE49-F238E27FC236}">
                        <a16:creationId xmlns:a16="http://schemas.microsoft.com/office/drawing/2014/main" id="{FFB0422F-4062-4AF9-ADCA-23362CEA27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4" name="Straight Connector 633">
                    <a:extLst>
                      <a:ext uri="{FF2B5EF4-FFF2-40B4-BE49-F238E27FC236}">
                        <a16:creationId xmlns:a16="http://schemas.microsoft.com/office/drawing/2014/main" id="{425720EA-909C-41BD-8355-B0952116F6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7" name="Group 626">
                  <a:extLst>
                    <a:ext uri="{FF2B5EF4-FFF2-40B4-BE49-F238E27FC236}">
                      <a16:creationId xmlns:a16="http://schemas.microsoft.com/office/drawing/2014/main" id="{AC8AECC6-09A4-4B37-8866-BE442AA7923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31" name="Connector: Elbow 630">
                    <a:extLst>
                      <a:ext uri="{FF2B5EF4-FFF2-40B4-BE49-F238E27FC236}">
                        <a16:creationId xmlns:a16="http://schemas.microsoft.com/office/drawing/2014/main" id="{2A4E22B1-4D05-4C51-BE2B-09568ECFFB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2" name="Straight Connector 631">
                    <a:extLst>
                      <a:ext uri="{FF2B5EF4-FFF2-40B4-BE49-F238E27FC236}">
                        <a16:creationId xmlns:a16="http://schemas.microsoft.com/office/drawing/2014/main" id="{02D84DCA-7EEF-45DF-A388-94C32CAC8B9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8" name="Group 627">
                  <a:extLst>
                    <a:ext uri="{FF2B5EF4-FFF2-40B4-BE49-F238E27FC236}">
                      <a16:creationId xmlns:a16="http://schemas.microsoft.com/office/drawing/2014/main" id="{F383EEB0-A8C4-4678-A0EC-C838751B28E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29" name="Connector: Elbow 628">
                    <a:extLst>
                      <a:ext uri="{FF2B5EF4-FFF2-40B4-BE49-F238E27FC236}">
                        <a16:creationId xmlns:a16="http://schemas.microsoft.com/office/drawing/2014/main" id="{439AC204-B8B2-407B-AD55-DB14ADE484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0" name="Straight Connector 629">
                    <a:extLst>
                      <a:ext uri="{FF2B5EF4-FFF2-40B4-BE49-F238E27FC236}">
                        <a16:creationId xmlns:a16="http://schemas.microsoft.com/office/drawing/2014/main" id="{FE6EE4EB-5F0B-4C9D-8612-257389600B6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FB8B3885-F33C-41A8-8837-E48E03745310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555" name="Group 554">
                <a:extLst>
                  <a:ext uri="{FF2B5EF4-FFF2-40B4-BE49-F238E27FC236}">
                    <a16:creationId xmlns:a16="http://schemas.microsoft.com/office/drawing/2014/main" id="{A830EC6C-1666-43B0-88F1-B60A515F62F1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5DD02D0A-3552-4529-B035-7862C374931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8" name="Connector: Elbow 617">
                    <a:extLst>
                      <a:ext uri="{FF2B5EF4-FFF2-40B4-BE49-F238E27FC236}">
                        <a16:creationId xmlns:a16="http://schemas.microsoft.com/office/drawing/2014/main" id="{B0389263-9D45-4700-A527-2E01A720A0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9" name="Straight Connector 618">
                    <a:extLst>
                      <a:ext uri="{FF2B5EF4-FFF2-40B4-BE49-F238E27FC236}">
                        <a16:creationId xmlns:a16="http://schemas.microsoft.com/office/drawing/2014/main" id="{0F465F80-C6E7-4494-BA65-405BBB22C9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ED71F869-D350-4E7C-8C26-D53FCB2FD2E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6" name="Connector: Elbow 615">
                    <a:extLst>
                      <a:ext uri="{FF2B5EF4-FFF2-40B4-BE49-F238E27FC236}">
                        <a16:creationId xmlns:a16="http://schemas.microsoft.com/office/drawing/2014/main" id="{3A28A0D9-80EE-4842-A43F-3917D1E779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7" name="Straight Connector 616">
                    <a:extLst>
                      <a:ext uri="{FF2B5EF4-FFF2-40B4-BE49-F238E27FC236}">
                        <a16:creationId xmlns:a16="http://schemas.microsoft.com/office/drawing/2014/main" id="{5F3B8C9E-176B-4BBA-8711-DACA71162DB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A86E9FED-5BE6-4B2E-B0AF-D5693A05A5B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4" name="Connector: Elbow 613">
                    <a:extLst>
                      <a:ext uri="{FF2B5EF4-FFF2-40B4-BE49-F238E27FC236}">
                        <a16:creationId xmlns:a16="http://schemas.microsoft.com/office/drawing/2014/main" id="{26DF014F-AAE0-4F21-89AA-9B7E5183A3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5" name="Straight Connector 614">
                    <a:extLst>
                      <a:ext uri="{FF2B5EF4-FFF2-40B4-BE49-F238E27FC236}">
                        <a16:creationId xmlns:a16="http://schemas.microsoft.com/office/drawing/2014/main" id="{650A9C52-CC42-4536-8D57-784B3C0E606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1" name="Group 610">
                  <a:extLst>
                    <a:ext uri="{FF2B5EF4-FFF2-40B4-BE49-F238E27FC236}">
                      <a16:creationId xmlns:a16="http://schemas.microsoft.com/office/drawing/2014/main" id="{B772A988-1462-4868-882E-0B61167C7D6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12" name="Connector: Elbow 611">
                    <a:extLst>
                      <a:ext uri="{FF2B5EF4-FFF2-40B4-BE49-F238E27FC236}">
                        <a16:creationId xmlns:a16="http://schemas.microsoft.com/office/drawing/2014/main" id="{87C32B93-D2B9-44EC-AC0C-DF6850CD50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Straight Connector 612">
                    <a:extLst>
                      <a:ext uri="{FF2B5EF4-FFF2-40B4-BE49-F238E27FC236}">
                        <a16:creationId xmlns:a16="http://schemas.microsoft.com/office/drawing/2014/main" id="{442EA8F6-0E5C-4571-ABFE-A7B4DF49C9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6" name="Group 555">
                <a:extLst>
                  <a:ext uri="{FF2B5EF4-FFF2-40B4-BE49-F238E27FC236}">
                    <a16:creationId xmlns:a16="http://schemas.microsoft.com/office/drawing/2014/main" id="{068CA52F-B03F-4FD0-A214-040C798D922C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CF2147E7-E1E2-46F3-8C4E-5E6A9FFA525C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6" name="Connector: Elbow 605">
                    <a:extLst>
                      <a:ext uri="{FF2B5EF4-FFF2-40B4-BE49-F238E27FC236}">
                        <a16:creationId xmlns:a16="http://schemas.microsoft.com/office/drawing/2014/main" id="{172774CC-95C9-4315-B60A-1B2F83A9F5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7" name="Straight Connector 606">
                    <a:extLst>
                      <a:ext uri="{FF2B5EF4-FFF2-40B4-BE49-F238E27FC236}">
                        <a16:creationId xmlns:a16="http://schemas.microsoft.com/office/drawing/2014/main" id="{32381FE6-12BF-4709-9A99-A502BD6B67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E0445596-0ACE-4A3C-B888-6C151AD2A24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4" name="Connector: Elbow 603">
                    <a:extLst>
                      <a:ext uri="{FF2B5EF4-FFF2-40B4-BE49-F238E27FC236}">
                        <a16:creationId xmlns:a16="http://schemas.microsoft.com/office/drawing/2014/main" id="{555DCA10-6A4B-4229-8D1B-67854AB4D1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5" name="Straight Connector 604">
                    <a:extLst>
                      <a:ext uri="{FF2B5EF4-FFF2-40B4-BE49-F238E27FC236}">
                        <a16:creationId xmlns:a16="http://schemas.microsoft.com/office/drawing/2014/main" id="{A72EA1DB-3060-4597-B200-20185ECB9AF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8" name="Group 597">
                  <a:extLst>
                    <a:ext uri="{FF2B5EF4-FFF2-40B4-BE49-F238E27FC236}">
                      <a16:creationId xmlns:a16="http://schemas.microsoft.com/office/drawing/2014/main" id="{F79B4C40-AA3D-429D-B176-4DA7BCE5972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2" name="Connector: Elbow 601">
                    <a:extLst>
                      <a:ext uri="{FF2B5EF4-FFF2-40B4-BE49-F238E27FC236}">
                        <a16:creationId xmlns:a16="http://schemas.microsoft.com/office/drawing/2014/main" id="{A5FA506E-2252-477D-B794-A7550567973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3" name="Straight Connector 602">
                    <a:extLst>
                      <a:ext uri="{FF2B5EF4-FFF2-40B4-BE49-F238E27FC236}">
                        <a16:creationId xmlns:a16="http://schemas.microsoft.com/office/drawing/2014/main" id="{73BD7470-3218-44DD-BA2A-1D8277B767F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9" name="Group 598">
                  <a:extLst>
                    <a:ext uri="{FF2B5EF4-FFF2-40B4-BE49-F238E27FC236}">
                      <a16:creationId xmlns:a16="http://schemas.microsoft.com/office/drawing/2014/main" id="{922471AA-8D27-4822-90C2-4CA7FA992527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00" name="Connector: Elbow 599">
                    <a:extLst>
                      <a:ext uri="{FF2B5EF4-FFF2-40B4-BE49-F238E27FC236}">
                        <a16:creationId xmlns:a16="http://schemas.microsoft.com/office/drawing/2014/main" id="{12C9F896-C3E9-46DE-9AFD-CB7CC6E0E6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Straight Connector 600">
                    <a:extLst>
                      <a:ext uri="{FF2B5EF4-FFF2-40B4-BE49-F238E27FC236}">
                        <a16:creationId xmlns:a16="http://schemas.microsoft.com/office/drawing/2014/main" id="{8F1F2323-5564-4A9E-A844-E7231ACA5DA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1FA09771-1E9A-4DE6-BCB3-150955D00525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F4C22B63-5AD9-4CC5-8E46-EE989C6CA98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4" name="Connector: Elbow 593">
                    <a:extLst>
                      <a:ext uri="{FF2B5EF4-FFF2-40B4-BE49-F238E27FC236}">
                        <a16:creationId xmlns:a16="http://schemas.microsoft.com/office/drawing/2014/main" id="{122CDB44-C58E-4BA5-B0E4-9D51D0F2FE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Straight Connector 594">
                    <a:extLst>
                      <a:ext uri="{FF2B5EF4-FFF2-40B4-BE49-F238E27FC236}">
                        <a16:creationId xmlns:a16="http://schemas.microsoft.com/office/drawing/2014/main" id="{3C2B85A2-2DF9-4B3A-AEE6-7698BAB95B4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9B9F9173-E1EA-4820-ABF4-2116D45B62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2" name="Connector: Elbow 591">
                    <a:extLst>
                      <a:ext uri="{FF2B5EF4-FFF2-40B4-BE49-F238E27FC236}">
                        <a16:creationId xmlns:a16="http://schemas.microsoft.com/office/drawing/2014/main" id="{B111D7E9-B10B-47B0-9736-0A8ABE5CEA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Straight Connector 592">
                    <a:extLst>
                      <a:ext uri="{FF2B5EF4-FFF2-40B4-BE49-F238E27FC236}">
                        <a16:creationId xmlns:a16="http://schemas.microsoft.com/office/drawing/2014/main" id="{3494356F-2748-4283-8768-861C431AD31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Group 585">
                  <a:extLst>
                    <a:ext uri="{FF2B5EF4-FFF2-40B4-BE49-F238E27FC236}">
                      <a16:creationId xmlns:a16="http://schemas.microsoft.com/office/drawing/2014/main" id="{72DEBB87-9321-4D4D-8571-7B4F93A14D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90" name="Connector: Elbow 589">
                    <a:extLst>
                      <a:ext uri="{FF2B5EF4-FFF2-40B4-BE49-F238E27FC236}">
                        <a16:creationId xmlns:a16="http://schemas.microsoft.com/office/drawing/2014/main" id="{B89D2158-96AB-4068-98AE-A99349D280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Straight Connector 590">
                    <a:extLst>
                      <a:ext uri="{FF2B5EF4-FFF2-40B4-BE49-F238E27FC236}">
                        <a16:creationId xmlns:a16="http://schemas.microsoft.com/office/drawing/2014/main" id="{F9E00CF9-A2D0-4907-B1F2-A88B6710916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7" name="Group 586">
                  <a:extLst>
                    <a:ext uri="{FF2B5EF4-FFF2-40B4-BE49-F238E27FC236}">
                      <a16:creationId xmlns:a16="http://schemas.microsoft.com/office/drawing/2014/main" id="{A61021EF-1D4F-439C-9C27-D8BC3934460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8" name="Connector: Elbow 587">
                    <a:extLst>
                      <a:ext uri="{FF2B5EF4-FFF2-40B4-BE49-F238E27FC236}">
                        <a16:creationId xmlns:a16="http://schemas.microsoft.com/office/drawing/2014/main" id="{CD16B919-7043-47CE-AD91-43F35F2024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9" name="Straight Connector 588">
                    <a:extLst>
                      <a:ext uri="{FF2B5EF4-FFF2-40B4-BE49-F238E27FC236}">
                        <a16:creationId xmlns:a16="http://schemas.microsoft.com/office/drawing/2014/main" id="{450B926A-09DD-4D04-B6E6-95DC9917F0D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8" name="Group 557">
                <a:extLst>
                  <a:ext uri="{FF2B5EF4-FFF2-40B4-BE49-F238E27FC236}">
                    <a16:creationId xmlns:a16="http://schemas.microsoft.com/office/drawing/2014/main" id="{540C8BFC-8E22-4111-A83F-FD0462B89A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1F410456-8DA3-4921-BC9E-455698847B0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2" name="Connector: Elbow 581">
                    <a:extLst>
                      <a:ext uri="{FF2B5EF4-FFF2-40B4-BE49-F238E27FC236}">
                        <a16:creationId xmlns:a16="http://schemas.microsoft.com/office/drawing/2014/main" id="{7F068AF3-D161-4CC6-ABF6-BD40F087C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Straight Connector 582">
                    <a:extLst>
                      <a:ext uri="{FF2B5EF4-FFF2-40B4-BE49-F238E27FC236}">
                        <a16:creationId xmlns:a16="http://schemas.microsoft.com/office/drawing/2014/main" id="{F05BD3B5-D832-4641-9902-523BE6DD24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8641D308-78AD-40BE-ACD7-46AE5D203F0C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80" name="Connector: Elbow 579">
                    <a:extLst>
                      <a:ext uri="{FF2B5EF4-FFF2-40B4-BE49-F238E27FC236}">
                        <a16:creationId xmlns:a16="http://schemas.microsoft.com/office/drawing/2014/main" id="{F2699617-A461-471E-A4BB-355218EABB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Straight Connector 580">
                    <a:extLst>
                      <a:ext uri="{FF2B5EF4-FFF2-40B4-BE49-F238E27FC236}">
                        <a16:creationId xmlns:a16="http://schemas.microsoft.com/office/drawing/2014/main" id="{B273A545-D95B-4F9A-9EFE-E52158051B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4" name="Group 573">
                  <a:extLst>
                    <a:ext uri="{FF2B5EF4-FFF2-40B4-BE49-F238E27FC236}">
                      <a16:creationId xmlns:a16="http://schemas.microsoft.com/office/drawing/2014/main" id="{B13FAC04-087B-4D3A-B3C7-4ECEF91EAA56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8" name="Connector: Elbow 577">
                    <a:extLst>
                      <a:ext uri="{FF2B5EF4-FFF2-40B4-BE49-F238E27FC236}">
                        <a16:creationId xmlns:a16="http://schemas.microsoft.com/office/drawing/2014/main" id="{0663D960-DB97-4CEE-AA60-9523FFBE73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Straight Connector 578">
                    <a:extLst>
                      <a:ext uri="{FF2B5EF4-FFF2-40B4-BE49-F238E27FC236}">
                        <a16:creationId xmlns:a16="http://schemas.microsoft.com/office/drawing/2014/main" id="{CDB19A40-DD48-4632-8091-841A7C96EF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5" name="Group 574">
                  <a:extLst>
                    <a:ext uri="{FF2B5EF4-FFF2-40B4-BE49-F238E27FC236}">
                      <a16:creationId xmlns:a16="http://schemas.microsoft.com/office/drawing/2014/main" id="{AC8DDA03-001D-4BC9-BE92-56D4CE08BF14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6" name="Connector: Elbow 575">
                    <a:extLst>
                      <a:ext uri="{FF2B5EF4-FFF2-40B4-BE49-F238E27FC236}">
                        <a16:creationId xmlns:a16="http://schemas.microsoft.com/office/drawing/2014/main" id="{800EED96-7B09-496F-8A1B-CDB0A87866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7" name="Straight Connector 576">
                    <a:extLst>
                      <a:ext uri="{FF2B5EF4-FFF2-40B4-BE49-F238E27FC236}">
                        <a16:creationId xmlns:a16="http://schemas.microsoft.com/office/drawing/2014/main" id="{87ACDC00-B110-4760-A86A-6E10941953A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559" name="Group 558">
                <a:extLst>
                  <a:ext uri="{FF2B5EF4-FFF2-40B4-BE49-F238E27FC236}">
                    <a16:creationId xmlns:a16="http://schemas.microsoft.com/office/drawing/2014/main" id="{2A91A857-939E-4CA7-B366-2DDA2798754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F84A8FAE-2C00-4B8D-AFB4-8E7F89B244D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70" name="Connector: Elbow 569">
                    <a:extLst>
                      <a:ext uri="{FF2B5EF4-FFF2-40B4-BE49-F238E27FC236}">
                        <a16:creationId xmlns:a16="http://schemas.microsoft.com/office/drawing/2014/main" id="{1FF44409-D5D1-472E-B618-B620DA37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1" name="Straight Connector 570">
                    <a:extLst>
                      <a:ext uri="{FF2B5EF4-FFF2-40B4-BE49-F238E27FC236}">
                        <a16:creationId xmlns:a16="http://schemas.microsoft.com/office/drawing/2014/main" id="{32D5470C-D112-4D67-AD78-49F2FB0FB0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96565D96-D3E5-4FDD-87B6-6844EB55171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8" name="Connector: Elbow 567">
                    <a:extLst>
                      <a:ext uri="{FF2B5EF4-FFF2-40B4-BE49-F238E27FC236}">
                        <a16:creationId xmlns:a16="http://schemas.microsoft.com/office/drawing/2014/main" id="{30308CB8-62B9-4D4A-9850-FC1F81AA6D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9" name="Straight Connector 568">
                    <a:extLst>
                      <a:ext uri="{FF2B5EF4-FFF2-40B4-BE49-F238E27FC236}">
                        <a16:creationId xmlns:a16="http://schemas.microsoft.com/office/drawing/2014/main" id="{C2F8FED9-116A-4DD3-AA3E-584709B198C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2" name="Group 561">
                  <a:extLst>
                    <a:ext uri="{FF2B5EF4-FFF2-40B4-BE49-F238E27FC236}">
                      <a16:creationId xmlns:a16="http://schemas.microsoft.com/office/drawing/2014/main" id="{A2C3BC4E-8EF6-43FC-8985-DDF2B8DEC3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6" name="Connector: Elbow 565">
                    <a:extLst>
                      <a:ext uri="{FF2B5EF4-FFF2-40B4-BE49-F238E27FC236}">
                        <a16:creationId xmlns:a16="http://schemas.microsoft.com/office/drawing/2014/main" id="{52D2751D-2BB9-4F20-958B-3F41140DBC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7" name="Straight Connector 566">
                    <a:extLst>
                      <a:ext uri="{FF2B5EF4-FFF2-40B4-BE49-F238E27FC236}">
                        <a16:creationId xmlns:a16="http://schemas.microsoft.com/office/drawing/2014/main" id="{35F8CE98-047F-4A7A-B46F-77E98098BC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3" name="Group 562">
                  <a:extLst>
                    <a:ext uri="{FF2B5EF4-FFF2-40B4-BE49-F238E27FC236}">
                      <a16:creationId xmlns:a16="http://schemas.microsoft.com/office/drawing/2014/main" id="{FC693E32-2254-4EBD-A892-20827444412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64" name="Connector: Elbow 563">
                    <a:extLst>
                      <a:ext uri="{FF2B5EF4-FFF2-40B4-BE49-F238E27FC236}">
                        <a16:creationId xmlns:a16="http://schemas.microsoft.com/office/drawing/2014/main" id="{A703CC8D-DE39-4014-B292-60A439B4E2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5" name="Straight Connector 564">
                    <a:extLst>
                      <a:ext uri="{FF2B5EF4-FFF2-40B4-BE49-F238E27FC236}">
                        <a16:creationId xmlns:a16="http://schemas.microsoft.com/office/drawing/2014/main" id="{8B0FF489-FAA4-4711-B9F4-C27C4AE2E55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FA20990B-6C71-42FE-A082-7105CA92B92A}"/>
              </a:ext>
            </a:extLst>
          </p:cNvPr>
          <p:cNvCxnSpPr/>
          <p:nvPr/>
        </p:nvCxnSpPr>
        <p:spPr>
          <a:xfrm>
            <a:off x="59673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6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10418934" y="1612282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10418934" y="186619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10418834" y="2115905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930" name="Group 929">
            <a:extLst>
              <a:ext uri="{FF2B5EF4-FFF2-40B4-BE49-F238E27FC236}">
                <a16:creationId xmlns:a16="http://schemas.microsoft.com/office/drawing/2014/main" id="{015A861B-0E87-4CBA-B6B1-D5F9D56083E4}"/>
              </a:ext>
            </a:extLst>
          </p:cNvPr>
          <p:cNvGrpSpPr/>
          <p:nvPr/>
        </p:nvGrpSpPr>
        <p:grpSpPr>
          <a:xfrm>
            <a:off x="2304448" y="4486932"/>
            <a:ext cx="3657600" cy="184994"/>
            <a:chOff x="2306674" y="4207314"/>
            <a:chExt cx="7315187" cy="184994"/>
          </a:xfrm>
        </p:grpSpPr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9352E22B-594B-4A60-A704-655AA456371B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95" name="Group 994">
                <a:extLst>
                  <a:ext uri="{FF2B5EF4-FFF2-40B4-BE49-F238E27FC236}">
                    <a16:creationId xmlns:a16="http://schemas.microsoft.com/office/drawing/2014/main" id="{E83C62D8-65A3-4741-990A-8FBE3CE98F8D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8D38CF49-7998-47B3-AB99-55481CCCF73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44" name="Group 1043">
                    <a:extLst>
                      <a:ext uri="{FF2B5EF4-FFF2-40B4-BE49-F238E27FC236}">
                        <a16:creationId xmlns:a16="http://schemas.microsoft.com/office/drawing/2014/main" id="{75790C04-0D12-4AFA-AF6F-42E7262BF47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52" name="Group 1051">
                      <a:extLst>
                        <a:ext uri="{FF2B5EF4-FFF2-40B4-BE49-F238E27FC236}">
                          <a16:creationId xmlns:a16="http://schemas.microsoft.com/office/drawing/2014/main" id="{EEB8F6F5-95A9-4213-B1C6-1AEB07D783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6" name="Rectangle 1055">
                        <a:extLst>
                          <a:ext uri="{FF2B5EF4-FFF2-40B4-BE49-F238E27FC236}">
                            <a16:creationId xmlns:a16="http://schemas.microsoft.com/office/drawing/2014/main" id="{D16AEACA-6D68-4C58-9081-E76BEAB718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057" name="Rectangle 1056">
                        <a:extLst>
                          <a:ext uri="{FF2B5EF4-FFF2-40B4-BE49-F238E27FC236}">
                            <a16:creationId xmlns:a16="http://schemas.microsoft.com/office/drawing/2014/main" id="{C8B814D1-1ADE-46C5-8F70-F700DB8FE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053" name="Group 1052">
                      <a:extLst>
                        <a:ext uri="{FF2B5EF4-FFF2-40B4-BE49-F238E27FC236}">
                          <a16:creationId xmlns:a16="http://schemas.microsoft.com/office/drawing/2014/main" id="{35205A38-F12F-457E-9DCB-96047928AA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4" name="Rectangle 1053">
                        <a:extLst>
                          <a:ext uri="{FF2B5EF4-FFF2-40B4-BE49-F238E27FC236}">
                            <a16:creationId xmlns:a16="http://schemas.microsoft.com/office/drawing/2014/main" id="{97C4E178-707A-4144-BBF0-BC832A4992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055" name="Rectangle 1054">
                        <a:extLst>
                          <a:ext uri="{FF2B5EF4-FFF2-40B4-BE49-F238E27FC236}">
                            <a16:creationId xmlns:a16="http://schemas.microsoft.com/office/drawing/2014/main" id="{7E00E05C-F12D-4291-98B0-DD77E5307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045" name="Group 1044">
                    <a:extLst>
                      <a:ext uri="{FF2B5EF4-FFF2-40B4-BE49-F238E27FC236}">
                        <a16:creationId xmlns:a16="http://schemas.microsoft.com/office/drawing/2014/main" id="{78CEC39D-D3ED-4D6C-B4CB-E82D22734B6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46" name="Group 1045">
                      <a:extLst>
                        <a:ext uri="{FF2B5EF4-FFF2-40B4-BE49-F238E27FC236}">
                          <a16:creationId xmlns:a16="http://schemas.microsoft.com/office/drawing/2014/main" id="{FDD7DEE0-9C5F-4785-B3B5-51A19ED49F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0" name="Rectangle 1049">
                        <a:extLst>
                          <a:ext uri="{FF2B5EF4-FFF2-40B4-BE49-F238E27FC236}">
                            <a16:creationId xmlns:a16="http://schemas.microsoft.com/office/drawing/2014/main" id="{AF2D8402-8751-4A3B-87B5-C8757F2C09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051" name="Rectangle 1050">
                        <a:extLst>
                          <a:ext uri="{FF2B5EF4-FFF2-40B4-BE49-F238E27FC236}">
                            <a16:creationId xmlns:a16="http://schemas.microsoft.com/office/drawing/2014/main" id="{2465E08E-E504-4EEF-85D5-D2E33358BB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047" name="Group 1046">
                      <a:extLst>
                        <a:ext uri="{FF2B5EF4-FFF2-40B4-BE49-F238E27FC236}">
                          <a16:creationId xmlns:a16="http://schemas.microsoft.com/office/drawing/2014/main" id="{794D1987-5B00-47BE-9191-803A7C6E7D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8" name="Rectangle 1047">
                        <a:extLst>
                          <a:ext uri="{FF2B5EF4-FFF2-40B4-BE49-F238E27FC236}">
                            <a16:creationId xmlns:a16="http://schemas.microsoft.com/office/drawing/2014/main" id="{BC5AB942-915D-44E8-8518-1EE6A1AA4A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049" name="Rectangle 1048">
                        <a:extLst>
                          <a:ext uri="{FF2B5EF4-FFF2-40B4-BE49-F238E27FC236}">
                            <a16:creationId xmlns:a16="http://schemas.microsoft.com/office/drawing/2014/main" id="{7C7D61B7-1030-4A96-8AAA-48C745FBB1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682FB29C-F7E7-4F1B-9A4D-BE430E79BEB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30" name="Group 1029">
                    <a:extLst>
                      <a:ext uri="{FF2B5EF4-FFF2-40B4-BE49-F238E27FC236}">
                        <a16:creationId xmlns:a16="http://schemas.microsoft.com/office/drawing/2014/main" id="{B9719D29-4902-46D6-A489-E89192F73EA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8" name="Group 1037">
                      <a:extLst>
                        <a:ext uri="{FF2B5EF4-FFF2-40B4-BE49-F238E27FC236}">
                          <a16:creationId xmlns:a16="http://schemas.microsoft.com/office/drawing/2014/main" id="{80CB5FBA-087C-4D72-8DE6-A307AE191B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2" name="Rectangle 1041">
                        <a:extLst>
                          <a:ext uri="{FF2B5EF4-FFF2-40B4-BE49-F238E27FC236}">
                            <a16:creationId xmlns:a16="http://schemas.microsoft.com/office/drawing/2014/main" id="{57218C72-ADD7-4B82-8EAA-1AF69189E5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043" name="Rectangle 1042">
                        <a:extLst>
                          <a:ext uri="{FF2B5EF4-FFF2-40B4-BE49-F238E27FC236}">
                            <a16:creationId xmlns:a16="http://schemas.microsoft.com/office/drawing/2014/main" id="{D05D55ED-3A85-443F-AE42-E8A07CE5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039" name="Group 1038">
                      <a:extLst>
                        <a:ext uri="{FF2B5EF4-FFF2-40B4-BE49-F238E27FC236}">
                          <a16:creationId xmlns:a16="http://schemas.microsoft.com/office/drawing/2014/main" id="{149C3442-6276-4EAE-8311-5C3E412D2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0" name="Rectangle 1039">
                        <a:extLst>
                          <a:ext uri="{FF2B5EF4-FFF2-40B4-BE49-F238E27FC236}">
                            <a16:creationId xmlns:a16="http://schemas.microsoft.com/office/drawing/2014/main" id="{46FBEFCB-78ED-4941-B78B-79FE4727A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041" name="Rectangle 1040">
                        <a:extLst>
                          <a:ext uri="{FF2B5EF4-FFF2-40B4-BE49-F238E27FC236}">
                            <a16:creationId xmlns:a16="http://schemas.microsoft.com/office/drawing/2014/main" id="{421C7735-3B53-43FD-B7FF-24C83A2F05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4609CD16-A17F-40DC-9E8E-864C615D8D8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2" name="Group 1031">
                      <a:extLst>
                        <a:ext uri="{FF2B5EF4-FFF2-40B4-BE49-F238E27FC236}">
                          <a16:creationId xmlns:a16="http://schemas.microsoft.com/office/drawing/2014/main" id="{2E52E329-88DC-4477-846D-FC793D0BC1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6" name="Rectangle 1035">
                        <a:extLst>
                          <a:ext uri="{FF2B5EF4-FFF2-40B4-BE49-F238E27FC236}">
                            <a16:creationId xmlns:a16="http://schemas.microsoft.com/office/drawing/2014/main" id="{64A53377-763D-43BF-94EC-82C45CC344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037" name="Rectangle 1036">
                        <a:extLst>
                          <a:ext uri="{FF2B5EF4-FFF2-40B4-BE49-F238E27FC236}">
                            <a16:creationId xmlns:a16="http://schemas.microsoft.com/office/drawing/2014/main" id="{1954C64D-BE6E-4881-BAF4-9068EA610C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3B7B18D7-BD5F-4E64-94C4-A573F00CEF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4" name="Rectangle 1033">
                        <a:extLst>
                          <a:ext uri="{FF2B5EF4-FFF2-40B4-BE49-F238E27FC236}">
                            <a16:creationId xmlns:a16="http://schemas.microsoft.com/office/drawing/2014/main" id="{EEEA1B6B-0E09-4F08-BEBA-25D3B9B9D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035" name="Rectangle 1034">
                        <a:extLst>
                          <a:ext uri="{FF2B5EF4-FFF2-40B4-BE49-F238E27FC236}">
                            <a16:creationId xmlns:a16="http://schemas.microsoft.com/office/drawing/2014/main" id="{81050B42-8979-4D59-A2D7-FB64DC1D4D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96" name="Group 995">
                <a:extLst>
                  <a:ext uri="{FF2B5EF4-FFF2-40B4-BE49-F238E27FC236}">
                    <a16:creationId xmlns:a16="http://schemas.microsoft.com/office/drawing/2014/main" id="{124772E1-AB2B-41E3-9B20-B3CFF60FF76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4203848D-7846-4046-ABFC-4BB7B4A398D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13" name="Group 1012">
                    <a:extLst>
                      <a:ext uri="{FF2B5EF4-FFF2-40B4-BE49-F238E27FC236}">
                        <a16:creationId xmlns:a16="http://schemas.microsoft.com/office/drawing/2014/main" id="{FB7F835D-0B84-4CA5-B830-131C83EA2CD2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21" name="Group 1020">
                      <a:extLst>
                        <a:ext uri="{FF2B5EF4-FFF2-40B4-BE49-F238E27FC236}">
                          <a16:creationId xmlns:a16="http://schemas.microsoft.com/office/drawing/2014/main" id="{5D27C9DE-2644-4AEA-BB7A-8433E53AEA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5" name="Rectangle 1024">
                        <a:extLst>
                          <a:ext uri="{FF2B5EF4-FFF2-40B4-BE49-F238E27FC236}">
                            <a16:creationId xmlns:a16="http://schemas.microsoft.com/office/drawing/2014/main" id="{BE73A75E-BAC9-45D8-B580-6C0FDDAAA7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27" name="Rectangle 1026">
                        <a:extLst>
                          <a:ext uri="{FF2B5EF4-FFF2-40B4-BE49-F238E27FC236}">
                            <a16:creationId xmlns:a16="http://schemas.microsoft.com/office/drawing/2014/main" id="{859DA36F-30E6-49F6-8106-B0761D170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22" name="Group 1021">
                      <a:extLst>
                        <a:ext uri="{FF2B5EF4-FFF2-40B4-BE49-F238E27FC236}">
                          <a16:creationId xmlns:a16="http://schemas.microsoft.com/office/drawing/2014/main" id="{C3B756B0-44C2-4D2A-9369-32C124B335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3" name="Rectangle 1022">
                        <a:extLst>
                          <a:ext uri="{FF2B5EF4-FFF2-40B4-BE49-F238E27FC236}">
                            <a16:creationId xmlns:a16="http://schemas.microsoft.com/office/drawing/2014/main" id="{5C77A131-4C23-433F-8DB9-E4F04BD983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24" name="Rectangle 1023">
                        <a:extLst>
                          <a:ext uri="{FF2B5EF4-FFF2-40B4-BE49-F238E27FC236}">
                            <a16:creationId xmlns:a16="http://schemas.microsoft.com/office/drawing/2014/main" id="{2C2D51F4-73A3-4984-9A87-BCE0E5D9C7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14" name="Group 1013">
                    <a:extLst>
                      <a:ext uri="{FF2B5EF4-FFF2-40B4-BE49-F238E27FC236}">
                        <a16:creationId xmlns:a16="http://schemas.microsoft.com/office/drawing/2014/main" id="{90BEAF43-5B2E-468D-B604-82D1A8395B4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15" name="Group 1014">
                      <a:extLst>
                        <a:ext uri="{FF2B5EF4-FFF2-40B4-BE49-F238E27FC236}">
                          <a16:creationId xmlns:a16="http://schemas.microsoft.com/office/drawing/2014/main" id="{A4259FBC-DE74-4C83-9B93-2945D9E505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9" name="Rectangle 1018">
                        <a:extLst>
                          <a:ext uri="{FF2B5EF4-FFF2-40B4-BE49-F238E27FC236}">
                            <a16:creationId xmlns:a16="http://schemas.microsoft.com/office/drawing/2014/main" id="{69D58CB9-3F44-4414-9CCD-37B23F063E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20" name="Rectangle 1019">
                        <a:extLst>
                          <a:ext uri="{FF2B5EF4-FFF2-40B4-BE49-F238E27FC236}">
                            <a16:creationId xmlns:a16="http://schemas.microsoft.com/office/drawing/2014/main" id="{65BDE797-8A66-4088-842B-58C41EC57C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16" name="Group 1015">
                      <a:extLst>
                        <a:ext uri="{FF2B5EF4-FFF2-40B4-BE49-F238E27FC236}">
                          <a16:creationId xmlns:a16="http://schemas.microsoft.com/office/drawing/2014/main" id="{10A272C8-1ABC-4ABA-8A22-288676B22B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7" name="Rectangle 1016">
                        <a:extLst>
                          <a:ext uri="{FF2B5EF4-FFF2-40B4-BE49-F238E27FC236}">
                            <a16:creationId xmlns:a16="http://schemas.microsoft.com/office/drawing/2014/main" id="{568B2C22-00F1-4C8B-9619-EF561333C9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18" name="Rectangle 1017">
                        <a:extLst>
                          <a:ext uri="{FF2B5EF4-FFF2-40B4-BE49-F238E27FC236}">
                            <a16:creationId xmlns:a16="http://schemas.microsoft.com/office/drawing/2014/main" id="{CE2428C4-92A8-4144-9027-DE06322B57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98" name="Group 997">
                  <a:extLst>
                    <a:ext uri="{FF2B5EF4-FFF2-40B4-BE49-F238E27FC236}">
                      <a16:creationId xmlns:a16="http://schemas.microsoft.com/office/drawing/2014/main" id="{9B0D15EE-D3C9-4C66-8D2D-B5F0AB0FFF5C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99" name="Group 998">
                    <a:extLst>
                      <a:ext uri="{FF2B5EF4-FFF2-40B4-BE49-F238E27FC236}">
                        <a16:creationId xmlns:a16="http://schemas.microsoft.com/office/drawing/2014/main" id="{867E1AEF-0388-45EC-8593-D9DA9D168D8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7" name="Group 1006">
                      <a:extLst>
                        <a:ext uri="{FF2B5EF4-FFF2-40B4-BE49-F238E27FC236}">
                          <a16:creationId xmlns:a16="http://schemas.microsoft.com/office/drawing/2014/main" id="{2571D1E1-D959-40C2-9038-DC246A4BEA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1" name="Rectangle 1010">
                        <a:extLst>
                          <a:ext uri="{FF2B5EF4-FFF2-40B4-BE49-F238E27FC236}">
                            <a16:creationId xmlns:a16="http://schemas.microsoft.com/office/drawing/2014/main" id="{436793E9-8670-427D-9217-A14AF17925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12" name="Rectangle 1011">
                        <a:extLst>
                          <a:ext uri="{FF2B5EF4-FFF2-40B4-BE49-F238E27FC236}">
                            <a16:creationId xmlns:a16="http://schemas.microsoft.com/office/drawing/2014/main" id="{DF7C8AF4-4509-43CA-AD24-4938D19FC1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08" name="Group 1007">
                      <a:extLst>
                        <a:ext uri="{FF2B5EF4-FFF2-40B4-BE49-F238E27FC236}">
                          <a16:creationId xmlns:a16="http://schemas.microsoft.com/office/drawing/2014/main" id="{2043A12E-1FE5-4724-A38C-D7A4AAED53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9" name="Rectangle 1008">
                        <a:extLst>
                          <a:ext uri="{FF2B5EF4-FFF2-40B4-BE49-F238E27FC236}">
                            <a16:creationId xmlns:a16="http://schemas.microsoft.com/office/drawing/2014/main" id="{8B467CB4-2FA4-44B7-B885-B8990D3B8D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10" name="Rectangle 1009">
                        <a:extLst>
                          <a:ext uri="{FF2B5EF4-FFF2-40B4-BE49-F238E27FC236}">
                            <a16:creationId xmlns:a16="http://schemas.microsoft.com/office/drawing/2014/main" id="{E324CA36-1BB5-4586-B2E2-6BB1D4D79E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00" name="Group 999">
                    <a:extLst>
                      <a:ext uri="{FF2B5EF4-FFF2-40B4-BE49-F238E27FC236}">
                        <a16:creationId xmlns:a16="http://schemas.microsoft.com/office/drawing/2014/main" id="{4EEFFDD4-3E19-4FEC-97FE-5519BAA8C2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1" name="Group 1000">
                      <a:extLst>
                        <a:ext uri="{FF2B5EF4-FFF2-40B4-BE49-F238E27FC236}">
                          <a16:creationId xmlns:a16="http://schemas.microsoft.com/office/drawing/2014/main" id="{3E5FE6F5-896E-4148-82E8-B2B8CA54E4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5" name="Rectangle 1004">
                        <a:extLst>
                          <a:ext uri="{FF2B5EF4-FFF2-40B4-BE49-F238E27FC236}">
                            <a16:creationId xmlns:a16="http://schemas.microsoft.com/office/drawing/2014/main" id="{CA1D8453-7C7E-4302-A0A3-84F37EE6C7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06" name="Rectangle 1005">
                        <a:extLst>
                          <a:ext uri="{FF2B5EF4-FFF2-40B4-BE49-F238E27FC236}">
                            <a16:creationId xmlns:a16="http://schemas.microsoft.com/office/drawing/2014/main" id="{7F390DEA-23F2-4117-BC07-E02B5C002C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02" name="Group 1001">
                      <a:extLst>
                        <a:ext uri="{FF2B5EF4-FFF2-40B4-BE49-F238E27FC236}">
                          <a16:creationId xmlns:a16="http://schemas.microsoft.com/office/drawing/2014/main" id="{02A20689-6065-4B30-973F-DB292575F6F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3" name="Rectangle 1002">
                        <a:extLst>
                          <a:ext uri="{FF2B5EF4-FFF2-40B4-BE49-F238E27FC236}">
                            <a16:creationId xmlns:a16="http://schemas.microsoft.com/office/drawing/2014/main" id="{D2BB84EF-C4BC-41AD-B579-D292F41C92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04" name="Rectangle 1003">
                        <a:extLst>
                          <a:ext uri="{FF2B5EF4-FFF2-40B4-BE49-F238E27FC236}">
                            <a16:creationId xmlns:a16="http://schemas.microsoft.com/office/drawing/2014/main" id="{4AAB1F33-4CA3-4B36-A1F7-A6BD86DB4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932" name="Group 931">
              <a:extLst>
                <a:ext uri="{FF2B5EF4-FFF2-40B4-BE49-F238E27FC236}">
                  <a16:creationId xmlns:a16="http://schemas.microsoft.com/office/drawing/2014/main" id="{526C36EA-005B-4B49-BE88-AF8C27574732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33" name="Group 932">
                <a:extLst>
                  <a:ext uri="{FF2B5EF4-FFF2-40B4-BE49-F238E27FC236}">
                    <a16:creationId xmlns:a16="http://schemas.microsoft.com/office/drawing/2014/main" id="{9C0D1BA9-C110-48C8-BEEA-6CC617A96ABF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65" name="Group 964">
                  <a:extLst>
                    <a:ext uri="{FF2B5EF4-FFF2-40B4-BE49-F238E27FC236}">
                      <a16:creationId xmlns:a16="http://schemas.microsoft.com/office/drawing/2014/main" id="{516EAD81-F6DC-4B64-BEE3-0F2B1EF4F0BE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81" name="Group 980">
                    <a:extLst>
                      <a:ext uri="{FF2B5EF4-FFF2-40B4-BE49-F238E27FC236}">
                        <a16:creationId xmlns:a16="http://schemas.microsoft.com/office/drawing/2014/main" id="{191CF182-A563-4160-AB59-1C7978AF9FB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9" name="Group 988">
                      <a:extLst>
                        <a:ext uri="{FF2B5EF4-FFF2-40B4-BE49-F238E27FC236}">
                          <a16:creationId xmlns:a16="http://schemas.microsoft.com/office/drawing/2014/main" id="{923ABBBB-A5F1-4C50-9750-6079EFDD04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3" name="Rectangle 992">
                        <a:extLst>
                          <a:ext uri="{FF2B5EF4-FFF2-40B4-BE49-F238E27FC236}">
                            <a16:creationId xmlns:a16="http://schemas.microsoft.com/office/drawing/2014/main" id="{437976C8-2AD3-493E-BB3B-5628FAF90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94" name="Rectangle 993">
                        <a:extLst>
                          <a:ext uri="{FF2B5EF4-FFF2-40B4-BE49-F238E27FC236}">
                            <a16:creationId xmlns:a16="http://schemas.microsoft.com/office/drawing/2014/main" id="{913601DE-00DD-40EF-97E8-D929F57F84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90" name="Group 989">
                      <a:extLst>
                        <a:ext uri="{FF2B5EF4-FFF2-40B4-BE49-F238E27FC236}">
                          <a16:creationId xmlns:a16="http://schemas.microsoft.com/office/drawing/2014/main" id="{1B721146-04D8-4C23-8C2F-F34F57DA40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1" name="Rectangle 990">
                        <a:extLst>
                          <a:ext uri="{FF2B5EF4-FFF2-40B4-BE49-F238E27FC236}">
                            <a16:creationId xmlns:a16="http://schemas.microsoft.com/office/drawing/2014/main" id="{F0438929-35E9-4BB8-AF21-D7DD920F39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92" name="Rectangle 991">
                        <a:extLst>
                          <a:ext uri="{FF2B5EF4-FFF2-40B4-BE49-F238E27FC236}">
                            <a16:creationId xmlns:a16="http://schemas.microsoft.com/office/drawing/2014/main" id="{4DF10480-A27F-4558-98DC-6C86DC61DB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82" name="Group 981">
                    <a:extLst>
                      <a:ext uri="{FF2B5EF4-FFF2-40B4-BE49-F238E27FC236}">
                        <a16:creationId xmlns:a16="http://schemas.microsoft.com/office/drawing/2014/main" id="{A2D76BBB-9FA6-4A39-B2D4-2CD8EDD3AB4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3" name="Group 982">
                      <a:extLst>
                        <a:ext uri="{FF2B5EF4-FFF2-40B4-BE49-F238E27FC236}">
                          <a16:creationId xmlns:a16="http://schemas.microsoft.com/office/drawing/2014/main" id="{66056955-657D-496D-8732-FC53960BC0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7" name="Rectangle 986">
                        <a:extLst>
                          <a:ext uri="{FF2B5EF4-FFF2-40B4-BE49-F238E27FC236}">
                            <a16:creationId xmlns:a16="http://schemas.microsoft.com/office/drawing/2014/main" id="{0CD8AF97-AB0E-4545-BF3F-76D2FA6645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88" name="Rectangle 987">
                        <a:extLst>
                          <a:ext uri="{FF2B5EF4-FFF2-40B4-BE49-F238E27FC236}">
                            <a16:creationId xmlns:a16="http://schemas.microsoft.com/office/drawing/2014/main" id="{A2066C06-0C0A-45F6-A164-5193812F40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84" name="Group 983">
                      <a:extLst>
                        <a:ext uri="{FF2B5EF4-FFF2-40B4-BE49-F238E27FC236}">
                          <a16:creationId xmlns:a16="http://schemas.microsoft.com/office/drawing/2014/main" id="{000C59ED-C1CE-48AE-8369-06395F765F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5" name="Rectangle 984">
                        <a:extLst>
                          <a:ext uri="{FF2B5EF4-FFF2-40B4-BE49-F238E27FC236}">
                            <a16:creationId xmlns:a16="http://schemas.microsoft.com/office/drawing/2014/main" id="{78736990-AAB5-4170-B314-50C70578D9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86" name="Rectangle 985">
                        <a:extLst>
                          <a:ext uri="{FF2B5EF4-FFF2-40B4-BE49-F238E27FC236}">
                            <a16:creationId xmlns:a16="http://schemas.microsoft.com/office/drawing/2014/main" id="{5545B9B5-17E0-45B8-8140-2D5EA040AB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BA9AB10F-B83F-45C4-8602-2DCFA5345BC6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67" name="Group 966">
                    <a:extLst>
                      <a:ext uri="{FF2B5EF4-FFF2-40B4-BE49-F238E27FC236}">
                        <a16:creationId xmlns:a16="http://schemas.microsoft.com/office/drawing/2014/main" id="{ED2E9395-3FEA-4D34-B404-0699EF2311C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75" name="Group 974">
                      <a:extLst>
                        <a:ext uri="{FF2B5EF4-FFF2-40B4-BE49-F238E27FC236}">
                          <a16:creationId xmlns:a16="http://schemas.microsoft.com/office/drawing/2014/main" id="{B1D3FC2A-E9BF-4C70-83E8-C799DED155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9" name="Rectangle 978">
                        <a:extLst>
                          <a:ext uri="{FF2B5EF4-FFF2-40B4-BE49-F238E27FC236}">
                            <a16:creationId xmlns:a16="http://schemas.microsoft.com/office/drawing/2014/main" id="{766EC746-4C27-476A-BA6D-12C9F401AE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80" name="Rectangle 979">
                        <a:extLst>
                          <a:ext uri="{FF2B5EF4-FFF2-40B4-BE49-F238E27FC236}">
                            <a16:creationId xmlns:a16="http://schemas.microsoft.com/office/drawing/2014/main" id="{0382E465-5256-4648-AF18-2BC4D294EE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76" name="Group 975">
                      <a:extLst>
                        <a:ext uri="{FF2B5EF4-FFF2-40B4-BE49-F238E27FC236}">
                          <a16:creationId xmlns:a16="http://schemas.microsoft.com/office/drawing/2014/main" id="{A8706BBB-43DA-40D8-9FBD-8AF01CEFB5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7" name="Rectangle 976">
                        <a:extLst>
                          <a:ext uri="{FF2B5EF4-FFF2-40B4-BE49-F238E27FC236}">
                            <a16:creationId xmlns:a16="http://schemas.microsoft.com/office/drawing/2014/main" id="{4CC326C8-8439-4818-B1C0-0AC6EE34B2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78" name="Rectangle 977">
                        <a:extLst>
                          <a:ext uri="{FF2B5EF4-FFF2-40B4-BE49-F238E27FC236}">
                            <a16:creationId xmlns:a16="http://schemas.microsoft.com/office/drawing/2014/main" id="{4B4DBCE6-1183-430C-BEE0-9A28E70080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68" name="Group 967">
                    <a:extLst>
                      <a:ext uri="{FF2B5EF4-FFF2-40B4-BE49-F238E27FC236}">
                        <a16:creationId xmlns:a16="http://schemas.microsoft.com/office/drawing/2014/main" id="{DD66DCED-EF4E-40BE-8343-D360261F632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69" name="Group 968">
                      <a:extLst>
                        <a:ext uri="{FF2B5EF4-FFF2-40B4-BE49-F238E27FC236}">
                          <a16:creationId xmlns:a16="http://schemas.microsoft.com/office/drawing/2014/main" id="{6C0DB6C1-6D3D-4425-9AA5-CE9A3B2712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3" name="Rectangle 972">
                        <a:extLst>
                          <a:ext uri="{FF2B5EF4-FFF2-40B4-BE49-F238E27FC236}">
                            <a16:creationId xmlns:a16="http://schemas.microsoft.com/office/drawing/2014/main" id="{E0EEC477-1E78-4FB6-A6EB-F10BA1D1D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74" name="Rectangle 973">
                        <a:extLst>
                          <a:ext uri="{FF2B5EF4-FFF2-40B4-BE49-F238E27FC236}">
                            <a16:creationId xmlns:a16="http://schemas.microsoft.com/office/drawing/2014/main" id="{A5781A33-CE69-4EB7-B9CF-EB0F93288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70" name="Group 969">
                      <a:extLst>
                        <a:ext uri="{FF2B5EF4-FFF2-40B4-BE49-F238E27FC236}">
                          <a16:creationId xmlns:a16="http://schemas.microsoft.com/office/drawing/2014/main" id="{254060B0-8460-43B4-A5C5-6183FE32C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1" name="Rectangle 970">
                        <a:extLst>
                          <a:ext uri="{FF2B5EF4-FFF2-40B4-BE49-F238E27FC236}">
                            <a16:creationId xmlns:a16="http://schemas.microsoft.com/office/drawing/2014/main" id="{49B4800A-04D5-4940-AC25-A48CC0114A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72" name="Rectangle 971">
                        <a:extLst>
                          <a:ext uri="{FF2B5EF4-FFF2-40B4-BE49-F238E27FC236}">
                            <a16:creationId xmlns:a16="http://schemas.microsoft.com/office/drawing/2014/main" id="{CE46F7C4-3043-4C6B-8677-F3407635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1FD243A2-7D7A-4091-8481-DDBF9914DF95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35" name="Group 934">
                  <a:extLst>
                    <a:ext uri="{FF2B5EF4-FFF2-40B4-BE49-F238E27FC236}">
                      <a16:creationId xmlns:a16="http://schemas.microsoft.com/office/drawing/2014/main" id="{1092E766-2FA9-4C11-A2EF-EBFB140832BB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51" name="Group 950">
                    <a:extLst>
                      <a:ext uri="{FF2B5EF4-FFF2-40B4-BE49-F238E27FC236}">
                        <a16:creationId xmlns:a16="http://schemas.microsoft.com/office/drawing/2014/main" id="{188579CB-6C7C-4533-94F0-97B53E3E683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9" name="Group 958">
                      <a:extLst>
                        <a:ext uri="{FF2B5EF4-FFF2-40B4-BE49-F238E27FC236}">
                          <a16:creationId xmlns:a16="http://schemas.microsoft.com/office/drawing/2014/main" id="{ABEC38A9-75F1-45AF-BE9A-0191F6690B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3" name="Rectangle 962">
                        <a:extLst>
                          <a:ext uri="{FF2B5EF4-FFF2-40B4-BE49-F238E27FC236}">
                            <a16:creationId xmlns:a16="http://schemas.microsoft.com/office/drawing/2014/main" id="{4D7F96DE-D939-4E23-AE9B-DEB5518661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964" name="Rectangle 963">
                        <a:extLst>
                          <a:ext uri="{FF2B5EF4-FFF2-40B4-BE49-F238E27FC236}">
                            <a16:creationId xmlns:a16="http://schemas.microsoft.com/office/drawing/2014/main" id="{94C433CA-3E2A-4C64-AEAC-FF136ED4DE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960" name="Group 959">
                      <a:extLst>
                        <a:ext uri="{FF2B5EF4-FFF2-40B4-BE49-F238E27FC236}">
                          <a16:creationId xmlns:a16="http://schemas.microsoft.com/office/drawing/2014/main" id="{602A2C4E-96E8-4062-9CD1-E2D3928B71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1" name="Rectangle 960">
                        <a:extLst>
                          <a:ext uri="{FF2B5EF4-FFF2-40B4-BE49-F238E27FC236}">
                            <a16:creationId xmlns:a16="http://schemas.microsoft.com/office/drawing/2014/main" id="{F97B5795-CF29-42F9-A4BE-C3AA589F9E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962" name="Rectangle 961">
                        <a:extLst>
                          <a:ext uri="{FF2B5EF4-FFF2-40B4-BE49-F238E27FC236}">
                            <a16:creationId xmlns:a16="http://schemas.microsoft.com/office/drawing/2014/main" id="{D2668910-C158-4B7A-A2DE-52DAFDE909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952" name="Group 951">
                    <a:extLst>
                      <a:ext uri="{FF2B5EF4-FFF2-40B4-BE49-F238E27FC236}">
                        <a16:creationId xmlns:a16="http://schemas.microsoft.com/office/drawing/2014/main" id="{677A0DB1-E48C-4247-AD7E-261DAAD8595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3" name="Group 952">
                      <a:extLst>
                        <a:ext uri="{FF2B5EF4-FFF2-40B4-BE49-F238E27FC236}">
                          <a16:creationId xmlns:a16="http://schemas.microsoft.com/office/drawing/2014/main" id="{8452ED7F-4927-46FC-B1D1-B7EB96A11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7" name="Rectangle 956">
                        <a:extLst>
                          <a:ext uri="{FF2B5EF4-FFF2-40B4-BE49-F238E27FC236}">
                            <a16:creationId xmlns:a16="http://schemas.microsoft.com/office/drawing/2014/main" id="{85672094-3486-4ADD-929F-74237EA5B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958" name="Rectangle 957">
                        <a:extLst>
                          <a:ext uri="{FF2B5EF4-FFF2-40B4-BE49-F238E27FC236}">
                            <a16:creationId xmlns:a16="http://schemas.microsoft.com/office/drawing/2014/main" id="{F045D6B0-130A-4460-A57F-240E473B78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954" name="Group 953">
                      <a:extLst>
                        <a:ext uri="{FF2B5EF4-FFF2-40B4-BE49-F238E27FC236}">
                          <a16:creationId xmlns:a16="http://schemas.microsoft.com/office/drawing/2014/main" id="{9A95D8E1-8A88-4023-B061-0C2D2749BED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5" name="Rectangle 954">
                        <a:extLst>
                          <a:ext uri="{FF2B5EF4-FFF2-40B4-BE49-F238E27FC236}">
                            <a16:creationId xmlns:a16="http://schemas.microsoft.com/office/drawing/2014/main" id="{CE939D45-F44E-47CE-98BC-9A34344A3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956" name="Rectangle 955">
                        <a:extLst>
                          <a:ext uri="{FF2B5EF4-FFF2-40B4-BE49-F238E27FC236}">
                            <a16:creationId xmlns:a16="http://schemas.microsoft.com/office/drawing/2014/main" id="{47C3A715-46D7-4F67-ACED-614C48B7E6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36" name="Group 935">
                  <a:extLst>
                    <a:ext uri="{FF2B5EF4-FFF2-40B4-BE49-F238E27FC236}">
                      <a16:creationId xmlns:a16="http://schemas.microsoft.com/office/drawing/2014/main" id="{555494B8-A449-46BE-A511-5ED50BB98E5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37" name="Group 936">
                    <a:extLst>
                      <a:ext uri="{FF2B5EF4-FFF2-40B4-BE49-F238E27FC236}">
                        <a16:creationId xmlns:a16="http://schemas.microsoft.com/office/drawing/2014/main" id="{7AC08674-8A28-40E7-8996-3AE4C0D1A59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45" name="Group 944">
                      <a:extLst>
                        <a:ext uri="{FF2B5EF4-FFF2-40B4-BE49-F238E27FC236}">
                          <a16:creationId xmlns:a16="http://schemas.microsoft.com/office/drawing/2014/main" id="{7DE24643-1B5F-4B85-9A03-6ABF9E7073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9" name="Rectangle 948">
                        <a:extLst>
                          <a:ext uri="{FF2B5EF4-FFF2-40B4-BE49-F238E27FC236}">
                            <a16:creationId xmlns:a16="http://schemas.microsoft.com/office/drawing/2014/main" id="{B9816F9B-01EE-45CF-9EC7-B6A9E70C21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950" name="Rectangle 949">
                        <a:extLst>
                          <a:ext uri="{FF2B5EF4-FFF2-40B4-BE49-F238E27FC236}">
                            <a16:creationId xmlns:a16="http://schemas.microsoft.com/office/drawing/2014/main" id="{E8C7DF5F-7FD2-4C4E-9F76-C44081742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946" name="Group 945">
                      <a:extLst>
                        <a:ext uri="{FF2B5EF4-FFF2-40B4-BE49-F238E27FC236}">
                          <a16:creationId xmlns:a16="http://schemas.microsoft.com/office/drawing/2014/main" id="{4501E398-1FA0-4361-9A2D-006B570399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7" name="Rectangle 946">
                        <a:extLst>
                          <a:ext uri="{FF2B5EF4-FFF2-40B4-BE49-F238E27FC236}">
                            <a16:creationId xmlns:a16="http://schemas.microsoft.com/office/drawing/2014/main" id="{EB9FBA1D-D2CF-4A8D-A13F-656031349D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948" name="Rectangle 947">
                        <a:extLst>
                          <a:ext uri="{FF2B5EF4-FFF2-40B4-BE49-F238E27FC236}">
                            <a16:creationId xmlns:a16="http://schemas.microsoft.com/office/drawing/2014/main" id="{265D09E8-A8EE-452C-AD4F-3BE358C1BB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938" name="Group 937">
                    <a:extLst>
                      <a:ext uri="{FF2B5EF4-FFF2-40B4-BE49-F238E27FC236}">
                        <a16:creationId xmlns:a16="http://schemas.microsoft.com/office/drawing/2014/main" id="{1807631E-FBF8-429D-9EC7-8CCE9626E97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39" name="Group 938">
                      <a:extLst>
                        <a:ext uri="{FF2B5EF4-FFF2-40B4-BE49-F238E27FC236}">
                          <a16:creationId xmlns:a16="http://schemas.microsoft.com/office/drawing/2014/main" id="{9F9CE121-94BD-4D7F-8C81-5CD27E64B6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3" name="Rectangle 942">
                        <a:extLst>
                          <a:ext uri="{FF2B5EF4-FFF2-40B4-BE49-F238E27FC236}">
                            <a16:creationId xmlns:a16="http://schemas.microsoft.com/office/drawing/2014/main" id="{DE1A0064-7B3B-44E4-97B7-EA816701F8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944" name="Rectangle 943">
                        <a:extLst>
                          <a:ext uri="{FF2B5EF4-FFF2-40B4-BE49-F238E27FC236}">
                            <a16:creationId xmlns:a16="http://schemas.microsoft.com/office/drawing/2014/main" id="{F56DB857-DAE8-4E88-904D-3E76BCB96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940" name="Group 939">
                      <a:extLst>
                        <a:ext uri="{FF2B5EF4-FFF2-40B4-BE49-F238E27FC236}">
                          <a16:creationId xmlns:a16="http://schemas.microsoft.com/office/drawing/2014/main" id="{597A15AD-1A7F-43BE-9F76-E42C627C72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1" name="Rectangle 940">
                        <a:extLst>
                          <a:ext uri="{FF2B5EF4-FFF2-40B4-BE49-F238E27FC236}">
                            <a16:creationId xmlns:a16="http://schemas.microsoft.com/office/drawing/2014/main" id="{DF1AD738-5EB1-429C-9E7C-BFB6FE6168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942" name="Rectangle 941">
                        <a:extLst>
                          <a:ext uri="{FF2B5EF4-FFF2-40B4-BE49-F238E27FC236}">
                            <a16:creationId xmlns:a16="http://schemas.microsoft.com/office/drawing/2014/main" id="{037518C7-BDA9-4C1A-ADEB-661B7880C5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9583C44-FA9D-40E4-A116-5926C96F6677}"/>
              </a:ext>
            </a:extLst>
          </p:cNvPr>
          <p:cNvGrpSpPr/>
          <p:nvPr/>
        </p:nvGrpSpPr>
        <p:grpSpPr>
          <a:xfrm>
            <a:off x="5962450" y="4486932"/>
            <a:ext cx="3657600" cy="184994"/>
            <a:chOff x="2306674" y="4207314"/>
            <a:chExt cx="7315187" cy="184994"/>
          </a:xfrm>
        </p:grpSpPr>
        <p:grpSp>
          <p:nvGrpSpPr>
            <p:cNvPr id="1059" name="Group 1058">
              <a:extLst>
                <a:ext uri="{FF2B5EF4-FFF2-40B4-BE49-F238E27FC236}">
                  <a16:creationId xmlns:a16="http://schemas.microsoft.com/office/drawing/2014/main" id="{D596B195-E6B3-4AE3-B29B-E669E88ABDFE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123" name="Group 1122">
                <a:extLst>
                  <a:ext uri="{FF2B5EF4-FFF2-40B4-BE49-F238E27FC236}">
                    <a16:creationId xmlns:a16="http://schemas.microsoft.com/office/drawing/2014/main" id="{28D9275E-3C3A-4507-AE27-D9D1C374ED00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55" name="Group 1154">
                  <a:extLst>
                    <a:ext uri="{FF2B5EF4-FFF2-40B4-BE49-F238E27FC236}">
                      <a16:creationId xmlns:a16="http://schemas.microsoft.com/office/drawing/2014/main" id="{784A1B87-3BBF-40D8-8B08-F5A0D6CD0FE7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71" name="Group 1170">
                    <a:extLst>
                      <a:ext uri="{FF2B5EF4-FFF2-40B4-BE49-F238E27FC236}">
                        <a16:creationId xmlns:a16="http://schemas.microsoft.com/office/drawing/2014/main" id="{EF015C1C-B8E1-43EC-9D15-23292BBD4F9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9" name="Group 1178">
                      <a:extLst>
                        <a:ext uri="{FF2B5EF4-FFF2-40B4-BE49-F238E27FC236}">
                          <a16:creationId xmlns:a16="http://schemas.microsoft.com/office/drawing/2014/main" id="{A8867996-248D-41C3-B85A-3EEE438360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3" name="Rectangle 1182">
                        <a:extLst>
                          <a:ext uri="{FF2B5EF4-FFF2-40B4-BE49-F238E27FC236}">
                            <a16:creationId xmlns:a16="http://schemas.microsoft.com/office/drawing/2014/main" id="{B98968C2-DE5C-4EEE-98B8-45DCC11351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84" name="Rectangle 1183">
                        <a:extLst>
                          <a:ext uri="{FF2B5EF4-FFF2-40B4-BE49-F238E27FC236}">
                            <a16:creationId xmlns:a16="http://schemas.microsoft.com/office/drawing/2014/main" id="{425EBE00-7B11-4E3E-B4CB-B795C400DB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80" name="Group 1179">
                      <a:extLst>
                        <a:ext uri="{FF2B5EF4-FFF2-40B4-BE49-F238E27FC236}">
                          <a16:creationId xmlns:a16="http://schemas.microsoft.com/office/drawing/2014/main" id="{505A2A20-7641-4F8C-BBD6-1EBC52BAD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1" name="Rectangle 1180">
                        <a:extLst>
                          <a:ext uri="{FF2B5EF4-FFF2-40B4-BE49-F238E27FC236}">
                            <a16:creationId xmlns:a16="http://schemas.microsoft.com/office/drawing/2014/main" id="{8773BB69-FB42-4C9C-9486-43359F04A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82" name="Rectangle 1181">
                        <a:extLst>
                          <a:ext uri="{FF2B5EF4-FFF2-40B4-BE49-F238E27FC236}">
                            <a16:creationId xmlns:a16="http://schemas.microsoft.com/office/drawing/2014/main" id="{AE57D551-9BA6-439A-ADCC-4FF767E16A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72" name="Group 1171">
                    <a:extLst>
                      <a:ext uri="{FF2B5EF4-FFF2-40B4-BE49-F238E27FC236}">
                        <a16:creationId xmlns:a16="http://schemas.microsoft.com/office/drawing/2014/main" id="{975276D5-897E-44C2-AF68-A797A0E25FC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3" name="Group 1172">
                      <a:extLst>
                        <a:ext uri="{FF2B5EF4-FFF2-40B4-BE49-F238E27FC236}">
                          <a16:creationId xmlns:a16="http://schemas.microsoft.com/office/drawing/2014/main" id="{A3BA3CCC-0200-4B5B-AC3C-5E23C209D5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7" name="Rectangle 1176">
                        <a:extLst>
                          <a:ext uri="{FF2B5EF4-FFF2-40B4-BE49-F238E27FC236}">
                            <a16:creationId xmlns:a16="http://schemas.microsoft.com/office/drawing/2014/main" id="{DCA8F0F9-963B-4D7B-AEE1-EBA2C51A2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78" name="Rectangle 1177">
                        <a:extLst>
                          <a:ext uri="{FF2B5EF4-FFF2-40B4-BE49-F238E27FC236}">
                            <a16:creationId xmlns:a16="http://schemas.microsoft.com/office/drawing/2014/main" id="{A7EC86B9-3539-4155-993C-57655291E5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74" name="Group 1173">
                      <a:extLst>
                        <a:ext uri="{FF2B5EF4-FFF2-40B4-BE49-F238E27FC236}">
                          <a16:creationId xmlns:a16="http://schemas.microsoft.com/office/drawing/2014/main" id="{D6C95846-A1D9-44EB-A922-C90C420C4F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5" name="Rectangle 1174">
                        <a:extLst>
                          <a:ext uri="{FF2B5EF4-FFF2-40B4-BE49-F238E27FC236}">
                            <a16:creationId xmlns:a16="http://schemas.microsoft.com/office/drawing/2014/main" id="{1966E340-697C-44B5-AE08-BCA2640D5F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76" name="Rectangle 1175">
                        <a:extLst>
                          <a:ext uri="{FF2B5EF4-FFF2-40B4-BE49-F238E27FC236}">
                            <a16:creationId xmlns:a16="http://schemas.microsoft.com/office/drawing/2014/main" id="{EE4C0627-4302-456D-A480-5A8ED9AA25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56" name="Group 1155">
                  <a:extLst>
                    <a:ext uri="{FF2B5EF4-FFF2-40B4-BE49-F238E27FC236}">
                      <a16:creationId xmlns:a16="http://schemas.microsoft.com/office/drawing/2014/main" id="{D2E7C240-BE91-4EE1-A276-9893006D6CE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57" name="Group 1156">
                    <a:extLst>
                      <a:ext uri="{FF2B5EF4-FFF2-40B4-BE49-F238E27FC236}">
                        <a16:creationId xmlns:a16="http://schemas.microsoft.com/office/drawing/2014/main" id="{90F02665-8DF7-4399-8A7E-0CF35B7B0CCF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65" name="Group 1164">
                      <a:extLst>
                        <a:ext uri="{FF2B5EF4-FFF2-40B4-BE49-F238E27FC236}">
                          <a16:creationId xmlns:a16="http://schemas.microsoft.com/office/drawing/2014/main" id="{05A53C54-3263-4427-995B-BCB699AB55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9" name="Rectangle 1168">
                        <a:extLst>
                          <a:ext uri="{FF2B5EF4-FFF2-40B4-BE49-F238E27FC236}">
                            <a16:creationId xmlns:a16="http://schemas.microsoft.com/office/drawing/2014/main" id="{2E4DF22E-75D0-4272-83A3-7FEE572997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70" name="Rectangle 1169">
                        <a:extLst>
                          <a:ext uri="{FF2B5EF4-FFF2-40B4-BE49-F238E27FC236}">
                            <a16:creationId xmlns:a16="http://schemas.microsoft.com/office/drawing/2014/main" id="{B5AF9EC6-E043-4269-97E1-0AA89FDCB9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66" name="Group 1165">
                      <a:extLst>
                        <a:ext uri="{FF2B5EF4-FFF2-40B4-BE49-F238E27FC236}">
                          <a16:creationId xmlns:a16="http://schemas.microsoft.com/office/drawing/2014/main" id="{7516A795-5803-4F93-8D9C-9BB4F5AA11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7" name="Rectangle 1166">
                        <a:extLst>
                          <a:ext uri="{FF2B5EF4-FFF2-40B4-BE49-F238E27FC236}">
                            <a16:creationId xmlns:a16="http://schemas.microsoft.com/office/drawing/2014/main" id="{2E3DD603-74C1-4194-87BB-2B0A45071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68" name="Rectangle 1167">
                        <a:extLst>
                          <a:ext uri="{FF2B5EF4-FFF2-40B4-BE49-F238E27FC236}">
                            <a16:creationId xmlns:a16="http://schemas.microsoft.com/office/drawing/2014/main" id="{11357F93-C56E-4C15-8683-CAA8590D43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158" name="Group 1157">
                    <a:extLst>
                      <a:ext uri="{FF2B5EF4-FFF2-40B4-BE49-F238E27FC236}">
                        <a16:creationId xmlns:a16="http://schemas.microsoft.com/office/drawing/2014/main" id="{F2EB9779-C123-4CA4-B610-03C30E0D17D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59" name="Group 1158">
                      <a:extLst>
                        <a:ext uri="{FF2B5EF4-FFF2-40B4-BE49-F238E27FC236}">
                          <a16:creationId xmlns:a16="http://schemas.microsoft.com/office/drawing/2014/main" id="{CB21B1D4-E5AD-4A52-B768-9BD93F2628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3" name="Rectangle 1162">
                        <a:extLst>
                          <a:ext uri="{FF2B5EF4-FFF2-40B4-BE49-F238E27FC236}">
                            <a16:creationId xmlns:a16="http://schemas.microsoft.com/office/drawing/2014/main" id="{AEC1BF5E-8D8A-4633-B1BF-71CBEC1CB9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64" name="Rectangle 1163">
                        <a:extLst>
                          <a:ext uri="{FF2B5EF4-FFF2-40B4-BE49-F238E27FC236}">
                            <a16:creationId xmlns:a16="http://schemas.microsoft.com/office/drawing/2014/main" id="{AA9F9214-8A50-4EF1-90B0-E40FE389A9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160" name="Group 1159">
                      <a:extLst>
                        <a:ext uri="{FF2B5EF4-FFF2-40B4-BE49-F238E27FC236}">
                          <a16:creationId xmlns:a16="http://schemas.microsoft.com/office/drawing/2014/main" id="{EA9446BA-6C3B-44CF-90F5-A9045C67B4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1" name="Rectangle 1160">
                        <a:extLst>
                          <a:ext uri="{FF2B5EF4-FFF2-40B4-BE49-F238E27FC236}">
                            <a16:creationId xmlns:a16="http://schemas.microsoft.com/office/drawing/2014/main" id="{E0F5557B-D45A-4556-B3DA-4DF93DD892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62" name="Rectangle 1161">
                        <a:extLst>
                          <a:ext uri="{FF2B5EF4-FFF2-40B4-BE49-F238E27FC236}">
                            <a16:creationId xmlns:a16="http://schemas.microsoft.com/office/drawing/2014/main" id="{EF364A9D-E2F1-4B54-95FB-B08F70FA03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9FA2230C-808D-48CC-8EE0-4BF48233DFB2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F6FF200F-7A70-4876-AD85-407F26B77548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41" name="Group 1140">
                    <a:extLst>
                      <a:ext uri="{FF2B5EF4-FFF2-40B4-BE49-F238E27FC236}">
                        <a16:creationId xmlns:a16="http://schemas.microsoft.com/office/drawing/2014/main" id="{41445AFF-7350-46BA-AC05-8F04AC7A274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9" name="Group 1148">
                      <a:extLst>
                        <a:ext uri="{FF2B5EF4-FFF2-40B4-BE49-F238E27FC236}">
                          <a16:creationId xmlns:a16="http://schemas.microsoft.com/office/drawing/2014/main" id="{273227CC-D666-493D-9704-9E8BEAADB9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3" name="Rectangle 1152">
                        <a:extLst>
                          <a:ext uri="{FF2B5EF4-FFF2-40B4-BE49-F238E27FC236}">
                            <a16:creationId xmlns:a16="http://schemas.microsoft.com/office/drawing/2014/main" id="{3A190D7B-E386-4E67-9A19-B32D830A1F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154" name="Rectangle 1153">
                        <a:extLst>
                          <a:ext uri="{FF2B5EF4-FFF2-40B4-BE49-F238E27FC236}">
                            <a16:creationId xmlns:a16="http://schemas.microsoft.com/office/drawing/2014/main" id="{40433DD0-1967-4A13-B442-545E880960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150" name="Group 1149">
                      <a:extLst>
                        <a:ext uri="{FF2B5EF4-FFF2-40B4-BE49-F238E27FC236}">
                          <a16:creationId xmlns:a16="http://schemas.microsoft.com/office/drawing/2014/main" id="{BA4FB498-9F2C-4E08-8862-30F11A81092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1" name="Rectangle 1150">
                        <a:extLst>
                          <a:ext uri="{FF2B5EF4-FFF2-40B4-BE49-F238E27FC236}">
                            <a16:creationId xmlns:a16="http://schemas.microsoft.com/office/drawing/2014/main" id="{11C598C7-C378-4284-8994-32BB59679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152" name="Rectangle 1151">
                        <a:extLst>
                          <a:ext uri="{FF2B5EF4-FFF2-40B4-BE49-F238E27FC236}">
                            <a16:creationId xmlns:a16="http://schemas.microsoft.com/office/drawing/2014/main" id="{6BFC1543-6378-4968-9D5E-D037DB3744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142" name="Group 1141">
                    <a:extLst>
                      <a:ext uri="{FF2B5EF4-FFF2-40B4-BE49-F238E27FC236}">
                        <a16:creationId xmlns:a16="http://schemas.microsoft.com/office/drawing/2014/main" id="{EDD2C118-D546-43F1-BFC0-D0D06ED7D00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3" name="Group 1142">
                      <a:extLst>
                        <a:ext uri="{FF2B5EF4-FFF2-40B4-BE49-F238E27FC236}">
                          <a16:creationId xmlns:a16="http://schemas.microsoft.com/office/drawing/2014/main" id="{547E7273-18EB-4F7E-AD4F-E467AC4B18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7" name="Rectangle 1146">
                        <a:extLst>
                          <a:ext uri="{FF2B5EF4-FFF2-40B4-BE49-F238E27FC236}">
                            <a16:creationId xmlns:a16="http://schemas.microsoft.com/office/drawing/2014/main" id="{63CBBFE4-F497-4ABA-ACD7-57189F2460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148" name="Rectangle 1147">
                        <a:extLst>
                          <a:ext uri="{FF2B5EF4-FFF2-40B4-BE49-F238E27FC236}">
                            <a16:creationId xmlns:a16="http://schemas.microsoft.com/office/drawing/2014/main" id="{D28B95C2-E44C-4466-B426-C7E222EA17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144" name="Group 1143">
                      <a:extLst>
                        <a:ext uri="{FF2B5EF4-FFF2-40B4-BE49-F238E27FC236}">
                          <a16:creationId xmlns:a16="http://schemas.microsoft.com/office/drawing/2014/main" id="{5ECAB130-FDE0-4361-AF02-C64DF02B0C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5" name="Rectangle 1144">
                        <a:extLst>
                          <a:ext uri="{FF2B5EF4-FFF2-40B4-BE49-F238E27FC236}">
                            <a16:creationId xmlns:a16="http://schemas.microsoft.com/office/drawing/2014/main" id="{C067CF21-44A9-4837-BF62-071F7DE55F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146" name="Rectangle 1145">
                        <a:extLst>
                          <a:ext uri="{FF2B5EF4-FFF2-40B4-BE49-F238E27FC236}">
                            <a16:creationId xmlns:a16="http://schemas.microsoft.com/office/drawing/2014/main" id="{00A3A4CA-6D8F-438F-98AE-70C4119E8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91E3A0F-F161-4604-9885-0422FA63DFC7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27" name="Group 1126">
                    <a:extLst>
                      <a:ext uri="{FF2B5EF4-FFF2-40B4-BE49-F238E27FC236}">
                        <a16:creationId xmlns:a16="http://schemas.microsoft.com/office/drawing/2014/main" id="{083CF19E-0422-4C80-8A1D-759864EF7A9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35" name="Group 1134">
                      <a:extLst>
                        <a:ext uri="{FF2B5EF4-FFF2-40B4-BE49-F238E27FC236}">
                          <a16:creationId xmlns:a16="http://schemas.microsoft.com/office/drawing/2014/main" id="{001DB84F-3EA7-4DDA-A6B6-396A1020D0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9" name="Rectangle 1138">
                        <a:extLst>
                          <a:ext uri="{FF2B5EF4-FFF2-40B4-BE49-F238E27FC236}">
                            <a16:creationId xmlns:a16="http://schemas.microsoft.com/office/drawing/2014/main" id="{A7B95CA4-336F-423A-9183-1E63720482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140" name="Rectangle 1139">
                        <a:extLst>
                          <a:ext uri="{FF2B5EF4-FFF2-40B4-BE49-F238E27FC236}">
                            <a16:creationId xmlns:a16="http://schemas.microsoft.com/office/drawing/2014/main" id="{86F85EED-8FFD-4122-8A31-D0ED952AE5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136" name="Group 1135">
                      <a:extLst>
                        <a:ext uri="{FF2B5EF4-FFF2-40B4-BE49-F238E27FC236}">
                          <a16:creationId xmlns:a16="http://schemas.microsoft.com/office/drawing/2014/main" id="{7F96D7B0-2911-4F33-99F0-440E12C23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7" name="Rectangle 1136">
                        <a:extLst>
                          <a:ext uri="{FF2B5EF4-FFF2-40B4-BE49-F238E27FC236}">
                            <a16:creationId xmlns:a16="http://schemas.microsoft.com/office/drawing/2014/main" id="{03F7298F-CE60-42D1-BA4E-C8E52EB1CD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138" name="Rectangle 1137">
                        <a:extLst>
                          <a:ext uri="{FF2B5EF4-FFF2-40B4-BE49-F238E27FC236}">
                            <a16:creationId xmlns:a16="http://schemas.microsoft.com/office/drawing/2014/main" id="{48E1D253-78FE-4473-9933-4D02790E8F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128" name="Group 1127">
                    <a:extLst>
                      <a:ext uri="{FF2B5EF4-FFF2-40B4-BE49-F238E27FC236}">
                        <a16:creationId xmlns:a16="http://schemas.microsoft.com/office/drawing/2014/main" id="{6DB06937-49B4-489B-AD52-6CCA91B69F6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29" name="Group 1128">
                      <a:extLst>
                        <a:ext uri="{FF2B5EF4-FFF2-40B4-BE49-F238E27FC236}">
                          <a16:creationId xmlns:a16="http://schemas.microsoft.com/office/drawing/2014/main" id="{2A5218C2-D6FE-4EB6-B077-BD0FE3EBC9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3" name="Rectangle 1132">
                        <a:extLst>
                          <a:ext uri="{FF2B5EF4-FFF2-40B4-BE49-F238E27FC236}">
                            <a16:creationId xmlns:a16="http://schemas.microsoft.com/office/drawing/2014/main" id="{04162B29-6D1D-42AA-95E2-5D38474F1A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134" name="Rectangle 1133">
                        <a:extLst>
                          <a:ext uri="{FF2B5EF4-FFF2-40B4-BE49-F238E27FC236}">
                            <a16:creationId xmlns:a16="http://schemas.microsoft.com/office/drawing/2014/main" id="{5A420E0E-BF07-44FA-A8F9-04869D20D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130" name="Group 1129">
                      <a:extLst>
                        <a:ext uri="{FF2B5EF4-FFF2-40B4-BE49-F238E27FC236}">
                          <a16:creationId xmlns:a16="http://schemas.microsoft.com/office/drawing/2014/main" id="{982A2DD2-A70F-4436-B822-9B0090898D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1" name="Rectangle 1130">
                        <a:extLst>
                          <a:ext uri="{FF2B5EF4-FFF2-40B4-BE49-F238E27FC236}">
                            <a16:creationId xmlns:a16="http://schemas.microsoft.com/office/drawing/2014/main" id="{43459FD0-5C35-49C8-B71E-FD2D3CE4F2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132" name="Rectangle 1131">
                        <a:extLst>
                          <a:ext uri="{FF2B5EF4-FFF2-40B4-BE49-F238E27FC236}">
                            <a16:creationId xmlns:a16="http://schemas.microsoft.com/office/drawing/2014/main" id="{6AFB7A9E-C291-4D05-B3E7-1D332A159E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88C3ED5F-CE01-46CF-B2F5-775AB1D318CE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061" name="Group 1060">
                <a:extLst>
                  <a:ext uri="{FF2B5EF4-FFF2-40B4-BE49-F238E27FC236}">
                    <a16:creationId xmlns:a16="http://schemas.microsoft.com/office/drawing/2014/main" id="{BD8FA828-691E-4B29-9B30-0158053DA024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99769AA8-4040-4023-8078-AC81B458F204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09" name="Group 1108">
                    <a:extLst>
                      <a:ext uri="{FF2B5EF4-FFF2-40B4-BE49-F238E27FC236}">
                        <a16:creationId xmlns:a16="http://schemas.microsoft.com/office/drawing/2014/main" id="{A7E1DA9D-0C2D-4EAD-901C-6A856CBD89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7" name="Group 1116">
                      <a:extLst>
                        <a:ext uri="{FF2B5EF4-FFF2-40B4-BE49-F238E27FC236}">
                          <a16:creationId xmlns:a16="http://schemas.microsoft.com/office/drawing/2014/main" id="{A3F91CFB-05EB-48DD-9884-6C3F122BBA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21" name="Rectangle 1120">
                        <a:extLst>
                          <a:ext uri="{FF2B5EF4-FFF2-40B4-BE49-F238E27FC236}">
                            <a16:creationId xmlns:a16="http://schemas.microsoft.com/office/drawing/2014/main" id="{FD4C712F-21EA-424A-AEB6-8DEBF2B3A1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22" name="Rectangle 1121">
                        <a:extLst>
                          <a:ext uri="{FF2B5EF4-FFF2-40B4-BE49-F238E27FC236}">
                            <a16:creationId xmlns:a16="http://schemas.microsoft.com/office/drawing/2014/main" id="{7484B14B-E884-4E19-B67D-FAB25DE638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18" name="Group 1117">
                      <a:extLst>
                        <a:ext uri="{FF2B5EF4-FFF2-40B4-BE49-F238E27FC236}">
                          <a16:creationId xmlns:a16="http://schemas.microsoft.com/office/drawing/2014/main" id="{5EE0E8F2-F08F-46CC-B995-9AC67754FD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9" name="Rectangle 1118">
                        <a:extLst>
                          <a:ext uri="{FF2B5EF4-FFF2-40B4-BE49-F238E27FC236}">
                            <a16:creationId xmlns:a16="http://schemas.microsoft.com/office/drawing/2014/main" id="{CBE4D10E-E21A-4C65-AC44-3D92E0CBDD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20" name="Rectangle 1119">
                        <a:extLst>
                          <a:ext uri="{FF2B5EF4-FFF2-40B4-BE49-F238E27FC236}">
                            <a16:creationId xmlns:a16="http://schemas.microsoft.com/office/drawing/2014/main" id="{52CF0AF1-635E-4067-A937-3978D65561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10" name="Group 1109">
                    <a:extLst>
                      <a:ext uri="{FF2B5EF4-FFF2-40B4-BE49-F238E27FC236}">
                        <a16:creationId xmlns:a16="http://schemas.microsoft.com/office/drawing/2014/main" id="{35B9E569-AEB3-4F08-A69F-50C8DFCC29E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1" name="Group 1110">
                      <a:extLst>
                        <a:ext uri="{FF2B5EF4-FFF2-40B4-BE49-F238E27FC236}">
                          <a16:creationId xmlns:a16="http://schemas.microsoft.com/office/drawing/2014/main" id="{DFCEEC58-EA20-43A8-A3C4-01048D5959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5" name="Rectangle 1114">
                        <a:extLst>
                          <a:ext uri="{FF2B5EF4-FFF2-40B4-BE49-F238E27FC236}">
                            <a16:creationId xmlns:a16="http://schemas.microsoft.com/office/drawing/2014/main" id="{0D7246B1-3660-4044-A8DA-831C8DB450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16" name="Rectangle 1115">
                        <a:extLst>
                          <a:ext uri="{FF2B5EF4-FFF2-40B4-BE49-F238E27FC236}">
                            <a16:creationId xmlns:a16="http://schemas.microsoft.com/office/drawing/2014/main" id="{35548D35-EBF0-4CAE-8A0F-C1D836F3B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12" name="Group 1111">
                      <a:extLst>
                        <a:ext uri="{FF2B5EF4-FFF2-40B4-BE49-F238E27FC236}">
                          <a16:creationId xmlns:a16="http://schemas.microsoft.com/office/drawing/2014/main" id="{362F2A06-7E22-44E3-BFFA-DF670D09F3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3" name="Rectangle 1112">
                        <a:extLst>
                          <a:ext uri="{FF2B5EF4-FFF2-40B4-BE49-F238E27FC236}">
                            <a16:creationId xmlns:a16="http://schemas.microsoft.com/office/drawing/2014/main" id="{FF186F4D-54BD-44CD-9813-C4CAFBD602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14" name="Rectangle 1113">
                        <a:extLst>
                          <a:ext uri="{FF2B5EF4-FFF2-40B4-BE49-F238E27FC236}">
                            <a16:creationId xmlns:a16="http://schemas.microsoft.com/office/drawing/2014/main" id="{B6224F0C-3400-4BBE-9E7A-A578B89E8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94" name="Group 1093">
                  <a:extLst>
                    <a:ext uri="{FF2B5EF4-FFF2-40B4-BE49-F238E27FC236}">
                      <a16:creationId xmlns:a16="http://schemas.microsoft.com/office/drawing/2014/main" id="{A83E2642-EB7D-494A-AF62-F41EF72F0C0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95" name="Group 1094">
                    <a:extLst>
                      <a:ext uri="{FF2B5EF4-FFF2-40B4-BE49-F238E27FC236}">
                        <a16:creationId xmlns:a16="http://schemas.microsoft.com/office/drawing/2014/main" id="{0DA29B22-9D86-4C12-BA82-386F3DBAEFD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03" name="Group 1102">
                      <a:extLst>
                        <a:ext uri="{FF2B5EF4-FFF2-40B4-BE49-F238E27FC236}">
                          <a16:creationId xmlns:a16="http://schemas.microsoft.com/office/drawing/2014/main" id="{E965C726-6ABC-4937-AF12-287AC5C3B8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7" name="Rectangle 1106">
                        <a:extLst>
                          <a:ext uri="{FF2B5EF4-FFF2-40B4-BE49-F238E27FC236}">
                            <a16:creationId xmlns:a16="http://schemas.microsoft.com/office/drawing/2014/main" id="{AF051E12-C97C-44A2-889D-B60C2E3DF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08" name="Rectangle 1107">
                        <a:extLst>
                          <a:ext uri="{FF2B5EF4-FFF2-40B4-BE49-F238E27FC236}">
                            <a16:creationId xmlns:a16="http://schemas.microsoft.com/office/drawing/2014/main" id="{116E4B8F-7F0A-4023-89C6-08019C0D0F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04" name="Group 1103">
                      <a:extLst>
                        <a:ext uri="{FF2B5EF4-FFF2-40B4-BE49-F238E27FC236}">
                          <a16:creationId xmlns:a16="http://schemas.microsoft.com/office/drawing/2014/main" id="{FD7A2453-8414-4C61-BD71-7960D15DB24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5" name="Rectangle 1104">
                        <a:extLst>
                          <a:ext uri="{FF2B5EF4-FFF2-40B4-BE49-F238E27FC236}">
                            <a16:creationId xmlns:a16="http://schemas.microsoft.com/office/drawing/2014/main" id="{C53178CD-444D-4610-AA1D-704B071F05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06" name="Rectangle 1105">
                        <a:extLst>
                          <a:ext uri="{FF2B5EF4-FFF2-40B4-BE49-F238E27FC236}">
                            <a16:creationId xmlns:a16="http://schemas.microsoft.com/office/drawing/2014/main" id="{E40F85B7-89AB-4B02-B0CA-E36F4AD596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96" name="Group 1095">
                    <a:extLst>
                      <a:ext uri="{FF2B5EF4-FFF2-40B4-BE49-F238E27FC236}">
                        <a16:creationId xmlns:a16="http://schemas.microsoft.com/office/drawing/2014/main" id="{34867BD1-EBF6-4DDE-B204-36024A6F319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97" name="Group 1096">
                      <a:extLst>
                        <a:ext uri="{FF2B5EF4-FFF2-40B4-BE49-F238E27FC236}">
                          <a16:creationId xmlns:a16="http://schemas.microsoft.com/office/drawing/2014/main" id="{A2817DB7-C405-4A11-A146-0DAA73E5C1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1" name="Rectangle 1100">
                        <a:extLst>
                          <a:ext uri="{FF2B5EF4-FFF2-40B4-BE49-F238E27FC236}">
                            <a16:creationId xmlns:a16="http://schemas.microsoft.com/office/drawing/2014/main" id="{E99D8D62-4552-49BE-B0AF-1695762F3F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02" name="Rectangle 1101">
                        <a:extLst>
                          <a:ext uri="{FF2B5EF4-FFF2-40B4-BE49-F238E27FC236}">
                            <a16:creationId xmlns:a16="http://schemas.microsoft.com/office/drawing/2014/main" id="{F12FD020-AFB2-4F84-8C02-B4741B7C65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98" name="Group 1097">
                      <a:extLst>
                        <a:ext uri="{FF2B5EF4-FFF2-40B4-BE49-F238E27FC236}">
                          <a16:creationId xmlns:a16="http://schemas.microsoft.com/office/drawing/2014/main" id="{353412D3-CBF8-4C05-BC7B-1C4892A0E9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9" name="Rectangle 1098">
                        <a:extLst>
                          <a:ext uri="{FF2B5EF4-FFF2-40B4-BE49-F238E27FC236}">
                            <a16:creationId xmlns:a16="http://schemas.microsoft.com/office/drawing/2014/main" id="{9A402CB0-E611-4D66-B482-56194F5A2E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00" name="Rectangle 1099">
                        <a:extLst>
                          <a:ext uri="{FF2B5EF4-FFF2-40B4-BE49-F238E27FC236}">
                            <a16:creationId xmlns:a16="http://schemas.microsoft.com/office/drawing/2014/main" id="{9BA80431-D5F5-4480-9704-B0E5390E21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062" name="Group 1061">
                <a:extLst>
                  <a:ext uri="{FF2B5EF4-FFF2-40B4-BE49-F238E27FC236}">
                    <a16:creationId xmlns:a16="http://schemas.microsoft.com/office/drawing/2014/main" id="{745D91B9-CAE6-451C-9062-F0A2EB38FC7F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9AA09291-655C-4E80-B4F5-9095A50C4B8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79" name="Group 1078">
                    <a:extLst>
                      <a:ext uri="{FF2B5EF4-FFF2-40B4-BE49-F238E27FC236}">
                        <a16:creationId xmlns:a16="http://schemas.microsoft.com/office/drawing/2014/main" id="{6DDF2886-D4CE-4AA2-A84F-8AA473F6A6B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7" name="Group 1086">
                      <a:extLst>
                        <a:ext uri="{FF2B5EF4-FFF2-40B4-BE49-F238E27FC236}">
                          <a16:creationId xmlns:a16="http://schemas.microsoft.com/office/drawing/2014/main" id="{AD52E129-F54C-4737-8935-B4FF44B5F9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1" name="Rectangle 1090">
                        <a:extLst>
                          <a:ext uri="{FF2B5EF4-FFF2-40B4-BE49-F238E27FC236}">
                            <a16:creationId xmlns:a16="http://schemas.microsoft.com/office/drawing/2014/main" id="{40CD41F0-16C1-4D97-9D7D-415B13289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92" name="Rectangle 1091">
                        <a:extLst>
                          <a:ext uri="{FF2B5EF4-FFF2-40B4-BE49-F238E27FC236}">
                            <a16:creationId xmlns:a16="http://schemas.microsoft.com/office/drawing/2014/main" id="{CF9CA623-117C-4D11-AC63-D7694CF67A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7D177631-7E16-47D4-9417-FDA696A607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9" name="Rectangle 1088">
                        <a:extLst>
                          <a:ext uri="{FF2B5EF4-FFF2-40B4-BE49-F238E27FC236}">
                            <a16:creationId xmlns:a16="http://schemas.microsoft.com/office/drawing/2014/main" id="{7F1EEF33-5465-44FB-88C8-9CC6A94FF7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90" name="Rectangle 1089">
                        <a:extLst>
                          <a:ext uri="{FF2B5EF4-FFF2-40B4-BE49-F238E27FC236}">
                            <a16:creationId xmlns:a16="http://schemas.microsoft.com/office/drawing/2014/main" id="{1660BAA5-A03A-45BC-B996-7C3B82A12C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80" name="Group 1079">
                    <a:extLst>
                      <a:ext uri="{FF2B5EF4-FFF2-40B4-BE49-F238E27FC236}">
                        <a16:creationId xmlns:a16="http://schemas.microsoft.com/office/drawing/2014/main" id="{F66AD19D-245F-4591-9E6D-FBD6F89F82D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1" name="Group 1080">
                      <a:extLst>
                        <a:ext uri="{FF2B5EF4-FFF2-40B4-BE49-F238E27FC236}">
                          <a16:creationId xmlns:a16="http://schemas.microsoft.com/office/drawing/2014/main" id="{7216FDDC-2F85-4E62-B307-0005C553B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5" name="Rectangle 1084">
                        <a:extLst>
                          <a:ext uri="{FF2B5EF4-FFF2-40B4-BE49-F238E27FC236}">
                            <a16:creationId xmlns:a16="http://schemas.microsoft.com/office/drawing/2014/main" id="{0B11DB1B-C1BF-41B5-BE37-253FDEA6B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86" name="Rectangle 1085">
                        <a:extLst>
                          <a:ext uri="{FF2B5EF4-FFF2-40B4-BE49-F238E27FC236}">
                            <a16:creationId xmlns:a16="http://schemas.microsoft.com/office/drawing/2014/main" id="{7C488D01-9AF3-4DAB-A94F-FBAB649ADD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82" name="Group 1081">
                      <a:extLst>
                        <a:ext uri="{FF2B5EF4-FFF2-40B4-BE49-F238E27FC236}">
                          <a16:creationId xmlns:a16="http://schemas.microsoft.com/office/drawing/2014/main" id="{BC2DF493-588E-445D-A3B2-D639F7D15A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3" name="Rectangle 1082">
                        <a:extLst>
                          <a:ext uri="{FF2B5EF4-FFF2-40B4-BE49-F238E27FC236}">
                            <a16:creationId xmlns:a16="http://schemas.microsoft.com/office/drawing/2014/main" id="{AFE6A75E-5444-4EF1-A9DB-C02244ACFE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84" name="Rectangle 1083">
                        <a:extLst>
                          <a:ext uri="{FF2B5EF4-FFF2-40B4-BE49-F238E27FC236}">
                            <a16:creationId xmlns:a16="http://schemas.microsoft.com/office/drawing/2014/main" id="{77F342A0-03C5-4DED-898A-F1B6DFF98D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97523B98-8405-4A9C-BC0E-BA443D88E89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65" name="Group 1064">
                    <a:extLst>
                      <a:ext uri="{FF2B5EF4-FFF2-40B4-BE49-F238E27FC236}">
                        <a16:creationId xmlns:a16="http://schemas.microsoft.com/office/drawing/2014/main" id="{1A9E6BF6-6BC2-4249-93E7-5485D3CE88A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73" name="Group 1072">
                      <a:extLst>
                        <a:ext uri="{FF2B5EF4-FFF2-40B4-BE49-F238E27FC236}">
                          <a16:creationId xmlns:a16="http://schemas.microsoft.com/office/drawing/2014/main" id="{E44EBE65-A7C2-4DEC-A750-97A9042218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7" name="Rectangle 1076">
                        <a:extLst>
                          <a:ext uri="{FF2B5EF4-FFF2-40B4-BE49-F238E27FC236}">
                            <a16:creationId xmlns:a16="http://schemas.microsoft.com/office/drawing/2014/main" id="{93B95F3A-B7D0-4CAA-A0B5-D358636B7D8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78" name="Rectangle 1077">
                        <a:extLst>
                          <a:ext uri="{FF2B5EF4-FFF2-40B4-BE49-F238E27FC236}">
                            <a16:creationId xmlns:a16="http://schemas.microsoft.com/office/drawing/2014/main" id="{5B22D89B-725D-4A6B-AD3C-24A5E3BDD1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74" name="Group 1073">
                      <a:extLst>
                        <a:ext uri="{FF2B5EF4-FFF2-40B4-BE49-F238E27FC236}">
                          <a16:creationId xmlns:a16="http://schemas.microsoft.com/office/drawing/2014/main" id="{AF71939A-FBF6-4038-A352-ADBEB8E826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5" name="Rectangle 1074">
                        <a:extLst>
                          <a:ext uri="{FF2B5EF4-FFF2-40B4-BE49-F238E27FC236}">
                            <a16:creationId xmlns:a16="http://schemas.microsoft.com/office/drawing/2014/main" id="{D6F76528-588F-4E5C-B388-93AD1F654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76" name="Rectangle 1075">
                        <a:extLst>
                          <a:ext uri="{FF2B5EF4-FFF2-40B4-BE49-F238E27FC236}">
                            <a16:creationId xmlns:a16="http://schemas.microsoft.com/office/drawing/2014/main" id="{6C8EEC30-E971-4A1D-89AB-D7E1FE140B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48F861D6-E494-4696-B072-BFB83F989E4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67" name="Group 1066">
                      <a:extLst>
                        <a:ext uri="{FF2B5EF4-FFF2-40B4-BE49-F238E27FC236}">
                          <a16:creationId xmlns:a16="http://schemas.microsoft.com/office/drawing/2014/main" id="{4C70EACA-4710-4BB8-8158-BBAE452194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1" name="Rectangle 1070">
                        <a:extLst>
                          <a:ext uri="{FF2B5EF4-FFF2-40B4-BE49-F238E27FC236}">
                            <a16:creationId xmlns:a16="http://schemas.microsoft.com/office/drawing/2014/main" id="{7BEA2134-6DC6-4952-9777-2A2AA07CFD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72" name="Rectangle 1071">
                        <a:extLst>
                          <a:ext uri="{FF2B5EF4-FFF2-40B4-BE49-F238E27FC236}">
                            <a16:creationId xmlns:a16="http://schemas.microsoft.com/office/drawing/2014/main" id="{AD1A4298-FD08-45A1-909B-27C1B5FCE0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68" name="Group 1067">
                      <a:extLst>
                        <a:ext uri="{FF2B5EF4-FFF2-40B4-BE49-F238E27FC236}">
                          <a16:creationId xmlns:a16="http://schemas.microsoft.com/office/drawing/2014/main" id="{9473EFB7-B590-4A94-B978-BDD0D6C9AA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69" name="Rectangle 1068">
                        <a:extLst>
                          <a:ext uri="{FF2B5EF4-FFF2-40B4-BE49-F238E27FC236}">
                            <a16:creationId xmlns:a16="http://schemas.microsoft.com/office/drawing/2014/main" id="{79C198C8-E2B8-4063-BDC1-E7AA0A39D9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70" name="Rectangle 1069">
                        <a:extLst>
                          <a:ext uri="{FF2B5EF4-FFF2-40B4-BE49-F238E27FC236}">
                            <a16:creationId xmlns:a16="http://schemas.microsoft.com/office/drawing/2014/main" id="{83440A6B-7316-4533-93D9-741078509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702927C-1798-4E5F-B811-568B167F83BC}"/>
              </a:ext>
            </a:extLst>
          </p:cNvPr>
          <p:cNvSpPr txBox="1"/>
          <p:nvPr/>
        </p:nvSpPr>
        <p:spPr>
          <a:xfrm>
            <a:off x="9889517" y="2630629"/>
            <a:ext cx="878812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Bit Resolution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EE0BF68-A51B-4FA3-B99C-34642CC0EE83}"/>
              </a:ext>
            </a:extLst>
          </p:cNvPr>
          <p:cNvSpPr txBox="1"/>
          <p:nvPr/>
        </p:nvSpPr>
        <p:spPr>
          <a:xfrm>
            <a:off x="10643452" y="2630629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Duty Cycle Resolution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6FB339-88ED-4821-90B9-3D829A34D6AD}"/>
              </a:ext>
            </a:extLst>
          </p:cNvPr>
          <p:cNvGrpSpPr/>
          <p:nvPr/>
        </p:nvGrpSpPr>
        <p:grpSpPr>
          <a:xfrm>
            <a:off x="9889517" y="2865445"/>
            <a:ext cx="2095249" cy="261610"/>
            <a:chOff x="9889517" y="2865445"/>
            <a:chExt cx="2095249" cy="261610"/>
          </a:xfrm>
        </p:grpSpPr>
        <p:sp>
          <p:nvSpPr>
            <p:cNvPr id="1186" name="TextBox 1185">
              <a:extLst>
                <a:ext uri="{FF2B5EF4-FFF2-40B4-BE49-F238E27FC236}">
                  <a16:creationId xmlns:a16="http://schemas.microsoft.com/office/drawing/2014/main" id="{21D39665-C1D1-41E7-AA16-CDCB9519D54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</a:t>
              </a:r>
            </a:p>
          </p:txBody>
        </p:sp>
        <p:sp>
          <p:nvSpPr>
            <p:cNvPr id="1187" name="TextBox 1186">
              <a:extLst>
                <a:ext uri="{FF2B5EF4-FFF2-40B4-BE49-F238E27FC236}">
                  <a16:creationId xmlns:a16="http://schemas.microsoft.com/office/drawing/2014/main" id="{0AC80875-DD47-4FE3-B58F-93C03F22F3B8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Fixed at 50%</a:t>
              </a:r>
            </a:p>
          </p:txBody>
        </p:sp>
      </p:grpSp>
      <p:grpSp>
        <p:nvGrpSpPr>
          <p:cNvPr id="1188" name="Group 1187">
            <a:extLst>
              <a:ext uri="{FF2B5EF4-FFF2-40B4-BE49-F238E27FC236}">
                <a16:creationId xmlns:a16="http://schemas.microsoft.com/office/drawing/2014/main" id="{52AB1214-075E-4A88-A248-2CE3B3A8D1D9}"/>
              </a:ext>
            </a:extLst>
          </p:cNvPr>
          <p:cNvGrpSpPr/>
          <p:nvPr/>
        </p:nvGrpSpPr>
        <p:grpSpPr>
          <a:xfrm>
            <a:off x="9890292" y="3140932"/>
            <a:ext cx="2095249" cy="261610"/>
            <a:chOff x="9889517" y="2865445"/>
            <a:chExt cx="2095249" cy="261610"/>
          </a:xfrm>
        </p:grpSpPr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32C27B5C-7E5C-4EF3-9E1B-FF5CECDA043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</a:t>
              </a:r>
            </a:p>
          </p:txBody>
        </p:sp>
        <p:sp>
          <p:nvSpPr>
            <p:cNvPr id="1190" name="TextBox 1189">
              <a:extLst>
                <a:ext uri="{FF2B5EF4-FFF2-40B4-BE49-F238E27FC236}">
                  <a16:creationId xmlns:a16="http://schemas.microsoft.com/office/drawing/2014/main" id="{797A5EF8-05B5-4922-9061-2E12B85ABAF6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25%</a:t>
              </a:r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E0AFFF6F-3B11-4228-81A4-A153AA9B74FD}"/>
              </a:ext>
            </a:extLst>
          </p:cNvPr>
          <p:cNvGrpSpPr/>
          <p:nvPr/>
        </p:nvGrpSpPr>
        <p:grpSpPr>
          <a:xfrm>
            <a:off x="9895182" y="3410658"/>
            <a:ext cx="2095249" cy="261610"/>
            <a:chOff x="9889517" y="2865445"/>
            <a:chExt cx="2095249" cy="261610"/>
          </a:xfrm>
        </p:grpSpPr>
        <p:sp>
          <p:nvSpPr>
            <p:cNvPr id="1192" name="TextBox 1191">
              <a:extLst>
                <a:ext uri="{FF2B5EF4-FFF2-40B4-BE49-F238E27FC236}">
                  <a16:creationId xmlns:a16="http://schemas.microsoft.com/office/drawing/2014/main" id="{BEA561B6-F374-48BF-A38C-A6D389966880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</a:t>
              </a:r>
            </a:p>
          </p:txBody>
        </p:sp>
        <p:sp>
          <p:nvSpPr>
            <p:cNvPr id="1193" name="TextBox 1192">
              <a:extLst>
                <a:ext uri="{FF2B5EF4-FFF2-40B4-BE49-F238E27FC236}">
                  <a16:creationId xmlns:a16="http://schemas.microsoft.com/office/drawing/2014/main" id="{7C2F0836-8955-44C4-9B2F-F3A21AC480D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12.5%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BD7E1B5-6F87-44C5-AC94-A11AB7852867}"/>
              </a:ext>
            </a:extLst>
          </p:cNvPr>
          <p:cNvGrpSpPr/>
          <p:nvPr/>
        </p:nvGrpSpPr>
        <p:grpSpPr>
          <a:xfrm>
            <a:off x="9896588" y="3675412"/>
            <a:ext cx="2095249" cy="261610"/>
            <a:chOff x="9889517" y="2865445"/>
            <a:chExt cx="2095249" cy="261610"/>
          </a:xfrm>
        </p:grpSpPr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1DE3569F-065B-411F-90CA-1845F17F3A0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4</a:t>
              </a: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A7CCDB72-72C5-41CE-945C-E2D7FAE7095B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6.25%</a:t>
              </a:r>
            </a:p>
          </p:txBody>
        </p: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F9865BC9-64FD-480D-BFB7-0698901F8E73}"/>
              </a:ext>
            </a:extLst>
          </p:cNvPr>
          <p:cNvGrpSpPr/>
          <p:nvPr/>
        </p:nvGrpSpPr>
        <p:grpSpPr>
          <a:xfrm>
            <a:off x="9896740" y="3955871"/>
            <a:ext cx="2095249" cy="261610"/>
            <a:chOff x="9889517" y="2865445"/>
            <a:chExt cx="2095249" cy="261610"/>
          </a:xfrm>
        </p:grpSpPr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C2777DA8-882D-4E1F-8F18-0EEFFF87E0F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5</a:t>
              </a:r>
            </a:p>
          </p:txBody>
        </p:sp>
        <p:sp>
          <p:nvSpPr>
            <p:cNvPr id="1199" name="TextBox 1198">
              <a:extLst>
                <a:ext uri="{FF2B5EF4-FFF2-40B4-BE49-F238E27FC236}">
                  <a16:creationId xmlns:a16="http://schemas.microsoft.com/office/drawing/2014/main" id="{2CBC4503-6A23-4878-864E-20E9183F8153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3.125%</a:t>
              </a:r>
            </a:p>
          </p:txBody>
        </p:sp>
      </p:grpSp>
      <p:grpSp>
        <p:nvGrpSpPr>
          <p:cNvPr id="1200" name="Group 1199">
            <a:extLst>
              <a:ext uri="{FF2B5EF4-FFF2-40B4-BE49-F238E27FC236}">
                <a16:creationId xmlns:a16="http://schemas.microsoft.com/office/drawing/2014/main" id="{13C5488E-6A14-49D4-9BC6-5052A72FD706}"/>
              </a:ext>
            </a:extLst>
          </p:cNvPr>
          <p:cNvGrpSpPr/>
          <p:nvPr/>
        </p:nvGrpSpPr>
        <p:grpSpPr>
          <a:xfrm>
            <a:off x="9896662" y="4180946"/>
            <a:ext cx="2095249" cy="261610"/>
            <a:chOff x="9889517" y="2865445"/>
            <a:chExt cx="2095249" cy="261610"/>
          </a:xfrm>
        </p:grpSpPr>
        <p:sp>
          <p:nvSpPr>
            <p:cNvPr id="1201" name="TextBox 1200">
              <a:extLst>
                <a:ext uri="{FF2B5EF4-FFF2-40B4-BE49-F238E27FC236}">
                  <a16:creationId xmlns:a16="http://schemas.microsoft.com/office/drawing/2014/main" id="{11BF6DE9-59F7-459F-950B-14A96BF35257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53B4CEB1-642D-4E72-A907-590F52D5773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1.5625%</a:t>
              </a:r>
            </a:p>
          </p:txBody>
        </p:sp>
      </p:grpSp>
      <p:sp>
        <p:nvSpPr>
          <p:cNvPr id="1203" name="TextBox 1202">
            <a:extLst>
              <a:ext uri="{FF2B5EF4-FFF2-40B4-BE49-F238E27FC236}">
                <a16:creationId xmlns:a16="http://schemas.microsoft.com/office/drawing/2014/main" id="{A269AF37-42E8-41F2-BA6F-03881CC506AF}"/>
              </a:ext>
            </a:extLst>
          </p:cNvPr>
          <p:cNvSpPr txBox="1"/>
          <p:nvPr/>
        </p:nvSpPr>
        <p:spPr>
          <a:xfrm>
            <a:off x="11832172" y="2627485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Voltage Increments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3046ABE-FF32-44AE-BB00-EC90E9F3A632}"/>
              </a:ext>
            </a:extLst>
          </p:cNvPr>
          <p:cNvSpPr txBox="1"/>
          <p:nvPr/>
        </p:nvSpPr>
        <p:spPr>
          <a:xfrm>
            <a:off x="11832172" y="3144990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dirty="0">
                <a:latin typeface="Segoe Condensed" panose="020B0606040200020203" pitchFamily="34" charset="0"/>
              </a:rPr>
              <a:t>0.825V</a:t>
            </a:r>
          </a:p>
        </p:txBody>
      </p:sp>
      <p:grpSp>
        <p:nvGrpSpPr>
          <p:cNvPr id="1205" name="Group 1204">
            <a:extLst>
              <a:ext uri="{FF2B5EF4-FFF2-40B4-BE49-F238E27FC236}">
                <a16:creationId xmlns:a16="http://schemas.microsoft.com/office/drawing/2014/main" id="{F90BE6C0-ED21-4B73-8B2B-64216DE77092}"/>
              </a:ext>
            </a:extLst>
          </p:cNvPr>
          <p:cNvGrpSpPr/>
          <p:nvPr/>
        </p:nvGrpSpPr>
        <p:grpSpPr>
          <a:xfrm>
            <a:off x="9896701" y="4448624"/>
            <a:ext cx="2095249" cy="261610"/>
            <a:chOff x="9889517" y="2865445"/>
            <a:chExt cx="2095249" cy="261610"/>
          </a:xfrm>
        </p:grpSpPr>
        <p:sp>
          <p:nvSpPr>
            <p:cNvPr id="1206" name="TextBox 1205">
              <a:extLst>
                <a:ext uri="{FF2B5EF4-FFF2-40B4-BE49-F238E27FC236}">
                  <a16:creationId xmlns:a16="http://schemas.microsoft.com/office/drawing/2014/main" id="{22639EFE-4F3E-4813-98EE-85F266283A7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7</a:t>
              </a:r>
            </a:p>
          </p:txBody>
        </p:sp>
        <p:sp>
          <p:nvSpPr>
            <p:cNvPr id="1207" name="TextBox 1206">
              <a:extLst>
                <a:ext uri="{FF2B5EF4-FFF2-40B4-BE49-F238E27FC236}">
                  <a16:creationId xmlns:a16="http://schemas.microsoft.com/office/drawing/2014/main" id="{37ED462B-C873-4DB3-A873-A3C1EE17DC3F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0.78125%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0546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DD4C9F-C2FA-4AAC-91B8-E17C581D17CE}"/>
              </a:ext>
            </a:extLst>
          </p:cNvPr>
          <p:cNvGrpSpPr/>
          <p:nvPr/>
        </p:nvGrpSpPr>
        <p:grpSpPr>
          <a:xfrm>
            <a:off x="384512" y="1450788"/>
            <a:ext cx="1788631" cy="364856"/>
            <a:chOff x="-532572" y="1491383"/>
            <a:chExt cx="1788631" cy="3648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/>
                <p:nvPr/>
              </p:nvSpPr>
              <p:spPr>
                <a:xfrm>
                  <a:off x="-499998" y="1491383"/>
                  <a:ext cx="1756057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=40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4519789-D8FC-4039-9957-7502D4A93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9998" y="1491383"/>
                  <a:ext cx="1756057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389" r="-1389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/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𝑅𝑒𝑠𝑜𝑙𝑢𝑡𝑖𝑜𝑛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:1 </m:t>
                        </m:r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en-US" sz="11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09C6E483-90E2-4DE2-B7B7-4E63854E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32572" y="1686962"/>
                  <a:ext cx="1788631" cy="169277"/>
                </a:xfrm>
                <a:prstGeom prst="rect">
                  <a:avLst/>
                </a:prstGeom>
                <a:blipFill>
                  <a:blip r:embed="rId4"/>
                  <a:stretch>
                    <a:fillRect l="-2048" r="-1365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0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F3A9BEDF-2B37-4B6A-8509-151DDFB0074A}"/>
              </a:ext>
            </a:extLst>
          </p:cNvPr>
          <p:cNvGrpSpPr/>
          <p:nvPr/>
        </p:nvGrpSpPr>
        <p:grpSpPr>
          <a:xfrm>
            <a:off x="417086" y="2461352"/>
            <a:ext cx="1756057" cy="534133"/>
            <a:chOff x="-499998" y="1491383"/>
            <a:chExt cx="1756057" cy="53413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/>
                <p:nvPr/>
              </p:nvSpPr>
              <p:spPr>
                <a:xfrm>
                  <a:off x="-499998" y="1491383"/>
                  <a:ext cx="1756057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𝐶𝑙𝑜𝑐𝑘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=40 </m:t>
                        </m:r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416" name="TextBox 415">
                  <a:extLst>
                    <a:ext uri="{FF2B5EF4-FFF2-40B4-BE49-F238E27FC236}">
                      <a16:creationId xmlns:a16="http://schemas.microsoft.com/office/drawing/2014/main" id="{FABF902A-F4DE-484E-B708-C962942A8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9998" y="1491383"/>
                  <a:ext cx="1756057" cy="169277"/>
                </a:xfrm>
                <a:prstGeom prst="rect">
                  <a:avLst/>
                </a:prstGeom>
                <a:blipFill>
                  <a:blip r:embed="rId3"/>
                  <a:stretch>
                    <a:fillRect l="-1389" r="-1389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/>
                <p:nvPr/>
              </p:nvSpPr>
              <p:spPr>
                <a:xfrm>
                  <a:off x="-416002" y="1686962"/>
                  <a:ext cx="167206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𝑃𝑊𝑀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𝐹𝑟𝑒𝑞𝑢𝑒𝑛𝑐𝑦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 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𝑀𝐻𝑧</m:t>
                        </m:r>
                      </m:oMath>
                    </m:oMathPara>
                  </a14:m>
                  <a:endParaRPr lang="en-US" sz="1100" b="0" dirty="0">
                    <a:solidFill>
                      <a:schemeClr val="tx1"/>
                    </a:solidFill>
                  </a:endParaRPr>
                </a:p>
                <a:p>
                  <a:pPr algn="r"/>
                  <a:endParaRPr lang="en-US" sz="11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B10D6285-9F86-415C-86AB-5FCD7E8DDC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6002" y="1686962"/>
                  <a:ext cx="1672061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1460" r="-18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0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FA20990B-6C71-42FE-A082-7105CA92B92A}"/>
              </a:ext>
            </a:extLst>
          </p:cNvPr>
          <p:cNvCxnSpPr/>
          <p:nvPr/>
        </p:nvCxnSpPr>
        <p:spPr>
          <a:xfrm>
            <a:off x="59673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6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10418934" y="1612282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10418934" y="186619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10418834" y="2115905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930" name="Group 929">
            <a:extLst>
              <a:ext uri="{FF2B5EF4-FFF2-40B4-BE49-F238E27FC236}">
                <a16:creationId xmlns:a16="http://schemas.microsoft.com/office/drawing/2014/main" id="{015A861B-0E87-4CBA-B6B1-D5F9D56083E4}"/>
              </a:ext>
            </a:extLst>
          </p:cNvPr>
          <p:cNvGrpSpPr/>
          <p:nvPr/>
        </p:nvGrpSpPr>
        <p:grpSpPr>
          <a:xfrm>
            <a:off x="2304448" y="4486932"/>
            <a:ext cx="3657600" cy="184994"/>
            <a:chOff x="2306674" y="4207314"/>
            <a:chExt cx="7315187" cy="184994"/>
          </a:xfrm>
        </p:grpSpPr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9352E22B-594B-4A60-A704-655AA456371B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95" name="Group 994">
                <a:extLst>
                  <a:ext uri="{FF2B5EF4-FFF2-40B4-BE49-F238E27FC236}">
                    <a16:creationId xmlns:a16="http://schemas.microsoft.com/office/drawing/2014/main" id="{E83C62D8-65A3-4741-990A-8FBE3CE98F8D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28" name="Group 1027">
                  <a:extLst>
                    <a:ext uri="{FF2B5EF4-FFF2-40B4-BE49-F238E27FC236}">
                      <a16:creationId xmlns:a16="http://schemas.microsoft.com/office/drawing/2014/main" id="{8D38CF49-7998-47B3-AB99-55481CCCF73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44" name="Group 1043">
                    <a:extLst>
                      <a:ext uri="{FF2B5EF4-FFF2-40B4-BE49-F238E27FC236}">
                        <a16:creationId xmlns:a16="http://schemas.microsoft.com/office/drawing/2014/main" id="{75790C04-0D12-4AFA-AF6F-42E7262BF47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52" name="Group 1051">
                      <a:extLst>
                        <a:ext uri="{FF2B5EF4-FFF2-40B4-BE49-F238E27FC236}">
                          <a16:creationId xmlns:a16="http://schemas.microsoft.com/office/drawing/2014/main" id="{EEB8F6F5-95A9-4213-B1C6-1AEB07D783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6" name="Rectangle 1055">
                        <a:extLst>
                          <a:ext uri="{FF2B5EF4-FFF2-40B4-BE49-F238E27FC236}">
                            <a16:creationId xmlns:a16="http://schemas.microsoft.com/office/drawing/2014/main" id="{D16AEACA-6D68-4C58-9081-E76BEAB718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057" name="Rectangle 1056">
                        <a:extLst>
                          <a:ext uri="{FF2B5EF4-FFF2-40B4-BE49-F238E27FC236}">
                            <a16:creationId xmlns:a16="http://schemas.microsoft.com/office/drawing/2014/main" id="{C8B814D1-1ADE-46C5-8F70-F700DB8FEC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053" name="Group 1052">
                      <a:extLst>
                        <a:ext uri="{FF2B5EF4-FFF2-40B4-BE49-F238E27FC236}">
                          <a16:creationId xmlns:a16="http://schemas.microsoft.com/office/drawing/2014/main" id="{35205A38-F12F-457E-9DCB-96047928AA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4" name="Rectangle 1053">
                        <a:extLst>
                          <a:ext uri="{FF2B5EF4-FFF2-40B4-BE49-F238E27FC236}">
                            <a16:creationId xmlns:a16="http://schemas.microsoft.com/office/drawing/2014/main" id="{97C4E178-707A-4144-BBF0-BC832A4992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055" name="Rectangle 1054">
                        <a:extLst>
                          <a:ext uri="{FF2B5EF4-FFF2-40B4-BE49-F238E27FC236}">
                            <a16:creationId xmlns:a16="http://schemas.microsoft.com/office/drawing/2014/main" id="{7E00E05C-F12D-4291-98B0-DD77E5307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045" name="Group 1044">
                    <a:extLst>
                      <a:ext uri="{FF2B5EF4-FFF2-40B4-BE49-F238E27FC236}">
                        <a16:creationId xmlns:a16="http://schemas.microsoft.com/office/drawing/2014/main" id="{78CEC39D-D3ED-4D6C-B4CB-E82D22734B6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46" name="Group 1045">
                      <a:extLst>
                        <a:ext uri="{FF2B5EF4-FFF2-40B4-BE49-F238E27FC236}">
                          <a16:creationId xmlns:a16="http://schemas.microsoft.com/office/drawing/2014/main" id="{FDD7DEE0-9C5F-4785-B3B5-51A19ED49F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50" name="Rectangle 1049">
                        <a:extLst>
                          <a:ext uri="{FF2B5EF4-FFF2-40B4-BE49-F238E27FC236}">
                            <a16:creationId xmlns:a16="http://schemas.microsoft.com/office/drawing/2014/main" id="{AF2D8402-8751-4A3B-87B5-C8757F2C09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051" name="Rectangle 1050">
                        <a:extLst>
                          <a:ext uri="{FF2B5EF4-FFF2-40B4-BE49-F238E27FC236}">
                            <a16:creationId xmlns:a16="http://schemas.microsoft.com/office/drawing/2014/main" id="{2465E08E-E504-4EEF-85D5-D2E33358BB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047" name="Group 1046">
                      <a:extLst>
                        <a:ext uri="{FF2B5EF4-FFF2-40B4-BE49-F238E27FC236}">
                          <a16:creationId xmlns:a16="http://schemas.microsoft.com/office/drawing/2014/main" id="{794D1987-5B00-47BE-9191-803A7C6E7D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8" name="Rectangle 1047">
                        <a:extLst>
                          <a:ext uri="{FF2B5EF4-FFF2-40B4-BE49-F238E27FC236}">
                            <a16:creationId xmlns:a16="http://schemas.microsoft.com/office/drawing/2014/main" id="{BC5AB942-915D-44E8-8518-1EE6A1AA4A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049" name="Rectangle 1048">
                        <a:extLst>
                          <a:ext uri="{FF2B5EF4-FFF2-40B4-BE49-F238E27FC236}">
                            <a16:creationId xmlns:a16="http://schemas.microsoft.com/office/drawing/2014/main" id="{7C7D61B7-1030-4A96-8AAA-48C745FBB1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29" name="Group 1028">
                  <a:extLst>
                    <a:ext uri="{FF2B5EF4-FFF2-40B4-BE49-F238E27FC236}">
                      <a16:creationId xmlns:a16="http://schemas.microsoft.com/office/drawing/2014/main" id="{682FB29C-F7E7-4F1B-9A4D-BE430E79BEB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30" name="Group 1029">
                    <a:extLst>
                      <a:ext uri="{FF2B5EF4-FFF2-40B4-BE49-F238E27FC236}">
                        <a16:creationId xmlns:a16="http://schemas.microsoft.com/office/drawing/2014/main" id="{B9719D29-4902-46D6-A489-E89192F73EA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8" name="Group 1037">
                      <a:extLst>
                        <a:ext uri="{FF2B5EF4-FFF2-40B4-BE49-F238E27FC236}">
                          <a16:creationId xmlns:a16="http://schemas.microsoft.com/office/drawing/2014/main" id="{80CB5FBA-087C-4D72-8DE6-A307AE191B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2" name="Rectangle 1041">
                        <a:extLst>
                          <a:ext uri="{FF2B5EF4-FFF2-40B4-BE49-F238E27FC236}">
                            <a16:creationId xmlns:a16="http://schemas.microsoft.com/office/drawing/2014/main" id="{57218C72-ADD7-4B82-8EAA-1AF69189E5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043" name="Rectangle 1042">
                        <a:extLst>
                          <a:ext uri="{FF2B5EF4-FFF2-40B4-BE49-F238E27FC236}">
                            <a16:creationId xmlns:a16="http://schemas.microsoft.com/office/drawing/2014/main" id="{D05D55ED-3A85-443F-AE42-E8A07CE5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039" name="Group 1038">
                      <a:extLst>
                        <a:ext uri="{FF2B5EF4-FFF2-40B4-BE49-F238E27FC236}">
                          <a16:creationId xmlns:a16="http://schemas.microsoft.com/office/drawing/2014/main" id="{149C3442-6276-4EAE-8311-5C3E412D2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40" name="Rectangle 1039">
                        <a:extLst>
                          <a:ext uri="{FF2B5EF4-FFF2-40B4-BE49-F238E27FC236}">
                            <a16:creationId xmlns:a16="http://schemas.microsoft.com/office/drawing/2014/main" id="{46FBEFCB-78ED-4941-B78B-79FE4727A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041" name="Rectangle 1040">
                        <a:extLst>
                          <a:ext uri="{FF2B5EF4-FFF2-40B4-BE49-F238E27FC236}">
                            <a16:creationId xmlns:a16="http://schemas.microsoft.com/office/drawing/2014/main" id="{421C7735-3B53-43FD-B7FF-24C83A2F05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4609CD16-A17F-40DC-9E8E-864C615D8D8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32" name="Group 1031">
                      <a:extLst>
                        <a:ext uri="{FF2B5EF4-FFF2-40B4-BE49-F238E27FC236}">
                          <a16:creationId xmlns:a16="http://schemas.microsoft.com/office/drawing/2014/main" id="{2E52E329-88DC-4477-846D-FC793D0BC1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6" name="Rectangle 1035">
                        <a:extLst>
                          <a:ext uri="{FF2B5EF4-FFF2-40B4-BE49-F238E27FC236}">
                            <a16:creationId xmlns:a16="http://schemas.microsoft.com/office/drawing/2014/main" id="{64A53377-763D-43BF-94EC-82C45CC344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037" name="Rectangle 1036">
                        <a:extLst>
                          <a:ext uri="{FF2B5EF4-FFF2-40B4-BE49-F238E27FC236}">
                            <a16:creationId xmlns:a16="http://schemas.microsoft.com/office/drawing/2014/main" id="{1954C64D-BE6E-4881-BAF4-9068EA610C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3B7B18D7-BD5F-4E64-94C4-A573F00CEF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34" name="Rectangle 1033">
                        <a:extLst>
                          <a:ext uri="{FF2B5EF4-FFF2-40B4-BE49-F238E27FC236}">
                            <a16:creationId xmlns:a16="http://schemas.microsoft.com/office/drawing/2014/main" id="{EEEA1B6B-0E09-4F08-BEBA-25D3B9B9D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035" name="Rectangle 1034">
                        <a:extLst>
                          <a:ext uri="{FF2B5EF4-FFF2-40B4-BE49-F238E27FC236}">
                            <a16:creationId xmlns:a16="http://schemas.microsoft.com/office/drawing/2014/main" id="{81050B42-8979-4D59-A2D7-FB64DC1D4D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96" name="Group 995">
                <a:extLst>
                  <a:ext uri="{FF2B5EF4-FFF2-40B4-BE49-F238E27FC236}">
                    <a16:creationId xmlns:a16="http://schemas.microsoft.com/office/drawing/2014/main" id="{124772E1-AB2B-41E3-9B20-B3CFF60FF76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4203848D-7846-4046-ABFC-4BB7B4A398D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13" name="Group 1012">
                    <a:extLst>
                      <a:ext uri="{FF2B5EF4-FFF2-40B4-BE49-F238E27FC236}">
                        <a16:creationId xmlns:a16="http://schemas.microsoft.com/office/drawing/2014/main" id="{FB7F835D-0B84-4CA5-B830-131C83EA2CD2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21" name="Group 1020">
                      <a:extLst>
                        <a:ext uri="{FF2B5EF4-FFF2-40B4-BE49-F238E27FC236}">
                          <a16:creationId xmlns:a16="http://schemas.microsoft.com/office/drawing/2014/main" id="{5D27C9DE-2644-4AEA-BB7A-8433E53AEA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5" name="Rectangle 1024">
                        <a:extLst>
                          <a:ext uri="{FF2B5EF4-FFF2-40B4-BE49-F238E27FC236}">
                            <a16:creationId xmlns:a16="http://schemas.microsoft.com/office/drawing/2014/main" id="{BE73A75E-BAC9-45D8-B580-6C0FDDAAA7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27" name="Rectangle 1026">
                        <a:extLst>
                          <a:ext uri="{FF2B5EF4-FFF2-40B4-BE49-F238E27FC236}">
                            <a16:creationId xmlns:a16="http://schemas.microsoft.com/office/drawing/2014/main" id="{859DA36F-30E6-49F6-8106-B0761D170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22" name="Group 1021">
                      <a:extLst>
                        <a:ext uri="{FF2B5EF4-FFF2-40B4-BE49-F238E27FC236}">
                          <a16:creationId xmlns:a16="http://schemas.microsoft.com/office/drawing/2014/main" id="{C3B756B0-44C2-4D2A-9369-32C124B335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23" name="Rectangle 1022">
                        <a:extLst>
                          <a:ext uri="{FF2B5EF4-FFF2-40B4-BE49-F238E27FC236}">
                            <a16:creationId xmlns:a16="http://schemas.microsoft.com/office/drawing/2014/main" id="{5C77A131-4C23-433F-8DB9-E4F04BD983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24" name="Rectangle 1023">
                        <a:extLst>
                          <a:ext uri="{FF2B5EF4-FFF2-40B4-BE49-F238E27FC236}">
                            <a16:creationId xmlns:a16="http://schemas.microsoft.com/office/drawing/2014/main" id="{2C2D51F4-73A3-4984-9A87-BCE0E5D9C7D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14" name="Group 1013">
                    <a:extLst>
                      <a:ext uri="{FF2B5EF4-FFF2-40B4-BE49-F238E27FC236}">
                        <a16:creationId xmlns:a16="http://schemas.microsoft.com/office/drawing/2014/main" id="{90BEAF43-5B2E-468D-B604-82D1A8395B4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15" name="Group 1014">
                      <a:extLst>
                        <a:ext uri="{FF2B5EF4-FFF2-40B4-BE49-F238E27FC236}">
                          <a16:creationId xmlns:a16="http://schemas.microsoft.com/office/drawing/2014/main" id="{A4259FBC-DE74-4C83-9B93-2945D9E505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9" name="Rectangle 1018">
                        <a:extLst>
                          <a:ext uri="{FF2B5EF4-FFF2-40B4-BE49-F238E27FC236}">
                            <a16:creationId xmlns:a16="http://schemas.microsoft.com/office/drawing/2014/main" id="{69D58CB9-3F44-4414-9CCD-37B23F063E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20" name="Rectangle 1019">
                        <a:extLst>
                          <a:ext uri="{FF2B5EF4-FFF2-40B4-BE49-F238E27FC236}">
                            <a16:creationId xmlns:a16="http://schemas.microsoft.com/office/drawing/2014/main" id="{65BDE797-8A66-4088-842B-58C41EC57C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16" name="Group 1015">
                      <a:extLst>
                        <a:ext uri="{FF2B5EF4-FFF2-40B4-BE49-F238E27FC236}">
                          <a16:creationId xmlns:a16="http://schemas.microsoft.com/office/drawing/2014/main" id="{10A272C8-1ABC-4ABA-8A22-288676B22B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7" name="Rectangle 1016">
                        <a:extLst>
                          <a:ext uri="{FF2B5EF4-FFF2-40B4-BE49-F238E27FC236}">
                            <a16:creationId xmlns:a16="http://schemas.microsoft.com/office/drawing/2014/main" id="{568B2C22-00F1-4C8B-9619-EF561333C9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18" name="Rectangle 1017">
                        <a:extLst>
                          <a:ext uri="{FF2B5EF4-FFF2-40B4-BE49-F238E27FC236}">
                            <a16:creationId xmlns:a16="http://schemas.microsoft.com/office/drawing/2014/main" id="{CE2428C4-92A8-4144-9027-DE06322B57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98" name="Group 997">
                  <a:extLst>
                    <a:ext uri="{FF2B5EF4-FFF2-40B4-BE49-F238E27FC236}">
                      <a16:creationId xmlns:a16="http://schemas.microsoft.com/office/drawing/2014/main" id="{9B0D15EE-D3C9-4C66-8D2D-B5F0AB0FFF5C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99" name="Group 998">
                    <a:extLst>
                      <a:ext uri="{FF2B5EF4-FFF2-40B4-BE49-F238E27FC236}">
                        <a16:creationId xmlns:a16="http://schemas.microsoft.com/office/drawing/2014/main" id="{867E1AEF-0388-45EC-8593-D9DA9D168D8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7" name="Group 1006">
                      <a:extLst>
                        <a:ext uri="{FF2B5EF4-FFF2-40B4-BE49-F238E27FC236}">
                          <a16:creationId xmlns:a16="http://schemas.microsoft.com/office/drawing/2014/main" id="{2571D1E1-D959-40C2-9038-DC246A4BEA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11" name="Rectangle 1010">
                        <a:extLst>
                          <a:ext uri="{FF2B5EF4-FFF2-40B4-BE49-F238E27FC236}">
                            <a16:creationId xmlns:a16="http://schemas.microsoft.com/office/drawing/2014/main" id="{436793E9-8670-427D-9217-A14AF17925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12" name="Rectangle 1011">
                        <a:extLst>
                          <a:ext uri="{FF2B5EF4-FFF2-40B4-BE49-F238E27FC236}">
                            <a16:creationId xmlns:a16="http://schemas.microsoft.com/office/drawing/2014/main" id="{DF7C8AF4-4509-43CA-AD24-4938D19FC1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08" name="Group 1007">
                      <a:extLst>
                        <a:ext uri="{FF2B5EF4-FFF2-40B4-BE49-F238E27FC236}">
                          <a16:creationId xmlns:a16="http://schemas.microsoft.com/office/drawing/2014/main" id="{2043A12E-1FE5-4724-A38C-D7A4AAED53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9" name="Rectangle 1008">
                        <a:extLst>
                          <a:ext uri="{FF2B5EF4-FFF2-40B4-BE49-F238E27FC236}">
                            <a16:creationId xmlns:a16="http://schemas.microsoft.com/office/drawing/2014/main" id="{8B467CB4-2FA4-44B7-B885-B8990D3B8D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10" name="Rectangle 1009">
                        <a:extLst>
                          <a:ext uri="{FF2B5EF4-FFF2-40B4-BE49-F238E27FC236}">
                            <a16:creationId xmlns:a16="http://schemas.microsoft.com/office/drawing/2014/main" id="{E324CA36-1BB5-4586-B2E2-6BB1D4D79E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00" name="Group 999">
                    <a:extLst>
                      <a:ext uri="{FF2B5EF4-FFF2-40B4-BE49-F238E27FC236}">
                        <a16:creationId xmlns:a16="http://schemas.microsoft.com/office/drawing/2014/main" id="{4EEFFDD4-3E19-4FEC-97FE-5519BAA8C2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01" name="Group 1000">
                      <a:extLst>
                        <a:ext uri="{FF2B5EF4-FFF2-40B4-BE49-F238E27FC236}">
                          <a16:creationId xmlns:a16="http://schemas.microsoft.com/office/drawing/2014/main" id="{3E5FE6F5-896E-4148-82E8-B2B8CA54E4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5" name="Rectangle 1004">
                        <a:extLst>
                          <a:ext uri="{FF2B5EF4-FFF2-40B4-BE49-F238E27FC236}">
                            <a16:creationId xmlns:a16="http://schemas.microsoft.com/office/drawing/2014/main" id="{CA1D8453-7C7E-4302-A0A3-84F37EE6C7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06" name="Rectangle 1005">
                        <a:extLst>
                          <a:ext uri="{FF2B5EF4-FFF2-40B4-BE49-F238E27FC236}">
                            <a16:creationId xmlns:a16="http://schemas.microsoft.com/office/drawing/2014/main" id="{7F390DEA-23F2-4117-BC07-E02B5C002C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02" name="Group 1001">
                      <a:extLst>
                        <a:ext uri="{FF2B5EF4-FFF2-40B4-BE49-F238E27FC236}">
                          <a16:creationId xmlns:a16="http://schemas.microsoft.com/office/drawing/2014/main" id="{02A20689-6065-4B30-973F-DB292575F6F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03" name="Rectangle 1002">
                        <a:extLst>
                          <a:ext uri="{FF2B5EF4-FFF2-40B4-BE49-F238E27FC236}">
                            <a16:creationId xmlns:a16="http://schemas.microsoft.com/office/drawing/2014/main" id="{D2BB84EF-C4BC-41AD-B579-D292F41C92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04" name="Rectangle 1003">
                        <a:extLst>
                          <a:ext uri="{FF2B5EF4-FFF2-40B4-BE49-F238E27FC236}">
                            <a16:creationId xmlns:a16="http://schemas.microsoft.com/office/drawing/2014/main" id="{4AAB1F33-4CA3-4B36-A1F7-A6BD86DB4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932" name="Group 931">
              <a:extLst>
                <a:ext uri="{FF2B5EF4-FFF2-40B4-BE49-F238E27FC236}">
                  <a16:creationId xmlns:a16="http://schemas.microsoft.com/office/drawing/2014/main" id="{526C36EA-005B-4B49-BE88-AF8C27574732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933" name="Group 932">
                <a:extLst>
                  <a:ext uri="{FF2B5EF4-FFF2-40B4-BE49-F238E27FC236}">
                    <a16:creationId xmlns:a16="http://schemas.microsoft.com/office/drawing/2014/main" id="{9C0D1BA9-C110-48C8-BEEA-6CC617A96ABF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65" name="Group 964">
                  <a:extLst>
                    <a:ext uri="{FF2B5EF4-FFF2-40B4-BE49-F238E27FC236}">
                      <a16:creationId xmlns:a16="http://schemas.microsoft.com/office/drawing/2014/main" id="{516EAD81-F6DC-4B64-BEE3-0F2B1EF4F0BE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81" name="Group 980">
                    <a:extLst>
                      <a:ext uri="{FF2B5EF4-FFF2-40B4-BE49-F238E27FC236}">
                        <a16:creationId xmlns:a16="http://schemas.microsoft.com/office/drawing/2014/main" id="{191CF182-A563-4160-AB59-1C7978AF9FB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9" name="Group 988">
                      <a:extLst>
                        <a:ext uri="{FF2B5EF4-FFF2-40B4-BE49-F238E27FC236}">
                          <a16:creationId xmlns:a16="http://schemas.microsoft.com/office/drawing/2014/main" id="{923ABBBB-A5F1-4C50-9750-6079EFDD04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3" name="Rectangle 992">
                        <a:extLst>
                          <a:ext uri="{FF2B5EF4-FFF2-40B4-BE49-F238E27FC236}">
                            <a16:creationId xmlns:a16="http://schemas.microsoft.com/office/drawing/2014/main" id="{437976C8-2AD3-493E-BB3B-5628FAF90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94" name="Rectangle 993">
                        <a:extLst>
                          <a:ext uri="{FF2B5EF4-FFF2-40B4-BE49-F238E27FC236}">
                            <a16:creationId xmlns:a16="http://schemas.microsoft.com/office/drawing/2014/main" id="{913601DE-00DD-40EF-97E8-D929F57F84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90" name="Group 989">
                      <a:extLst>
                        <a:ext uri="{FF2B5EF4-FFF2-40B4-BE49-F238E27FC236}">
                          <a16:creationId xmlns:a16="http://schemas.microsoft.com/office/drawing/2014/main" id="{1B721146-04D8-4C23-8C2F-F34F57DA40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91" name="Rectangle 990">
                        <a:extLst>
                          <a:ext uri="{FF2B5EF4-FFF2-40B4-BE49-F238E27FC236}">
                            <a16:creationId xmlns:a16="http://schemas.microsoft.com/office/drawing/2014/main" id="{F0438929-35E9-4BB8-AF21-D7DD920F39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92" name="Rectangle 991">
                        <a:extLst>
                          <a:ext uri="{FF2B5EF4-FFF2-40B4-BE49-F238E27FC236}">
                            <a16:creationId xmlns:a16="http://schemas.microsoft.com/office/drawing/2014/main" id="{4DF10480-A27F-4558-98DC-6C86DC61DB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82" name="Group 981">
                    <a:extLst>
                      <a:ext uri="{FF2B5EF4-FFF2-40B4-BE49-F238E27FC236}">
                        <a16:creationId xmlns:a16="http://schemas.microsoft.com/office/drawing/2014/main" id="{A2D76BBB-9FA6-4A39-B2D4-2CD8EDD3AB4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83" name="Group 982">
                      <a:extLst>
                        <a:ext uri="{FF2B5EF4-FFF2-40B4-BE49-F238E27FC236}">
                          <a16:creationId xmlns:a16="http://schemas.microsoft.com/office/drawing/2014/main" id="{66056955-657D-496D-8732-FC53960BC0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7" name="Rectangle 986">
                        <a:extLst>
                          <a:ext uri="{FF2B5EF4-FFF2-40B4-BE49-F238E27FC236}">
                            <a16:creationId xmlns:a16="http://schemas.microsoft.com/office/drawing/2014/main" id="{0CD8AF97-AB0E-4545-BF3F-76D2FA6645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88" name="Rectangle 987">
                        <a:extLst>
                          <a:ext uri="{FF2B5EF4-FFF2-40B4-BE49-F238E27FC236}">
                            <a16:creationId xmlns:a16="http://schemas.microsoft.com/office/drawing/2014/main" id="{A2066C06-0C0A-45F6-A164-5193812F40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84" name="Group 983">
                      <a:extLst>
                        <a:ext uri="{FF2B5EF4-FFF2-40B4-BE49-F238E27FC236}">
                          <a16:creationId xmlns:a16="http://schemas.microsoft.com/office/drawing/2014/main" id="{000C59ED-C1CE-48AE-8369-06395F765F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85" name="Rectangle 984">
                        <a:extLst>
                          <a:ext uri="{FF2B5EF4-FFF2-40B4-BE49-F238E27FC236}">
                            <a16:creationId xmlns:a16="http://schemas.microsoft.com/office/drawing/2014/main" id="{78736990-AAB5-4170-B314-50C70578D9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86" name="Rectangle 985">
                        <a:extLst>
                          <a:ext uri="{FF2B5EF4-FFF2-40B4-BE49-F238E27FC236}">
                            <a16:creationId xmlns:a16="http://schemas.microsoft.com/office/drawing/2014/main" id="{5545B9B5-17E0-45B8-8140-2D5EA040AB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BA9AB10F-B83F-45C4-8602-2DCFA5345BC6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67" name="Group 966">
                    <a:extLst>
                      <a:ext uri="{FF2B5EF4-FFF2-40B4-BE49-F238E27FC236}">
                        <a16:creationId xmlns:a16="http://schemas.microsoft.com/office/drawing/2014/main" id="{ED2E9395-3FEA-4D34-B404-0699EF2311C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75" name="Group 974">
                      <a:extLst>
                        <a:ext uri="{FF2B5EF4-FFF2-40B4-BE49-F238E27FC236}">
                          <a16:creationId xmlns:a16="http://schemas.microsoft.com/office/drawing/2014/main" id="{B1D3FC2A-E9BF-4C70-83E8-C799DED155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9" name="Rectangle 978">
                        <a:extLst>
                          <a:ext uri="{FF2B5EF4-FFF2-40B4-BE49-F238E27FC236}">
                            <a16:creationId xmlns:a16="http://schemas.microsoft.com/office/drawing/2014/main" id="{766EC746-4C27-476A-BA6D-12C9F401AE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80" name="Rectangle 979">
                        <a:extLst>
                          <a:ext uri="{FF2B5EF4-FFF2-40B4-BE49-F238E27FC236}">
                            <a16:creationId xmlns:a16="http://schemas.microsoft.com/office/drawing/2014/main" id="{0382E465-5256-4648-AF18-2BC4D294EE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76" name="Group 975">
                      <a:extLst>
                        <a:ext uri="{FF2B5EF4-FFF2-40B4-BE49-F238E27FC236}">
                          <a16:creationId xmlns:a16="http://schemas.microsoft.com/office/drawing/2014/main" id="{A8706BBB-43DA-40D8-9FBD-8AF01CEFB5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7" name="Rectangle 976">
                        <a:extLst>
                          <a:ext uri="{FF2B5EF4-FFF2-40B4-BE49-F238E27FC236}">
                            <a16:creationId xmlns:a16="http://schemas.microsoft.com/office/drawing/2014/main" id="{4CC326C8-8439-4818-B1C0-0AC6EE34B2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78" name="Rectangle 977">
                        <a:extLst>
                          <a:ext uri="{FF2B5EF4-FFF2-40B4-BE49-F238E27FC236}">
                            <a16:creationId xmlns:a16="http://schemas.microsoft.com/office/drawing/2014/main" id="{4B4DBCE6-1183-430C-BEE0-9A28E70080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68" name="Group 967">
                    <a:extLst>
                      <a:ext uri="{FF2B5EF4-FFF2-40B4-BE49-F238E27FC236}">
                        <a16:creationId xmlns:a16="http://schemas.microsoft.com/office/drawing/2014/main" id="{DD66DCED-EF4E-40BE-8343-D360261F632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69" name="Group 968">
                      <a:extLst>
                        <a:ext uri="{FF2B5EF4-FFF2-40B4-BE49-F238E27FC236}">
                          <a16:creationId xmlns:a16="http://schemas.microsoft.com/office/drawing/2014/main" id="{6C0DB6C1-6D3D-4425-9AA5-CE9A3B2712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3" name="Rectangle 972">
                        <a:extLst>
                          <a:ext uri="{FF2B5EF4-FFF2-40B4-BE49-F238E27FC236}">
                            <a16:creationId xmlns:a16="http://schemas.microsoft.com/office/drawing/2014/main" id="{E0EEC477-1E78-4FB6-A6EB-F10BA1D1D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74" name="Rectangle 973">
                        <a:extLst>
                          <a:ext uri="{FF2B5EF4-FFF2-40B4-BE49-F238E27FC236}">
                            <a16:creationId xmlns:a16="http://schemas.microsoft.com/office/drawing/2014/main" id="{A5781A33-CE69-4EB7-B9CF-EB0F93288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70" name="Group 969">
                      <a:extLst>
                        <a:ext uri="{FF2B5EF4-FFF2-40B4-BE49-F238E27FC236}">
                          <a16:creationId xmlns:a16="http://schemas.microsoft.com/office/drawing/2014/main" id="{254060B0-8460-43B4-A5C5-6183FE32C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71" name="Rectangle 970">
                        <a:extLst>
                          <a:ext uri="{FF2B5EF4-FFF2-40B4-BE49-F238E27FC236}">
                            <a16:creationId xmlns:a16="http://schemas.microsoft.com/office/drawing/2014/main" id="{49B4800A-04D5-4940-AC25-A48CC0114A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72" name="Rectangle 971">
                        <a:extLst>
                          <a:ext uri="{FF2B5EF4-FFF2-40B4-BE49-F238E27FC236}">
                            <a16:creationId xmlns:a16="http://schemas.microsoft.com/office/drawing/2014/main" id="{CE46F7C4-3043-4C6B-8677-F3407635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934" name="Group 933">
                <a:extLst>
                  <a:ext uri="{FF2B5EF4-FFF2-40B4-BE49-F238E27FC236}">
                    <a16:creationId xmlns:a16="http://schemas.microsoft.com/office/drawing/2014/main" id="{1FD243A2-7D7A-4091-8481-DDBF9914DF95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35" name="Group 934">
                  <a:extLst>
                    <a:ext uri="{FF2B5EF4-FFF2-40B4-BE49-F238E27FC236}">
                      <a16:creationId xmlns:a16="http://schemas.microsoft.com/office/drawing/2014/main" id="{1092E766-2FA9-4C11-A2EF-EBFB140832BB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51" name="Group 950">
                    <a:extLst>
                      <a:ext uri="{FF2B5EF4-FFF2-40B4-BE49-F238E27FC236}">
                        <a16:creationId xmlns:a16="http://schemas.microsoft.com/office/drawing/2014/main" id="{188579CB-6C7C-4533-94F0-97B53E3E683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9" name="Group 958">
                      <a:extLst>
                        <a:ext uri="{FF2B5EF4-FFF2-40B4-BE49-F238E27FC236}">
                          <a16:creationId xmlns:a16="http://schemas.microsoft.com/office/drawing/2014/main" id="{ABEC38A9-75F1-45AF-BE9A-0191F6690B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3" name="Rectangle 962">
                        <a:extLst>
                          <a:ext uri="{FF2B5EF4-FFF2-40B4-BE49-F238E27FC236}">
                            <a16:creationId xmlns:a16="http://schemas.microsoft.com/office/drawing/2014/main" id="{4D7F96DE-D939-4E23-AE9B-DEB5518661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964" name="Rectangle 963">
                        <a:extLst>
                          <a:ext uri="{FF2B5EF4-FFF2-40B4-BE49-F238E27FC236}">
                            <a16:creationId xmlns:a16="http://schemas.microsoft.com/office/drawing/2014/main" id="{94C433CA-3E2A-4C64-AEAC-FF136ED4DE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960" name="Group 959">
                      <a:extLst>
                        <a:ext uri="{FF2B5EF4-FFF2-40B4-BE49-F238E27FC236}">
                          <a16:creationId xmlns:a16="http://schemas.microsoft.com/office/drawing/2014/main" id="{602A2C4E-96E8-4062-9CD1-E2D3928B71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61" name="Rectangle 960">
                        <a:extLst>
                          <a:ext uri="{FF2B5EF4-FFF2-40B4-BE49-F238E27FC236}">
                            <a16:creationId xmlns:a16="http://schemas.microsoft.com/office/drawing/2014/main" id="{F97B5795-CF29-42F9-A4BE-C3AA589F9E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962" name="Rectangle 961">
                        <a:extLst>
                          <a:ext uri="{FF2B5EF4-FFF2-40B4-BE49-F238E27FC236}">
                            <a16:creationId xmlns:a16="http://schemas.microsoft.com/office/drawing/2014/main" id="{D2668910-C158-4B7A-A2DE-52DAFDE909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952" name="Group 951">
                    <a:extLst>
                      <a:ext uri="{FF2B5EF4-FFF2-40B4-BE49-F238E27FC236}">
                        <a16:creationId xmlns:a16="http://schemas.microsoft.com/office/drawing/2014/main" id="{677A0DB1-E48C-4247-AD7E-261DAAD8595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53" name="Group 952">
                      <a:extLst>
                        <a:ext uri="{FF2B5EF4-FFF2-40B4-BE49-F238E27FC236}">
                          <a16:creationId xmlns:a16="http://schemas.microsoft.com/office/drawing/2014/main" id="{8452ED7F-4927-46FC-B1D1-B7EB96A11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7" name="Rectangle 956">
                        <a:extLst>
                          <a:ext uri="{FF2B5EF4-FFF2-40B4-BE49-F238E27FC236}">
                            <a16:creationId xmlns:a16="http://schemas.microsoft.com/office/drawing/2014/main" id="{85672094-3486-4ADD-929F-74237EA5B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958" name="Rectangle 957">
                        <a:extLst>
                          <a:ext uri="{FF2B5EF4-FFF2-40B4-BE49-F238E27FC236}">
                            <a16:creationId xmlns:a16="http://schemas.microsoft.com/office/drawing/2014/main" id="{F045D6B0-130A-4460-A57F-240E473B78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954" name="Group 953">
                      <a:extLst>
                        <a:ext uri="{FF2B5EF4-FFF2-40B4-BE49-F238E27FC236}">
                          <a16:creationId xmlns:a16="http://schemas.microsoft.com/office/drawing/2014/main" id="{9A95D8E1-8A88-4023-B061-0C2D2749BED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55" name="Rectangle 954">
                        <a:extLst>
                          <a:ext uri="{FF2B5EF4-FFF2-40B4-BE49-F238E27FC236}">
                            <a16:creationId xmlns:a16="http://schemas.microsoft.com/office/drawing/2014/main" id="{CE939D45-F44E-47CE-98BC-9A34344A3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956" name="Rectangle 955">
                        <a:extLst>
                          <a:ext uri="{FF2B5EF4-FFF2-40B4-BE49-F238E27FC236}">
                            <a16:creationId xmlns:a16="http://schemas.microsoft.com/office/drawing/2014/main" id="{47C3A715-46D7-4F67-ACED-614C48B7E6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36" name="Group 935">
                  <a:extLst>
                    <a:ext uri="{FF2B5EF4-FFF2-40B4-BE49-F238E27FC236}">
                      <a16:creationId xmlns:a16="http://schemas.microsoft.com/office/drawing/2014/main" id="{555494B8-A449-46BE-A511-5ED50BB98E51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37" name="Group 936">
                    <a:extLst>
                      <a:ext uri="{FF2B5EF4-FFF2-40B4-BE49-F238E27FC236}">
                        <a16:creationId xmlns:a16="http://schemas.microsoft.com/office/drawing/2014/main" id="{7AC08674-8A28-40E7-8996-3AE4C0D1A59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45" name="Group 944">
                      <a:extLst>
                        <a:ext uri="{FF2B5EF4-FFF2-40B4-BE49-F238E27FC236}">
                          <a16:creationId xmlns:a16="http://schemas.microsoft.com/office/drawing/2014/main" id="{7DE24643-1B5F-4B85-9A03-6ABF9E7073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9" name="Rectangle 948">
                        <a:extLst>
                          <a:ext uri="{FF2B5EF4-FFF2-40B4-BE49-F238E27FC236}">
                            <a16:creationId xmlns:a16="http://schemas.microsoft.com/office/drawing/2014/main" id="{B9816F9B-01EE-45CF-9EC7-B6A9E70C21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950" name="Rectangle 949">
                        <a:extLst>
                          <a:ext uri="{FF2B5EF4-FFF2-40B4-BE49-F238E27FC236}">
                            <a16:creationId xmlns:a16="http://schemas.microsoft.com/office/drawing/2014/main" id="{E8C7DF5F-7FD2-4C4E-9F76-C44081742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946" name="Group 945">
                      <a:extLst>
                        <a:ext uri="{FF2B5EF4-FFF2-40B4-BE49-F238E27FC236}">
                          <a16:creationId xmlns:a16="http://schemas.microsoft.com/office/drawing/2014/main" id="{4501E398-1FA0-4361-9A2D-006B570399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7" name="Rectangle 946">
                        <a:extLst>
                          <a:ext uri="{FF2B5EF4-FFF2-40B4-BE49-F238E27FC236}">
                            <a16:creationId xmlns:a16="http://schemas.microsoft.com/office/drawing/2014/main" id="{EB9FBA1D-D2CF-4A8D-A13F-656031349D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948" name="Rectangle 947">
                        <a:extLst>
                          <a:ext uri="{FF2B5EF4-FFF2-40B4-BE49-F238E27FC236}">
                            <a16:creationId xmlns:a16="http://schemas.microsoft.com/office/drawing/2014/main" id="{265D09E8-A8EE-452C-AD4F-3BE358C1BB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938" name="Group 937">
                    <a:extLst>
                      <a:ext uri="{FF2B5EF4-FFF2-40B4-BE49-F238E27FC236}">
                        <a16:creationId xmlns:a16="http://schemas.microsoft.com/office/drawing/2014/main" id="{1807631E-FBF8-429D-9EC7-8CCE9626E97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39" name="Group 938">
                      <a:extLst>
                        <a:ext uri="{FF2B5EF4-FFF2-40B4-BE49-F238E27FC236}">
                          <a16:creationId xmlns:a16="http://schemas.microsoft.com/office/drawing/2014/main" id="{9F9CE121-94BD-4D7F-8C81-5CD27E64B6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3" name="Rectangle 942">
                        <a:extLst>
                          <a:ext uri="{FF2B5EF4-FFF2-40B4-BE49-F238E27FC236}">
                            <a16:creationId xmlns:a16="http://schemas.microsoft.com/office/drawing/2014/main" id="{DE1A0064-7B3B-44E4-97B7-EA816701F8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944" name="Rectangle 943">
                        <a:extLst>
                          <a:ext uri="{FF2B5EF4-FFF2-40B4-BE49-F238E27FC236}">
                            <a16:creationId xmlns:a16="http://schemas.microsoft.com/office/drawing/2014/main" id="{F56DB857-DAE8-4E88-904D-3E76BCB96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940" name="Group 939">
                      <a:extLst>
                        <a:ext uri="{FF2B5EF4-FFF2-40B4-BE49-F238E27FC236}">
                          <a16:creationId xmlns:a16="http://schemas.microsoft.com/office/drawing/2014/main" id="{597A15AD-1A7F-43BE-9F76-E42C627C72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41" name="Rectangle 940">
                        <a:extLst>
                          <a:ext uri="{FF2B5EF4-FFF2-40B4-BE49-F238E27FC236}">
                            <a16:creationId xmlns:a16="http://schemas.microsoft.com/office/drawing/2014/main" id="{DF1AD738-5EB1-429C-9E7C-BFB6FE6168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942" name="Rectangle 941">
                        <a:extLst>
                          <a:ext uri="{FF2B5EF4-FFF2-40B4-BE49-F238E27FC236}">
                            <a16:creationId xmlns:a16="http://schemas.microsoft.com/office/drawing/2014/main" id="{037518C7-BDA9-4C1A-ADEB-661B7880C5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9583C44-FA9D-40E4-A116-5926C96F6677}"/>
              </a:ext>
            </a:extLst>
          </p:cNvPr>
          <p:cNvGrpSpPr/>
          <p:nvPr/>
        </p:nvGrpSpPr>
        <p:grpSpPr>
          <a:xfrm>
            <a:off x="5962450" y="4486932"/>
            <a:ext cx="3657600" cy="184994"/>
            <a:chOff x="2306674" y="4207314"/>
            <a:chExt cx="7315187" cy="184994"/>
          </a:xfrm>
        </p:grpSpPr>
        <p:grpSp>
          <p:nvGrpSpPr>
            <p:cNvPr id="1059" name="Group 1058">
              <a:extLst>
                <a:ext uri="{FF2B5EF4-FFF2-40B4-BE49-F238E27FC236}">
                  <a16:creationId xmlns:a16="http://schemas.microsoft.com/office/drawing/2014/main" id="{D596B195-E6B3-4AE3-B29B-E669E88ABDFE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123" name="Group 1122">
                <a:extLst>
                  <a:ext uri="{FF2B5EF4-FFF2-40B4-BE49-F238E27FC236}">
                    <a16:creationId xmlns:a16="http://schemas.microsoft.com/office/drawing/2014/main" id="{28D9275E-3C3A-4507-AE27-D9D1C374ED00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55" name="Group 1154">
                  <a:extLst>
                    <a:ext uri="{FF2B5EF4-FFF2-40B4-BE49-F238E27FC236}">
                      <a16:creationId xmlns:a16="http://schemas.microsoft.com/office/drawing/2014/main" id="{784A1B87-3BBF-40D8-8B08-F5A0D6CD0FE7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71" name="Group 1170">
                    <a:extLst>
                      <a:ext uri="{FF2B5EF4-FFF2-40B4-BE49-F238E27FC236}">
                        <a16:creationId xmlns:a16="http://schemas.microsoft.com/office/drawing/2014/main" id="{EF015C1C-B8E1-43EC-9D15-23292BBD4F9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9" name="Group 1178">
                      <a:extLst>
                        <a:ext uri="{FF2B5EF4-FFF2-40B4-BE49-F238E27FC236}">
                          <a16:creationId xmlns:a16="http://schemas.microsoft.com/office/drawing/2014/main" id="{A8867996-248D-41C3-B85A-3EEE438360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3" name="Rectangle 1182">
                        <a:extLst>
                          <a:ext uri="{FF2B5EF4-FFF2-40B4-BE49-F238E27FC236}">
                            <a16:creationId xmlns:a16="http://schemas.microsoft.com/office/drawing/2014/main" id="{B98968C2-DE5C-4EEE-98B8-45DCC11351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84" name="Rectangle 1183">
                        <a:extLst>
                          <a:ext uri="{FF2B5EF4-FFF2-40B4-BE49-F238E27FC236}">
                            <a16:creationId xmlns:a16="http://schemas.microsoft.com/office/drawing/2014/main" id="{425EBE00-7B11-4E3E-B4CB-B795C400DB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80" name="Group 1179">
                      <a:extLst>
                        <a:ext uri="{FF2B5EF4-FFF2-40B4-BE49-F238E27FC236}">
                          <a16:creationId xmlns:a16="http://schemas.microsoft.com/office/drawing/2014/main" id="{505A2A20-7641-4F8C-BBD6-1EBC52BAD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81" name="Rectangle 1180">
                        <a:extLst>
                          <a:ext uri="{FF2B5EF4-FFF2-40B4-BE49-F238E27FC236}">
                            <a16:creationId xmlns:a16="http://schemas.microsoft.com/office/drawing/2014/main" id="{8773BB69-FB42-4C9C-9486-43359F04A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82" name="Rectangle 1181">
                        <a:extLst>
                          <a:ext uri="{FF2B5EF4-FFF2-40B4-BE49-F238E27FC236}">
                            <a16:creationId xmlns:a16="http://schemas.microsoft.com/office/drawing/2014/main" id="{AE57D551-9BA6-439A-ADCC-4FF767E16A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72" name="Group 1171">
                    <a:extLst>
                      <a:ext uri="{FF2B5EF4-FFF2-40B4-BE49-F238E27FC236}">
                        <a16:creationId xmlns:a16="http://schemas.microsoft.com/office/drawing/2014/main" id="{975276D5-897E-44C2-AF68-A797A0E25FC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73" name="Group 1172">
                      <a:extLst>
                        <a:ext uri="{FF2B5EF4-FFF2-40B4-BE49-F238E27FC236}">
                          <a16:creationId xmlns:a16="http://schemas.microsoft.com/office/drawing/2014/main" id="{A3BA3CCC-0200-4B5B-AC3C-5E23C209D5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7" name="Rectangle 1176">
                        <a:extLst>
                          <a:ext uri="{FF2B5EF4-FFF2-40B4-BE49-F238E27FC236}">
                            <a16:creationId xmlns:a16="http://schemas.microsoft.com/office/drawing/2014/main" id="{DCA8F0F9-963B-4D7B-AEE1-EBA2C51A23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78" name="Rectangle 1177">
                        <a:extLst>
                          <a:ext uri="{FF2B5EF4-FFF2-40B4-BE49-F238E27FC236}">
                            <a16:creationId xmlns:a16="http://schemas.microsoft.com/office/drawing/2014/main" id="{A7EC86B9-3539-4155-993C-57655291E5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74" name="Group 1173">
                      <a:extLst>
                        <a:ext uri="{FF2B5EF4-FFF2-40B4-BE49-F238E27FC236}">
                          <a16:creationId xmlns:a16="http://schemas.microsoft.com/office/drawing/2014/main" id="{D6C95846-A1D9-44EB-A922-C90C420C4F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75" name="Rectangle 1174">
                        <a:extLst>
                          <a:ext uri="{FF2B5EF4-FFF2-40B4-BE49-F238E27FC236}">
                            <a16:creationId xmlns:a16="http://schemas.microsoft.com/office/drawing/2014/main" id="{1966E340-697C-44B5-AE08-BCA2640D5F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76" name="Rectangle 1175">
                        <a:extLst>
                          <a:ext uri="{FF2B5EF4-FFF2-40B4-BE49-F238E27FC236}">
                            <a16:creationId xmlns:a16="http://schemas.microsoft.com/office/drawing/2014/main" id="{EE4C0627-4302-456D-A480-5A8ED9AA25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56" name="Group 1155">
                  <a:extLst>
                    <a:ext uri="{FF2B5EF4-FFF2-40B4-BE49-F238E27FC236}">
                      <a16:creationId xmlns:a16="http://schemas.microsoft.com/office/drawing/2014/main" id="{D2E7C240-BE91-4EE1-A276-9893006D6CE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57" name="Group 1156">
                    <a:extLst>
                      <a:ext uri="{FF2B5EF4-FFF2-40B4-BE49-F238E27FC236}">
                        <a16:creationId xmlns:a16="http://schemas.microsoft.com/office/drawing/2014/main" id="{90F02665-8DF7-4399-8A7E-0CF35B7B0CCF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65" name="Group 1164">
                      <a:extLst>
                        <a:ext uri="{FF2B5EF4-FFF2-40B4-BE49-F238E27FC236}">
                          <a16:creationId xmlns:a16="http://schemas.microsoft.com/office/drawing/2014/main" id="{05A53C54-3263-4427-995B-BCB699AB55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9" name="Rectangle 1168">
                        <a:extLst>
                          <a:ext uri="{FF2B5EF4-FFF2-40B4-BE49-F238E27FC236}">
                            <a16:creationId xmlns:a16="http://schemas.microsoft.com/office/drawing/2014/main" id="{2E4DF22E-75D0-4272-83A3-7FEE572997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70" name="Rectangle 1169">
                        <a:extLst>
                          <a:ext uri="{FF2B5EF4-FFF2-40B4-BE49-F238E27FC236}">
                            <a16:creationId xmlns:a16="http://schemas.microsoft.com/office/drawing/2014/main" id="{B5AF9EC6-E043-4269-97E1-0AA89FDCB9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66" name="Group 1165">
                      <a:extLst>
                        <a:ext uri="{FF2B5EF4-FFF2-40B4-BE49-F238E27FC236}">
                          <a16:creationId xmlns:a16="http://schemas.microsoft.com/office/drawing/2014/main" id="{7516A795-5803-4F93-8D9C-9BB4F5AA11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7" name="Rectangle 1166">
                        <a:extLst>
                          <a:ext uri="{FF2B5EF4-FFF2-40B4-BE49-F238E27FC236}">
                            <a16:creationId xmlns:a16="http://schemas.microsoft.com/office/drawing/2014/main" id="{2E3DD603-74C1-4194-87BB-2B0A45071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68" name="Rectangle 1167">
                        <a:extLst>
                          <a:ext uri="{FF2B5EF4-FFF2-40B4-BE49-F238E27FC236}">
                            <a16:creationId xmlns:a16="http://schemas.microsoft.com/office/drawing/2014/main" id="{11357F93-C56E-4C15-8683-CAA8590D43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158" name="Group 1157">
                    <a:extLst>
                      <a:ext uri="{FF2B5EF4-FFF2-40B4-BE49-F238E27FC236}">
                        <a16:creationId xmlns:a16="http://schemas.microsoft.com/office/drawing/2014/main" id="{F2EB9779-C123-4CA4-B610-03C30E0D17D0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59" name="Group 1158">
                      <a:extLst>
                        <a:ext uri="{FF2B5EF4-FFF2-40B4-BE49-F238E27FC236}">
                          <a16:creationId xmlns:a16="http://schemas.microsoft.com/office/drawing/2014/main" id="{CB21B1D4-E5AD-4A52-B768-9BD93F2628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3" name="Rectangle 1162">
                        <a:extLst>
                          <a:ext uri="{FF2B5EF4-FFF2-40B4-BE49-F238E27FC236}">
                            <a16:creationId xmlns:a16="http://schemas.microsoft.com/office/drawing/2014/main" id="{AEC1BF5E-8D8A-4633-B1BF-71CBEC1CB9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64" name="Rectangle 1163">
                        <a:extLst>
                          <a:ext uri="{FF2B5EF4-FFF2-40B4-BE49-F238E27FC236}">
                            <a16:creationId xmlns:a16="http://schemas.microsoft.com/office/drawing/2014/main" id="{AA9F9214-8A50-4EF1-90B0-E40FE389A9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160" name="Group 1159">
                      <a:extLst>
                        <a:ext uri="{FF2B5EF4-FFF2-40B4-BE49-F238E27FC236}">
                          <a16:creationId xmlns:a16="http://schemas.microsoft.com/office/drawing/2014/main" id="{EA9446BA-6C3B-44CF-90F5-A9045C67B4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61" name="Rectangle 1160">
                        <a:extLst>
                          <a:ext uri="{FF2B5EF4-FFF2-40B4-BE49-F238E27FC236}">
                            <a16:creationId xmlns:a16="http://schemas.microsoft.com/office/drawing/2014/main" id="{E0F5557B-D45A-4556-B3DA-4DF93DD892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62" name="Rectangle 1161">
                        <a:extLst>
                          <a:ext uri="{FF2B5EF4-FFF2-40B4-BE49-F238E27FC236}">
                            <a16:creationId xmlns:a16="http://schemas.microsoft.com/office/drawing/2014/main" id="{EF364A9D-E2F1-4B54-95FB-B08F70FA03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9FA2230C-808D-48CC-8EE0-4BF48233DFB2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F6FF200F-7A70-4876-AD85-407F26B77548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41" name="Group 1140">
                    <a:extLst>
                      <a:ext uri="{FF2B5EF4-FFF2-40B4-BE49-F238E27FC236}">
                        <a16:creationId xmlns:a16="http://schemas.microsoft.com/office/drawing/2014/main" id="{41445AFF-7350-46BA-AC05-8F04AC7A274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9" name="Group 1148">
                      <a:extLst>
                        <a:ext uri="{FF2B5EF4-FFF2-40B4-BE49-F238E27FC236}">
                          <a16:creationId xmlns:a16="http://schemas.microsoft.com/office/drawing/2014/main" id="{273227CC-D666-493D-9704-9E8BEAADB9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3" name="Rectangle 1152">
                        <a:extLst>
                          <a:ext uri="{FF2B5EF4-FFF2-40B4-BE49-F238E27FC236}">
                            <a16:creationId xmlns:a16="http://schemas.microsoft.com/office/drawing/2014/main" id="{3A190D7B-E386-4E67-9A19-B32D830A1F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154" name="Rectangle 1153">
                        <a:extLst>
                          <a:ext uri="{FF2B5EF4-FFF2-40B4-BE49-F238E27FC236}">
                            <a16:creationId xmlns:a16="http://schemas.microsoft.com/office/drawing/2014/main" id="{40433DD0-1967-4A13-B442-545E880960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150" name="Group 1149">
                      <a:extLst>
                        <a:ext uri="{FF2B5EF4-FFF2-40B4-BE49-F238E27FC236}">
                          <a16:creationId xmlns:a16="http://schemas.microsoft.com/office/drawing/2014/main" id="{BA4FB498-9F2C-4E08-8862-30F11A81092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51" name="Rectangle 1150">
                        <a:extLst>
                          <a:ext uri="{FF2B5EF4-FFF2-40B4-BE49-F238E27FC236}">
                            <a16:creationId xmlns:a16="http://schemas.microsoft.com/office/drawing/2014/main" id="{11C598C7-C378-4284-8994-32BB59679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152" name="Rectangle 1151">
                        <a:extLst>
                          <a:ext uri="{FF2B5EF4-FFF2-40B4-BE49-F238E27FC236}">
                            <a16:creationId xmlns:a16="http://schemas.microsoft.com/office/drawing/2014/main" id="{6BFC1543-6378-4968-9D5E-D037DB3744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142" name="Group 1141">
                    <a:extLst>
                      <a:ext uri="{FF2B5EF4-FFF2-40B4-BE49-F238E27FC236}">
                        <a16:creationId xmlns:a16="http://schemas.microsoft.com/office/drawing/2014/main" id="{EDD2C118-D546-43F1-BFC0-D0D06ED7D00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43" name="Group 1142">
                      <a:extLst>
                        <a:ext uri="{FF2B5EF4-FFF2-40B4-BE49-F238E27FC236}">
                          <a16:creationId xmlns:a16="http://schemas.microsoft.com/office/drawing/2014/main" id="{547E7273-18EB-4F7E-AD4F-E467AC4B18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7" name="Rectangle 1146">
                        <a:extLst>
                          <a:ext uri="{FF2B5EF4-FFF2-40B4-BE49-F238E27FC236}">
                            <a16:creationId xmlns:a16="http://schemas.microsoft.com/office/drawing/2014/main" id="{63CBBFE4-F497-4ABA-ACD7-57189F2460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148" name="Rectangle 1147">
                        <a:extLst>
                          <a:ext uri="{FF2B5EF4-FFF2-40B4-BE49-F238E27FC236}">
                            <a16:creationId xmlns:a16="http://schemas.microsoft.com/office/drawing/2014/main" id="{D28B95C2-E44C-4466-B426-C7E222EA17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144" name="Group 1143">
                      <a:extLst>
                        <a:ext uri="{FF2B5EF4-FFF2-40B4-BE49-F238E27FC236}">
                          <a16:creationId xmlns:a16="http://schemas.microsoft.com/office/drawing/2014/main" id="{5ECAB130-FDE0-4361-AF02-C64DF02B0C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45" name="Rectangle 1144">
                        <a:extLst>
                          <a:ext uri="{FF2B5EF4-FFF2-40B4-BE49-F238E27FC236}">
                            <a16:creationId xmlns:a16="http://schemas.microsoft.com/office/drawing/2014/main" id="{C067CF21-44A9-4837-BF62-071F7DE55F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146" name="Rectangle 1145">
                        <a:extLst>
                          <a:ext uri="{FF2B5EF4-FFF2-40B4-BE49-F238E27FC236}">
                            <a16:creationId xmlns:a16="http://schemas.microsoft.com/office/drawing/2014/main" id="{00A3A4CA-6D8F-438F-98AE-70C4119E8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91E3A0F-F161-4604-9885-0422FA63DFC7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27" name="Group 1126">
                    <a:extLst>
                      <a:ext uri="{FF2B5EF4-FFF2-40B4-BE49-F238E27FC236}">
                        <a16:creationId xmlns:a16="http://schemas.microsoft.com/office/drawing/2014/main" id="{083CF19E-0422-4C80-8A1D-759864EF7A9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35" name="Group 1134">
                      <a:extLst>
                        <a:ext uri="{FF2B5EF4-FFF2-40B4-BE49-F238E27FC236}">
                          <a16:creationId xmlns:a16="http://schemas.microsoft.com/office/drawing/2014/main" id="{001DB84F-3EA7-4DDA-A6B6-396A1020D0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9" name="Rectangle 1138">
                        <a:extLst>
                          <a:ext uri="{FF2B5EF4-FFF2-40B4-BE49-F238E27FC236}">
                            <a16:creationId xmlns:a16="http://schemas.microsoft.com/office/drawing/2014/main" id="{A7B95CA4-336F-423A-9183-1E63720482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140" name="Rectangle 1139">
                        <a:extLst>
                          <a:ext uri="{FF2B5EF4-FFF2-40B4-BE49-F238E27FC236}">
                            <a16:creationId xmlns:a16="http://schemas.microsoft.com/office/drawing/2014/main" id="{86F85EED-8FFD-4122-8A31-D0ED952AE5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136" name="Group 1135">
                      <a:extLst>
                        <a:ext uri="{FF2B5EF4-FFF2-40B4-BE49-F238E27FC236}">
                          <a16:creationId xmlns:a16="http://schemas.microsoft.com/office/drawing/2014/main" id="{7F96D7B0-2911-4F33-99F0-440E12C23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7" name="Rectangle 1136">
                        <a:extLst>
                          <a:ext uri="{FF2B5EF4-FFF2-40B4-BE49-F238E27FC236}">
                            <a16:creationId xmlns:a16="http://schemas.microsoft.com/office/drawing/2014/main" id="{03F7298F-CE60-42D1-BA4E-C8E52EB1CD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138" name="Rectangle 1137">
                        <a:extLst>
                          <a:ext uri="{FF2B5EF4-FFF2-40B4-BE49-F238E27FC236}">
                            <a16:creationId xmlns:a16="http://schemas.microsoft.com/office/drawing/2014/main" id="{48E1D253-78FE-4473-9933-4D02790E8F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128" name="Group 1127">
                    <a:extLst>
                      <a:ext uri="{FF2B5EF4-FFF2-40B4-BE49-F238E27FC236}">
                        <a16:creationId xmlns:a16="http://schemas.microsoft.com/office/drawing/2014/main" id="{6DB06937-49B4-489B-AD52-6CCA91B69F6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29" name="Group 1128">
                      <a:extLst>
                        <a:ext uri="{FF2B5EF4-FFF2-40B4-BE49-F238E27FC236}">
                          <a16:creationId xmlns:a16="http://schemas.microsoft.com/office/drawing/2014/main" id="{2A5218C2-D6FE-4EB6-B077-BD0FE3EBC9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3" name="Rectangle 1132">
                        <a:extLst>
                          <a:ext uri="{FF2B5EF4-FFF2-40B4-BE49-F238E27FC236}">
                            <a16:creationId xmlns:a16="http://schemas.microsoft.com/office/drawing/2014/main" id="{04162B29-6D1D-42AA-95E2-5D38474F1A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134" name="Rectangle 1133">
                        <a:extLst>
                          <a:ext uri="{FF2B5EF4-FFF2-40B4-BE49-F238E27FC236}">
                            <a16:creationId xmlns:a16="http://schemas.microsoft.com/office/drawing/2014/main" id="{5A420E0E-BF07-44FA-A8F9-04869D20D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130" name="Group 1129">
                      <a:extLst>
                        <a:ext uri="{FF2B5EF4-FFF2-40B4-BE49-F238E27FC236}">
                          <a16:creationId xmlns:a16="http://schemas.microsoft.com/office/drawing/2014/main" id="{982A2DD2-A70F-4436-B822-9B0090898D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31" name="Rectangle 1130">
                        <a:extLst>
                          <a:ext uri="{FF2B5EF4-FFF2-40B4-BE49-F238E27FC236}">
                            <a16:creationId xmlns:a16="http://schemas.microsoft.com/office/drawing/2014/main" id="{43459FD0-5C35-49C8-B71E-FD2D3CE4F2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132" name="Rectangle 1131">
                        <a:extLst>
                          <a:ext uri="{FF2B5EF4-FFF2-40B4-BE49-F238E27FC236}">
                            <a16:creationId xmlns:a16="http://schemas.microsoft.com/office/drawing/2014/main" id="{6AFB7A9E-C291-4D05-B3E7-1D332A159E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88C3ED5F-CE01-46CF-B2F5-775AB1D318CE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1061" name="Group 1060">
                <a:extLst>
                  <a:ext uri="{FF2B5EF4-FFF2-40B4-BE49-F238E27FC236}">
                    <a16:creationId xmlns:a16="http://schemas.microsoft.com/office/drawing/2014/main" id="{BD8FA828-691E-4B29-9B30-0158053DA024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93" name="Group 1092">
                  <a:extLst>
                    <a:ext uri="{FF2B5EF4-FFF2-40B4-BE49-F238E27FC236}">
                      <a16:creationId xmlns:a16="http://schemas.microsoft.com/office/drawing/2014/main" id="{99769AA8-4040-4023-8078-AC81B458F204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109" name="Group 1108">
                    <a:extLst>
                      <a:ext uri="{FF2B5EF4-FFF2-40B4-BE49-F238E27FC236}">
                        <a16:creationId xmlns:a16="http://schemas.microsoft.com/office/drawing/2014/main" id="{A7E1DA9D-0C2D-4EAD-901C-6A856CBD89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7" name="Group 1116">
                      <a:extLst>
                        <a:ext uri="{FF2B5EF4-FFF2-40B4-BE49-F238E27FC236}">
                          <a16:creationId xmlns:a16="http://schemas.microsoft.com/office/drawing/2014/main" id="{A3F91CFB-05EB-48DD-9884-6C3F122BBA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21" name="Rectangle 1120">
                        <a:extLst>
                          <a:ext uri="{FF2B5EF4-FFF2-40B4-BE49-F238E27FC236}">
                            <a16:creationId xmlns:a16="http://schemas.microsoft.com/office/drawing/2014/main" id="{FD4C712F-21EA-424A-AEB6-8DEBF2B3A1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1122" name="Rectangle 1121">
                        <a:extLst>
                          <a:ext uri="{FF2B5EF4-FFF2-40B4-BE49-F238E27FC236}">
                            <a16:creationId xmlns:a16="http://schemas.microsoft.com/office/drawing/2014/main" id="{7484B14B-E884-4E19-B67D-FAB25DE638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1118" name="Group 1117">
                      <a:extLst>
                        <a:ext uri="{FF2B5EF4-FFF2-40B4-BE49-F238E27FC236}">
                          <a16:creationId xmlns:a16="http://schemas.microsoft.com/office/drawing/2014/main" id="{5EE0E8F2-F08F-46CC-B995-9AC67754FD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9" name="Rectangle 1118">
                        <a:extLst>
                          <a:ext uri="{FF2B5EF4-FFF2-40B4-BE49-F238E27FC236}">
                            <a16:creationId xmlns:a16="http://schemas.microsoft.com/office/drawing/2014/main" id="{CBE4D10E-E21A-4C65-AC44-3D92E0CBDD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1120" name="Rectangle 1119">
                        <a:extLst>
                          <a:ext uri="{FF2B5EF4-FFF2-40B4-BE49-F238E27FC236}">
                            <a16:creationId xmlns:a16="http://schemas.microsoft.com/office/drawing/2014/main" id="{52CF0AF1-635E-4067-A937-3978D65561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1110" name="Group 1109">
                    <a:extLst>
                      <a:ext uri="{FF2B5EF4-FFF2-40B4-BE49-F238E27FC236}">
                        <a16:creationId xmlns:a16="http://schemas.microsoft.com/office/drawing/2014/main" id="{35B9E569-AEB3-4F08-A69F-50C8DFCC29E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11" name="Group 1110">
                      <a:extLst>
                        <a:ext uri="{FF2B5EF4-FFF2-40B4-BE49-F238E27FC236}">
                          <a16:creationId xmlns:a16="http://schemas.microsoft.com/office/drawing/2014/main" id="{DFCEEC58-EA20-43A8-A3C4-01048D5959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5" name="Rectangle 1114">
                        <a:extLst>
                          <a:ext uri="{FF2B5EF4-FFF2-40B4-BE49-F238E27FC236}">
                            <a16:creationId xmlns:a16="http://schemas.microsoft.com/office/drawing/2014/main" id="{0D7246B1-3660-4044-A8DA-831C8DB450D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1116" name="Rectangle 1115">
                        <a:extLst>
                          <a:ext uri="{FF2B5EF4-FFF2-40B4-BE49-F238E27FC236}">
                            <a16:creationId xmlns:a16="http://schemas.microsoft.com/office/drawing/2014/main" id="{35548D35-EBF0-4CAE-8A0F-C1D836F3B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1112" name="Group 1111">
                      <a:extLst>
                        <a:ext uri="{FF2B5EF4-FFF2-40B4-BE49-F238E27FC236}">
                          <a16:creationId xmlns:a16="http://schemas.microsoft.com/office/drawing/2014/main" id="{362F2A06-7E22-44E3-BFFA-DF670D09F3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13" name="Rectangle 1112">
                        <a:extLst>
                          <a:ext uri="{FF2B5EF4-FFF2-40B4-BE49-F238E27FC236}">
                            <a16:creationId xmlns:a16="http://schemas.microsoft.com/office/drawing/2014/main" id="{FF186F4D-54BD-44CD-9813-C4CAFBD602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1114" name="Rectangle 1113">
                        <a:extLst>
                          <a:ext uri="{FF2B5EF4-FFF2-40B4-BE49-F238E27FC236}">
                            <a16:creationId xmlns:a16="http://schemas.microsoft.com/office/drawing/2014/main" id="{B6224F0C-3400-4BBE-9E7A-A578B89E8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94" name="Group 1093">
                  <a:extLst>
                    <a:ext uri="{FF2B5EF4-FFF2-40B4-BE49-F238E27FC236}">
                      <a16:creationId xmlns:a16="http://schemas.microsoft.com/office/drawing/2014/main" id="{A83E2642-EB7D-494A-AF62-F41EF72F0C0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95" name="Group 1094">
                    <a:extLst>
                      <a:ext uri="{FF2B5EF4-FFF2-40B4-BE49-F238E27FC236}">
                        <a16:creationId xmlns:a16="http://schemas.microsoft.com/office/drawing/2014/main" id="{0DA29B22-9D86-4C12-BA82-386F3DBAEFD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103" name="Group 1102">
                      <a:extLst>
                        <a:ext uri="{FF2B5EF4-FFF2-40B4-BE49-F238E27FC236}">
                          <a16:creationId xmlns:a16="http://schemas.microsoft.com/office/drawing/2014/main" id="{E965C726-6ABC-4937-AF12-287AC5C3B8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7" name="Rectangle 1106">
                        <a:extLst>
                          <a:ext uri="{FF2B5EF4-FFF2-40B4-BE49-F238E27FC236}">
                            <a16:creationId xmlns:a16="http://schemas.microsoft.com/office/drawing/2014/main" id="{AF051E12-C97C-44A2-889D-B60C2E3DF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1108" name="Rectangle 1107">
                        <a:extLst>
                          <a:ext uri="{FF2B5EF4-FFF2-40B4-BE49-F238E27FC236}">
                            <a16:creationId xmlns:a16="http://schemas.microsoft.com/office/drawing/2014/main" id="{116E4B8F-7F0A-4023-89C6-08019C0D0F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1104" name="Group 1103">
                      <a:extLst>
                        <a:ext uri="{FF2B5EF4-FFF2-40B4-BE49-F238E27FC236}">
                          <a16:creationId xmlns:a16="http://schemas.microsoft.com/office/drawing/2014/main" id="{FD7A2453-8414-4C61-BD71-7960D15DB24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5" name="Rectangle 1104">
                        <a:extLst>
                          <a:ext uri="{FF2B5EF4-FFF2-40B4-BE49-F238E27FC236}">
                            <a16:creationId xmlns:a16="http://schemas.microsoft.com/office/drawing/2014/main" id="{C53178CD-444D-4610-AA1D-704B071F05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1106" name="Rectangle 1105">
                        <a:extLst>
                          <a:ext uri="{FF2B5EF4-FFF2-40B4-BE49-F238E27FC236}">
                            <a16:creationId xmlns:a16="http://schemas.microsoft.com/office/drawing/2014/main" id="{E40F85B7-89AB-4B02-B0CA-E36F4AD596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1096" name="Group 1095">
                    <a:extLst>
                      <a:ext uri="{FF2B5EF4-FFF2-40B4-BE49-F238E27FC236}">
                        <a16:creationId xmlns:a16="http://schemas.microsoft.com/office/drawing/2014/main" id="{34867BD1-EBF6-4DDE-B204-36024A6F319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97" name="Group 1096">
                      <a:extLst>
                        <a:ext uri="{FF2B5EF4-FFF2-40B4-BE49-F238E27FC236}">
                          <a16:creationId xmlns:a16="http://schemas.microsoft.com/office/drawing/2014/main" id="{A2817DB7-C405-4A11-A146-0DAA73E5C1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101" name="Rectangle 1100">
                        <a:extLst>
                          <a:ext uri="{FF2B5EF4-FFF2-40B4-BE49-F238E27FC236}">
                            <a16:creationId xmlns:a16="http://schemas.microsoft.com/office/drawing/2014/main" id="{E99D8D62-4552-49BE-B0AF-1695762F3F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1102" name="Rectangle 1101">
                        <a:extLst>
                          <a:ext uri="{FF2B5EF4-FFF2-40B4-BE49-F238E27FC236}">
                            <a16:creationId xmlns:a16="http://schemas.microsoft.com/office/drawing/2014/main" id="{F12FD020-AFB2-4F84-8C02-B4741B7C65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1098" name="Group 1097">
                      <a:extLst>
                        <a:ext uri="{FF2B5EF4-FFF2-40B4-BE49-F238E27FC236}">
                          <a16:creationId xmlns:a16="http://schemas.microsoft.com/office/drawing/2014/main" id="{353412D3-CBF8-4C05-BC7B-1C4892A0E9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9" name="Rectangle 1098">
                        <a:extLst>
                          <a:ext uri="{FF2B5EF4-FFF2-40B4-BE49-F238E27FC236}">
                            <a16:creationId xmlns:a16="http://schemas.microsoft.com/office/drawing/2014/main" id="{9A402CB0-E611-4D66-B482-56194F5A2E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1100" name="Rectangle 1099">
                        <a:extLst>
                          <a:ext uri="{FF2B5EF4-FFF2-40B4-BE49-F238E27FC236}">
                            <a16:creationId xmlns:a16="http://schemas.microsoft.com/office/drawing/2014/main" id="{9BA80431-D5F5-4480-9704-B0E5390E21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1062" name="Group 1061">
                <a:extLst>
                  <a:ext uri="{FF2B5EF4-FFF2-40B4-BE49-F238E27FC236}">
                    <a16:creationId xmlns:a16="http://schemas.microsoft.com/office/drawing/2014/main" id="{745D91B9-CAE6-451C-9062-F0A2EB38FC7F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1063" name="Group 1062">
                  <a:extLst>
                    <a:ext uri="{FF2B5EF4-FFF2-40B4-BE49-F238E27FC236}">
                      <a16:creationId xmlns:a16="http://schemas.microsoft.com/office/drawing/2014/main" id="{9AA09291-655C-4E80-B4F5-9095A50C4B8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79" name="Group 1078">
                    <a:extLst>
                      <a:ext uri="{FF2B5EF4-FFF2-40B4-BE49-F238E27FC236}">
                        <a16:creationId xmlns:a16="http://schemas.microsoft.com/office/drawing/2014/main" id="{6DDF2886-D4CE-4AA2-A84F-8AA473F6A6B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7" name="Group 1086">
                      <a:extLst>
                        <a:ext uri="{FF2B5EF4-FFF2-40B4-BE49-F238E27FC236}">
                          <a16:creationId xmlns:a16="http://schemas.microsoft.com/office/drawing/2014/main" id="{AD52E129-F54C-4737-8935-B4FF44B5F9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91" name="Rectangle 1090">
                        <a:extLst>
                          <a:ext uri="{FF2B5EF4-FFF2-40B4-BE49-F238E27FC236}">
                            <a16:creationId xmlns:a16="http://schemas.microsoft.com/office/drawing/2014/main" id="{40CD41F0-16C1-4D97-9D7D-415B13289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1092" name="Rectangle 1091">
                        <a:extLst>
                          <a:ext uri="{FF2B5EF4-FFF2-40B4-BE49-F238E27FC236}">
                            <a16:creationId xmlns:a16="http://schemas.microsoft.com/office/drawing/2014/main" id="{CF9CA623-117C-4D11-AC63-D7694CF67A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7D177631-7E16-47D4-9417-FDA696A607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9" name="Rectangle 1088">
                        <a:extLst>
                          <a:ext uri="{FF2B5EF4-FFF2-40B4-BE49-F238E27FC236}">
                            <a16:creationId xmlns:a16="http://schemas.microsoft.com/office/drawing/2014/main" id="{7F1EEF33-5465-44FB-88C8-9CC6A94FF7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1090" name="Rectangle 1089">
                        <a:extLst>
                          <a:ext uri="{FF2B5EF4-FFF2-40B4-BE49-F238E27FC236}">
                            <a16:creationId xmlns:a16="http://schemas.microsoft.com/office/drawing/2014/main" id="{1660BAA5-A03A-45BC-B996-7C3B82A12C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1080" name="Group 1079">
                    <a:extLst>
                      <a:ext uri="{FF2B5EF4-FFF2-40B4-BE49-F238E27FC236}">
                        <a16:creationId xmlns:a16="http://schemas.microsoft.com/office/drawing/2014/main" id="{F66AD19D-245F-4591-9E6D-FBD6F89F82DA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81" name="Group 1080">
                      <a:extLst>
                        <a:ext uri="{FF2B5EF4-FFF2-40B4-BE49-F238E27FC236}">
                          <a16:creationId xmlns:a16="http://schemas.microsoft.com/office/drawing/2014/main" id="{7216FDDC-2F85-4E62-B307-0005C553B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5" name="Rectangle 1084">
                        <a:extLst>
                          <a:ext uri="{FF2B5EF4-FFF2-40B4-BE49-F238E27FC236}">
                            <a16:creationId xmlns:a16="http://schemas.microsoft.com/office/drawing/2014/main" id="{0B11DB1B-C1BF-41B5-BE37-253FDEA6B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1086" name="Rectangle 1085">
                        <a:extLst>
                          <a:ext uri="{FF2B5EF4-FFF2-40B4-BE49-F238E27FC236}">
                            <a16:creationId xmlns:a16="http://schemas.microsoft.com/office/drawing/2014/main" id="{7C488D01-9AF3-4DAB-A94F-FBAB649ADD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1082" name="Group 1081">
                      <a:extLst>
                        <a:ext uri="{FF2B5EF4-FFF2-40B4-BE49-F238E27FC236}">
                          <a16:creationId xmlns:a16="http://schemas.microsoft.com/office/drawing/2014/main" id="{BC2DF493-588E-445D-A3B2-D639F7D15A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83" name="Rectangle 1082">
                        <a:extLst>
                          <a:ext uri="{FF2B5EF4-FFF2-40B4-BE49-F238E27FC236}">
                            <a16:creationId xmlns:a16="http://schemas.microsoft.com/office/drawing/2014/main" id="{AFE6A75E-5444-4EF1-A9DB-C02244ACFE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1084" name="Rectangle 1083">
                        <a:extLst>
                          <a:ext uri="{FF2B5EF4-FFF2-40B4-BE49-F238E27FC236}">
                            <a16:creationId xmlns:a16="http://schemas.microsoft.com/office/drawing/2014/main" id="{77F342A0-03C5-4DED-898A-F1B6DFF98D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97523B98-8405-4A9C-BC0E-BA443D88E89B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1065" name="Group 1064">
                    <a:extLst>
                      <a:ext uri="{FF2B5EF4-FFF2-40B4-BE49-F238E27FC236}">
                        <a16:creationId xmlns:a16="http://schemas.microsoft.com/office/drawing/2014/main" id="{1A9E6BF6-6BC2-4249-93E7-5485D3CE88A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73" name="Group 1072">
                      <a:extLst>
                        <a:ext uri="{FF2B5EF4-FFF2-40B4-BE49-F238E27FC236}">
                          <a16:creationId xmlns:a16="http://schemas.microsoft.com/office/drawing/2014/main" id="{E44EBE65-A7C2-4DEC-A750-97A9042218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7" name="Rectangle 1076">
                        <a:extLst>
                          <a:ext uri="{FF2B5EF4-FFF2-40B4-BE49-F238E27FC236}">
                            <a16:creationId xmlns:a16="http://schemas.microsoft.com/office/drawing/2014/main" id="{93B95F3A-B7D0-4CAA-A0B5-D358636B7D8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1078" name="Rectangle 1077">
                        <a:extLst>
                          <a:ext uri="{FF2B5EF4-FFF2-40B4-BE49-F238E27FC236}">
                            <a16:creationId xmlns:a16="http://schemas.microsoft.com/office/drawing/2014/main" id="{5B22D89B-725D-4A6B-AD3C-24A5E3BDD1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1074" name="Group 1073">
                      <a:extLst>
                        <a:ext uri="{FF2B5EF4-FFF2-40B4-BE49-F238E27FC236}">
                          <a16:creationId xmlns:a16="http://schemas.microsoft.com/office/drawing/2014/main" id="{AF71939A-FBF6-4038-A352-ADBEB8E826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5" name="Rectangle 1074">
                        <a:extLst>
                          <a:ext uri="{FF2B5EF4-FFF2-40B4-BE49-F238E27FC236}">
                            <a16:creationId xmlns:a16="http://schemas.microsoft.com/office/drawing/2014/main" id="{D6F76528-588F-4E5C-B388-93AD1F654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1076" name="Rectangle 1075">
                        <a:extLst>
                          <a:ext uri="{FF2B5EF4-FFF2-40B4-BE49-F238E27FC236}">
                            <a16:creationId xmlns:a16="http://schemas.microsoft.com/office/drawing/2014/main" id="{6C8EEC30-E971-4A1D-89AB-D7E1FE140B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48F861D6-E494-4696-B072-BFB83F989E4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1067" name="Group 1066">
                      <a:extLst>
                        <a:ext uri="{FF2B5EF4-FFF2-40B4-BE49-F238E27FC236}">
                          <a16:creationId xmlns:a16="http://schemas.microsoft.com/office/drawing/2014/main" id="{4C70EACA-4710-4BB8-8158-BBAE452194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71" name="Rectangle 1070">
                        <a:extLst>
                          <a:ext uri="{FF2B5EF4-FFF2-40B4-BE49-F238E27FC236}">
                            <a16:creationId xmlns:a16="http://schemas.microsoft.com/office/drawing/2014/main" id="{7BEA2134-6DC6-4952-9777-2A2AA07CFD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1072" name="Rectangle 1071">
                        <a:extLst>
                          <a:ext uri="{FF2B5EF4-FFF2-40B4-BE49-F238E27FC236}">
                            <a16:creationId xmlns:a16="http://schemas.microsoft.com/office/drawing/2014/main" id="{AD1A4298-FD08-45A1-909B-27C1B5FCE0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1068" name="Group 1067">
                      <a:extLst>
                        <a:ext uri="{FF2B5EF4-FFF2-40B4-BE49-F238E27FC236}">
                          <a16:creationId xmlns:a16="http://schemas.microsoft.com/office/drawing/2014/main" id="{9473EFB7-B590-4A94-B978-BDD0D6C9AA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1069" name="Rectangle 1068">
                        <a:extLst>
                          <a:ext uri="{FF2B5EF4-FFF2-40B4-BE49-F238E27FC236}">
                            <a16:creationId xmlns:a16="http://schemas.microsoft.com/office/drawing/2014/main" id="{79C198C8-E2B8-4063-BDC1-E7AA0A39D9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1070" name="Rectangle 1069">
                        <a:extLst>
                          <a:ext uri="{FF2B5EF4-FFF2-40B4-BE49-F238E27FC236}">
                            <a16:creationId xmlns:a16="http://schemas.microsoft.com/office/drawing/2014/main" id="{83440A6B-7316-4533-93D9-741078509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702927C-1798-4E5F-B811-568B167F83BC}"/>
              </a:ext>
            </a:extLst>
          </p:cNvPr>
          <p:cNvSpPr txBox="1"/>
          <p:nvPr/>
        </p:nvSpPr>
        <p:spPr>
          <a:xfrm>
            <a:off x="9889517" y="2630629"/>
            <a:ext cx="878812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Bit Resolution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EE0BF68-A51B-4FA3-B99C-34642CC0EE83}"/>
              </a:ext>
            </a:extLst>
          </p:cNvPr>
          <p:cNvSpPr txBox="1"/>
          <p:nvPr/>
        </p:nvSpPr>
        <p:spPr>
          <a:xfrm>
            <a:off x="10643452" y="2630629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Duty Cycle Resolution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6FB339-88ED-4821-90B9-3D829A34D6AD}"/>
              </a:ext>
            </a:extLst>
          </p:cNvPr>
          <p:cNvGrpSpPr/>
          <p:nvPr/>
        </p:nvGrpSpPr>
        <p:grpSpPr>
          <a:xfrm>
            <a:off x="9889517" y="2865445"/>
            <a:ext cx="2095249" cy="261610"/>
            <a:chOff x="9889517" y="2865445"/>
            <a:chExt cx="2095249" cy="261610"/>
          </a:xfrm>
        </p:grpSpPr>
        <p:sp>
          <p:nvSpPr>
            <p:cNvPr id="1186" name="TextBox 1185">
              <a:extLst>
                <a:ext uri="{FF2B5EF4-FFF2-40B4-BE49-F238E27FC236}">
                  <a16:creationId xmlns:a16="http://schemas.microsoft.com/office/drawing/2014/main" id="{21D39665-C1D1-41E7-AA16-CDCB9519D54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</a:t>
              </a:r>
            </a:p>
          </p:txBody>
        </p:sp>
        <p:sp>
          <p:nvSpPr>
            <p:cNvPr id="1187" name="TextBox 1186">
              <a:extLst>
                <a:ext uri="{FF2B5EF4-FFF2-40B4-BE49-F238E27FC236}">
                  <a16:creationId xmlns:a16="http://schemas.microsoft.com/office/drawing/2014/main" id="{0AC80875-DD47-4FE3-B58F-93C03F22F3B8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Fixed at 50%</a:t>
              </a:r>
            </a:p>
          </p:txBody>
        </p:sp>
      </p:grpSp>
      <p:grpSp>
        <p:nvGrpSpPr>
          <p:cNvPr id="1188" name="Group 1187">
            <a:extLst>
              <a:ext uri="{FF2B5EF4-FFF2-40B4-BE49-F238E27FC236}">
                <a16:creationId xmlns:a16="http://schemas.microsoft.com/office/drawing/2014/main" id="{52AB1214-075E-4A88-A248-2CE3B3A8D1D9}"/>
              </a:ext>
            </a:extLst>
          </p:cNvPr>
          <p:cNvGrpSpPr/>
          <p:nvPr/>
        </p:nvGrpSpPr>
        <p:grpSpPr>
          <a:xfrm>
            <a:off x="9890292" y="3140932"/>
            <a:ext cx="2095249" cy="261610"/>
            <a:chOff x="9889517" y="2865445"/>
            <a:chExt cx="2095249" cy="261610"/>
          </a:xfrm>
        </p:grpSpPr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32C27B5C-7E5C-4EF3-9E1B-FF5CECDA043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</a:t>
              </a:r>
            </a:p>
          </p:txBody>
        </p:sp>
        <p:sp>
          <p:nvSpPr>
            <p:cNvPr id="1190" name="TextBox 1189">
              <a:extLst>
                <a:ext uri="{FF2B5EF4-FFF2-40B4-BE49-F238E27FC236}">
                  <a16:creationId xmlns:a16="http://schemas.microsoft.com/office/drawing/2014/main" id="{797A5EF8-05B5-4922-9061-2E12B85ABAF6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25%</a:t>
              </a:r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E0AFFF6F-3B11-4228-81A4-A153AA9B74FD}"/>
              </a:ext>
            </a:extLst>
          </p:cNvPr>
          <p:cNvGrpSpPr/>
          <p:nvPr/>
        </p:nvGrpSpPr>
        <p:grpSpPr>
          <a:xfrm>
            <a:off x="9895182" y="3410658"/>
            <a:ext cx="2095249" cy="261610"/>
            <a:chOff x="9889517" y="2865445"/>
            <a:chExt cx="2095249" cy="261610"/>
          </a:xfrm>
        </p:grpSpPr>
        <p:sp>
          <p:nvSpPr>
            <p:cNvPr id="1192" name="TextBox 1191">
              <a:extLst>
                <a:ext uri="{FF2B5EF4-FFF2-40B4-BE49-F238E27FC236}">
                  <a16:creationId xmlns:a16="http://schemas.microsoft.com/office/drawing/2014/main" id="{BEA561B6-F374-48BF-A38C-A6D389966880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</a:t>
              </a:r>
            </a:p>
          </p:txBody>
        </p:sp>
        <p:sp>
          <p:nvSpPr>
            <p:cNvPr id="1193" name="TextBox 1192">
              <a:extLst>
                <a:ext uri="{FF2B5EF4-FFF2-40B4-BE49-F238E27FC236}">
                  <a16:creationId xmlns:a16="http://schemas.microsoft.com/office/drawing/2014/main" id="{7C2F0836-8955-44C4-9B2F-F3A21AC480D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12.5%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BD7E1B5-6F87-44C5-AC94-A11AB7852867}"/>
              </a:ext>
            </a:extLst>
          </p:cNvPr>
          <p:cNvGrpSpPr/>
          <p:nvPr/>
        </p:nvGrpSpPr>
        <p:grpSpPr>
          <a:xfrm>
            <a:off x="9896588" y="3675412"/>
            <a:ext cx="2095249" cy="261610"/>
            <a:chOff x="9889517" y="2865445"/>
            <a:chExt cx="2095249" cy="261610"/>
          </a:xfrm>
        </p:grpSpPr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1DE3569F-065B-411F-90CA-1845F17F3A0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4</a:t>
              </a: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A7CCDB72-72C5-41CE-945C-E2D7FAE7095B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6.25%</a:t>
              </a:r>
            </a:p>
          </p:txBody>
        </p: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F9865BC9-64FD-480D-BFB7-0698901F8E73}"/>
              </a:ext>
            </a:extLst>
          </p:cNvPr>
          <p:cNvGrpSpPr/>
          <p:nvPr/>
        </p:nvGrpSpPr>
        <p:grpSpPr>
          <a:xfrm>
            <a:off x="9896740" y="3955871"/>
            <a:ext cx="2095249" cy="261610"/>
            <a:chOff x="9889517" y="2865445"/>
            <a:chExt cx="2095249" cy="261610"/>
          </a:xfrm>
        </p:grpSpPr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C2777DA8-882D-4E1F-8F18-0EEFFF87E0F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5</a:t>
              </a:r>
            </a:p>
          </p:txBody>
        </p:sp>
        <p:sp>
          <p:nvSpPr>
            <p:cNvPr id="1199" name="TextBox 1198">
              <a:extLst>
                <a:ext uri="{FF2B5EF4-FFF2-40B4-BE49-F238E27FC236}">
                  <a16:creationId xmlns:a16="http://schemas.microsoft.com/office/drawing/2014/main" id="{2CBC4503-6A23-4878-864E-20E9183F8153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3.125%</a:t>
              </a:r>
            </a:p>
          </p:txBody>
        </p:sp>
      </p:grpSp>
      <p:grpSp>
        <p:nvGrpSpPr>
          <p:cNvPr id="1200" name="Group 1199">
            <a:extLst>
              <a:ext uri="{FF2B5EF4-FFF2-40B4-BE49-F238E27FC236}">
                <a16:creationId xmlns:a16="http://schemas.microsoft.com/office/drawing/2014/main" id="{13C5488E-6A14-49D4-9BC6-5052A72FD706}"/>
              </a:ext>
            </a:extLst>
          </p:cNvPr>
          <p:cNvGrpSpPr/>
          <p:nvPr/>
        </p:nvGrpSpPr>
        <p:grpSpPr>
          <a:xfrm>
            <a:off x="9896662" y="4180946"/>
            <a:ext cx="2095249" cy="261610"/>
            <a:chOff x="9889517" y="2865445"/>
            <a:chExt cx="2095249" cy="261610"/>
          </a:xfrm>
        </p:grpSpPr>
        <p:sp>
          <p:nvSpPr>
            <p:cNvPr id="1201" name="TextBox 1200">
              <a:extLst>
                <a:ext uri="{FF2B5EF4-FFF2-40B4-BE49-F238E27FC236}">
                  <a16:creationId xmlns:a16="http://schemas.microsoft.com/office/drawing/2014/main" id="{11BF6DE9-59F7-459F-950B-14A96BF35257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53B4CEB1-642D-4E72-A907-590F52D5773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1.5625%</a:t>
              </a:r>
            </a:p>
          </p:txBody>
        </p:sp>
      </p:grpSp>
      <p:sp>
        <p:nvSpPr>
          <p:cNvPr id="1203" name="TextBox 1202">
            <a:extLst>
              <a:ext uri="{FF2B5EF4-FFF2-40B4-BE49-F238E27FC236}">
                <a16:creationId xmlns:a16="http://schemas.microsoft.com/office/drawing/2014/main" id="{A269AF37-42E8-41F2-BA6F-03881CC506AF}"/>
              </a:ext>
            </a:extLst>
          </p:cNvPr>
          <p:cNvSpPr txBox="1"/>
          <p:nvPr/>
        </p:nvSpPr>
        <p:spPr>
          <a:xfrm>
            <a:off x="11832172" y="2627485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Voltage Increments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3046ABE-FF32-44AE-BB00-EC90E9F3A632}"/>
              </a:ext>
            </a:extLst>
          </p:cNvPr>
          <p:cNvSpPr txBox="1"/>
          <p:nvPr/>
        </p:nvSpPr>
        <p:spPr>
          <a:xfrm>
            <a:off x="11832172" y="3144990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dirty="0">
                <a:latin typeface="Segoe Condensed" panose="020B0606040200020203" pitchFamily="34" charset="0"/>
              </a:rPr>
              <a:t>0.825V</a:t>
            </a:r>
          </a:p>
        </p:txBody>
      </p:sp>
      <p:grpSp>
        <p:nvGrpSpPr>
          <p:cNvPr id="1205" name="Group 1204">
            <a:extLst>
              <a:ext uri="{FF2B5EF4-FFF2-40B4-BE49-F238E27FC236}">
                <a16:creationId xmlns:a16="http://schemas.microsoft.com/office/drawing/2014/main" id="{F90BE6C0-ED21-4B73-8B2B-64216DE77092}"/>
              </a:ext>
            </a:extLst>
          </p:cNvPr>
          <p:cNvGrpSpPr/>
          <p:nvPr/>
        </p:nvGrpSpPr>
        <p:grpSpPr>
          <a:xfrm>
            <a:off x="9896701" y="4448624"/>
            <a:ext cx="2095249" cy="261610"/>
            <a:chOff x="9889517" y="2865445"/>
            <a:chExt cx="2095249" cy="261610"/>
          </a:xfrm>
        </p:grpSpPr>
        <p:sp>
          <p:nvSpPr>
            <p:cNvPr id="1206" name="TextBox 1205">
              <a:extLst>
                <a:ext uri="{FF2B5EF4-FFF2-40B4-BE49-F238E27FC236}">
                  <a16:creationId xmlns:a16="http://schemas.microsoft.com/office/drawing/2014/main" id="{22639EFE-4F3E-4813-98EE-85F266283A7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7</a:t>
              </a:r>
            </a:p>
          </p:txBody>
        </p:sp>
        <p:sp>
          <p:nvSpPr>
            <p:cNvPr id="1207" name="TextBox 1206">
              <a:extLst>
                <a:ext uri="{FF2B5EF4-FFF2-40B4-BE49-F238E27FC236}">
                  <a16:creationId xmlns:a16="http://schemas.microsoft.com/office/drawing/2014/main" id="{37ED462B-C873-4DB3-A873-A3C1EE17DC3F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0.78125%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7997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0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0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3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10418934" y="1612282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10418934" y="186619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10418834" y="2115905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304448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702927C-1798-4E5F-B811-568B167F83BC}"/>
              </a:ext>
            </a:extLst>
          </p:cNvPr>
          <p:cNvSpPr txBox="1"/>
          <p:nvPr/>
        </p:nvSpPr>
        <p:spPr>
          <a:xfrm>
            <a:off x="9889517" y="2630629"/>
            <a:ext cx="878812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Bit Resolution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EE0BF68-A51B-4FA3-B99C-34642CC0EE83}"/>
              </a:ext>
            </a:extLst>
          </p:cNvPr>
          <p:cNvSpPr txBox="1"/>
          <p:nvPr/>
        </p:nvSpPr>
        <p:spPr>
          <a:xfrm>
            <a:off x="10643452" y="2630629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Duty Cycle Resolution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6FB339-88ED-4821-90B9-3D829A34D6AD}"/>
              </a:ext>
            </a:extLst>
          </p:cNvPr>
          <p:cNvGrpSpPr/>
          <p:nvPr/>
        </p:nvGrpSpPr>
        <p:grpSpPr>
          <a:xfrm>
            <a:off x="9889517" y="2865445"/>
            <a:ext cx="2095249" cy="261610"/>
            <a:chOff x="9889517" y="2865445"/>
            <a:chExt cx="2095249" cy="261610"/>
          </a:xfrm>
        </p:grpSpPr>
        <p:sp>
          <p:nvSpPr>
            <p:cNvPr id="1186" name="TextBox 1185">
              <a:extLst>
                <a:ext uri="{FF2B5EF4-FFF2-40B4-BE49-F238E27FC236}">
                  <a16:creationId xmlns:a16="http://schemas.microsoft.com/office/drawing/2014/main" id="{21D39665-C1D1-41E7-AA16-CDCB9519D54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</a:t>
              </a:r>
            </a:p>
          </p:txBody>
        </p:sp>
        <p:sp>
          <p:nvSpPr>
            <p:cNvPr id="1187" name="TextBox 1186">
              <a:extLst>
                <a:ext uri="{FF2B5EF4-FFF2-40B4-BE49-F238E27FC236}">
                  <a16:creationId xmlns:a16="http://schemas.microsoft.com/office/drawing/2014/main" id="{0AC80875-DD47-4FE3-B58F-93C03F22F3B8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Fixed at 50%</a:t>
              </a:r>
            </a:p>
          </p:txBody>
        </p:sp>
      </p:grpSp>
      <p:grpSp>
        <p:nvGrpSpPr>
          <p:cNvPr id="1188" name="Group 1187">
            <a:extLst>
              <a:ext uri="{FF2B5EF4-FFF2-40B4-BE49-F238E27FC236}">
                <a16:creationId xmlns:a16="http://schemas.microsoft.com/office/drawing/2014/main" id="{52AB1214-075E-4A88-A248-2CE3B3A8D1D9}"/>
              </a:ext>
            </a:extLst>
          </p:cNvPr>
          <p:cNvGrpSpPr/>
          <p:nvPr/>
        </p:nvGrpSpPr>
        <p:grpSpPr>
          <a:xfrm>
            <a:off x="9890292" y="3140932"/>
            <a:ext cx="2095249" cy="261610"/>
            <a:chOff x="9889517" y="2865445"/>
            <a:chExt cx="2095249" cy="261610"/>
          </a:xfrm>
        </p:grpSpPr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32C27B5C-7E5C-4EF3-9E1B-FF5CECDA043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</a:t>
              </a:r>
            </a:p>
          </p:txBody>
        </p:sp>
        <p:sp>
          <p:nvSpPr>
            <p:cNvPr id="1190" name="TextBox 1189">
              <a:extLst>
                <a:ext uri="{FF2B5EF4-FFF2-40B4-BE49-F238E27FC236}">
                  <a16:creationId xmlns:a16="http://schemas.microsoft.com/office/drawing/2014/main" id="{797A5EF8-05B5-4922-9061-2E12B85ABAF6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25%</a:t>
              </a:r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E0AFFF6F-3B11-4228-81A4-A153AA9B74FD}"/>
              </a:ext>
            </a:extLst>
          </p:cNvPr>
          <p:cNvGrpSpPr/>
          <p:nvPr/>
        </p:nvGrpSpPr>
        <p:grpSpPr>
          <a:xfrm>
            <a:off x="9895182" y="3410658"/>
            <a:ext cx="2095249" cy="261610"/>
            <a:chOff x="9889517" y="2865445"/>
            <a:chExt cx="2095249" cy="261610"/>
          </a:xfrm>
        </p:grpSpPr>
        <p:sp>
          <p:nvSpPr>
            <p:cNvPr id="1192" name="TextBox 1191">
              <a:extLst>
                <a:ext uri="{FF2B5EF4-FFF2-40B4-BE49-F238E27FC236}">
                  <a16:creationId xmlns:a16="http://schemas.microsoft.com/office/drawing/2014/main" id="{BEA561B6-F374-48BF-A38C-A6D389966880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</a:t>
              </a:r>
            </a:p>
          </p:txBody>
        </p:sp>
        <p:sp>
          <p:nvSpPr>
            <p:cNvPr id="1193" name="TextBox 1192">
              <a:extLst>
                <a:ext uri="{FF2B5EF4-FFF2-40B4-BE49-F238E27FC236}">
                  <a16:creationId xmlns:a16="http://schemas.microsoft.com/office/drawing/2014/main" id="{7C2F0836-8955-44C4-9B2F-F3A21AC480D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12.5%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BD7E1B5-6F87-44C5-AC94-A11AB7852867}"/>
              </a:ext>
            </a:extLst>
          </p:cNvPr>
          <p:cNvGrpSpPr/>
          <p:nvPr/>
        </p:nvGrpSpPr>
        <p:grpSpPr>
          <a:xfrm>
            <a:off x="9896588" y="3675412"/>
            <a:ext cx="2095249" cy="261610"/>
            <a:chOff x="9889517" y="2865445"/>
            <a:chExt cx="2095249" cy="261610"/>
          </a:xfrm>
        </p:grpSpPr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1DE3569F-065B-411F-90CA-1845F17F3A0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4</a:t>
              </a: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A7CCDB72-72C5-41CE-945C-E2D7FAE7095B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6.25%</a:t>
              </a:r>
            </a:p>
          </p:txBody>
        </p: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F9865BC9-64FD-480D-BFB7-0698901F8E73}"/>
              </a:ext>
            </a:extLst>
          </p:cNvPr>
          <p:cNvGrpSpPr/>
          <p:nvPr/>
        </p:nvGrpSpPr>
        <p:grpSpPr>
          <a:xfrm>
            <a:off x="9896740" y="3955871"/>
            <a:ext cx="2095249" cy="261610"/>
            <a:chOff x="9889517" y="2865445"/>
            <a:chExt cx="2095249" cy="261610"/>
          </a:xfrm>
        </p:grpSpPr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C2777DA8-882D-4E1F-8F18-0EEFFF87E0F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5</a:t>
              </a:r>
            </a:p>
          </p:txBody>
        </p:sp>
        <p:sp>
          <p:nvSpPr>
            <p:cNvPr id="1199" name="TextBox 1198">
              <a:extLst>
                <a:ext uri="{FF2B5EF4-FFF2-40B4-BE49-F238E27FC236}">
                  <a16:creationId xmlns:a16="http://schemas.microsoft.com/office/drawing/2014/main" id="{2CBC4503-6A23-4878-864E-20E9183F8153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3.125%</a:t>
              </a:r>
            </a:p>
          </p:txBody>
        </p:sp>
      </p:grpSp>
      <p:grpSp>
        <p:nvGrpSpPr>
          <p:cNvPr id="1200" name="Group 1199">
            <a:extLst>
              <a:ext uri="{FF2B5EF4-FFF2-40B4-BE49-F238E27FC236}">
                <a16:creationId xmlns:a16="http://schemas.microsoft.com/office/drawing/2014/main" id="{13C5488E-6A14-49D4-9BC6-5052A72FD706}"/>
              </a:ext>
            </a:extLst>
          </p:cNvPr>
          <p:cNvGrpSpPr/>
          <p:nvPr/>
        </p:nvGrpSpPr>
        <p:grpSpPr>
          <a:xfrm>
            <a:off x="9896662" y="4180946"/>
            <a:ext cx="2095249" cy="261610"/>
            <a:chOff x="9889517" y="2865445"/>
            <a:chExt cx="2095249" cy="261610"/>
          </a:xfrm>
        </p:grpSpPr>
        <p:sp>
          <p:nvSpPr>
            <p:cNvPr id="1201" name="TextBox 1200">
              <a:extLst>
                <a:ext uri="{FF2B5EF4-FFF2-40B4-BE49-F238E27FC236}">
                  <a16:creationId xmlns:a16="http://schemas.microsoft.com/office/drawing/2014/main" id="{11BF6DE9-59F7-459F-950B-14A96BF35257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53B4CEB1-642D-4E72-A907-590F52D5773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1.5625%</a:t>
              </a:r>
            </a:p>
          </p:txBody>
        </p:sp>
      </p:grpSp>
      <p:sp>
        <p:nvSpPr>
          <p:cNvPr id="1203" name="TextBox 1202">
            <a:extLst>
              <a:ext uri="{FF2B5EF4-FFF2-40B4-BE49-F238E27FC236}">
                <a16:creationId xmlns:a16="http://schemas.microsoft.com/office/drawing/2014/main" id="{A269AF37-42E8-41F2-BA6F-03881CC506AF}"/>
              </a:ext>
            </a:extLst>
          </p:cNvPr>
          <p:cNvSpPr txBox="1"/>
          <p:nvPr/>
        </p:nvSpPr>
        <p:spPr>
          <a:xfrm>
            <a:off x="11832172" y="2627485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Voltage Increments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3046ABE-FF32-44AE-BB00-EC90E9F3A632}"/>
              </a:ext>
            </a:extLst>
          </p:cNvPr>
          <p:cNvSpPr txBox="1"/>
          <p:nvPr/>
        </p:nvSpPr>
        <p:spPr>
          <a:xfrm>
            <a:off x="11832172" y="3144990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dirty="0">
                <a:latin typeface="Segoe Condensed" panose="020B0606040200020203" pitchFamily="34" charset="0"/>
              </a:rPr>
              <a:t>0.825V</a:t>
            </a:r>
          </a:p>
        </p:txBody>
      </p:sp>
      <p:grpSp>
        <p:nvGrpSpPr>
          <p:cNvPr id="1205" name="Group 1204">
            <a:extLst>
              <a:ext uri="{FF2B5EF4-FFF2-40B4-BE49-F238E27FC236}">
                <a16:creationId xmlns:a16="http://schemas.microsoft.com/office/drawing/2014/main" id="{F90BE6C0-ED21-4B73-8B2B-64216DE77092}"/>
              </a:ext>
            </a:extLst>
          </p:cNvPr>
          <p:cNvGrpSpPr/>
          <p:nvPr/>
        </p:nvGrpSpPr>
        <p:grpSpPr>
          <a:xfrm>
            <a:off x="9896701" y="4448624"/>
            <a:ext cx="2095249" cy="261610"/>
            <a:chOff x="9889517" y="2865445"/>
            <a:chExt cx="2095249" cy="261610"/>
          </a:xfrm>
        </p:grpSpPr>
        <p:sp>
          <p:nvSpPr>
            <p:cNvPr id="1206" name="TextBox 1205">
              <a:extLst>
                <a:ext uri="{FF2B5EF4-FFF2-40B4-BE49-F238E27FC236}">
                  <a16:creationId xmlns:a16="http://schemas.microsoft.com/office/drawing/2014/main" id="{22639EFE-4F3E-4813-98EE-85F266283A7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7</a:t>
              </a:r>
            </a:p>
          </p:txBody>
        </p:sp>
        <p:sp>
          <p:nvSpPr>
            <p:cNvPr id="1207" name="TextBox 1206">
              <a:extLst>
                <a:ext uri="{FF2B5EF4-FFF2-40B4-BE49-F238E27FC236}">
                  <a16:creationId xmlns:a16="http://schemas.microsoft.com/office/drawing/2014/main" id="{37ED462B-C873-4DB3-A873-A3C1EE17DC3F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0.78125%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315291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315291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306873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306873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306873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306873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306873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309741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304621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304621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304621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304621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10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304448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304448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962048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</p:spTree>
    <p:extLst>
      <p:ext uri="{BB962C8B-B14F-4D97-AF65-F5344CB8AC3E}">
        <p14:creationId xmlns:p14="http://schemas.microsoft.com/office/powerpoint/2010/main" val="1205272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0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0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3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E3E58C-6A22-45D4-B2B0-8A06BBA3E5F1}"/>
              </a:ext>
            </a:extLst>
          </p:cNvPr>
          <p:cNvSpPr txBox="1"/>
          <p:nvPr/>
        </p:nvSpPr>
        <p:spPr>
          <a:xfrm>
            <a:off x="10418934" y="1612282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50% resolution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50A179BF-A64A-4030-8715-2C4525E71ED6}"/>
              </a:ext>
            </a:extLst>
          </p:cNvPr>
          <p:cNvSpPr txBox="1"/>
          <p:nvPr/>
        </p:nvSpPr>
        <p:spPr>
          <a:xfrm>
            <a:off x="10418934" y="1866198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25% resolution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F9E82B0B-41E5-4951-B760-44B544E31426}"/>
              </a:ext>
            </a:extLst>
          </p:cNvPr>
          <p:cNvSpPr txBox="1"/>
          <p:nvPr/>
        </p:nvSpPr>
        <p:spPr>
          <a:xfrm>
            <a:off x="10418834" y="2115905"/>
            <a:ext cx="12841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Segoe Condensed" panose="020B0606040200020203" pitchFamily="34" charset="0"/>
              </a:rPr>
              <a:t>12.5% resolution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304448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702927C-1798-4E5F-B811-568B167F83BC}"/>
              </a:ext>
            </a:extLst>
          </p:cNvPr>
          <p:cNvSpPr txBox="1"/>
          <p:nvPr/>
        </p:nvSpPr>
        <p:spPr>
          <a:xfrm>
            <a:off x="9889517" y="2630629"/>
            <a:ext cx="878812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Bit Resolution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EE0BF68-A51B-4FA3-B99C-34642CC0EE83}"/>
              </a:ext>
            </a:extLst>
          </p:cNvPr>
          <p:cNvSpPr txBox="1"/>
          <p:nvPr/>
        </p:nvSpPr>
        <p:spPr>
          <a:xfrm>
            <a:off x="10643452" y="2630629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Duty Cycle Resolution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6FB339-88ED-4821-90B9-3D829A34D6AD}"/>
              </a:ext>
            </a:extLst>
          </p:cNvPr>
          <p:cNvGrpSpPr/>
          <p:nvPr/>
        </p:nvGrpSpPr>
        <p:grpSpPr>
          <a:xfrm>
            <a:off x="9889517" y="2865445"/>
            <a:ext cx="2095249" cy="261610"/>
            <a:chOff x="9889517" y="2865445"/>
            <a:chExt cx="2095249" cy="261610"/>
          </a:xfrm>
        </p:grpSpPr>
        <p:sp>
          <p:nvSpPr>
            <p:cNvPr id="1186" name="TextBox 1185">
              <a:extLst>
                <a:ext uri="{FF2B5EF4-FFF2-40B4-BE49-F238E27FC236}">
                  <a16:creationId xmlns:a16="http://schemas.microsoft.com/office/drawing/2014/main" id="{21D39665-C1D1-41E7-AA16-CDCB9519D54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</a:t>
              </a:r>
            </a:p>
          </p:txBody>
        </p:sp>
        <p:sp>
          <p:nvSpPr>
            <p:cNvPr id="1187" name="TextBox 1186">
              <a:extLst>
                <a:ext uri="{FF2B5EF4-FFF2-40B4-BE49-F238E27FC236}">
                  <a16:creationId xmlns:a16="http://schemas.microsoft.com/office/drawing/2014/main" id="{0AC80875-DD47-4FE3-B58F-93C03F22F3B8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Fixed at 50%</a:t>
              </a:r>
            </a:p>
          </p:txBody>
        </p:sp>
      </p:grpSp>
      <p:grpSp>
        <p:nvGrpSpPr>
          <p:cNvPr id="1188" name="Group 1187">
            <a:extLst>
              <a:ext uri="{FF2B5EF4-FFF2-40B4-BE49-F238E27FC236}">
                <a16:creationId xmlns:a16="http://schemas.microsoft.com/office/drawing/2014/main" id="{52AB1214-075E-4A88-A248-2CE3B3A8D1D9}"/>
              </a:ext>
            </a:extLst>
          </p:cNvPr>
          <p:cNvGrpSpPr/>
          <p:nvPr/>
        </p:nvGrpSpPr>
        <p:grpSpPr>
          <a:xfrm>
            <a:off x="9890292" y="3140932"/>
            <a:ext cx="2095249" cy="261610"/>
            <a:chOff x="9889517" y="2865445"/>
            <a:chExt cx="2095249" cy="261610"/>
          </a:xfrm>
        </p:grpSpPr>
        <p:sp>
          <p:nvSpPr>
            <p:cNvPr id="1189" name="TextBox 1188">
              <a:extLst>
                <a:ext uri="{FF2B5EF4-FFF2-40B4-BE49-F238E27FC236}">
                  <a16:creationId xmlns:a16="http://schemas.microsoft.com/office/drawing/2014/main" id="{32C27B5C-7E5C-4EF3-9E1B-FF5CECDA043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</a:t>
              </a:r>
            </a:p>
          </p:txBody>
        </p:sp>
        <p:sp>
          <p:nvSpPr>
            <p:cNvPr id="1190" name="TextBox 1189">
              <a:extLst>
                <a:ext uri="{FF2B5EF4-FFF2-40B4-BE49-F238E27FC236}">
                  <a16:creationId xmlns:a16="http://schemas.microsoft.com/office/drawing/2014/main" id="{797A5EF8-05B5-4922-9061-2E12B85ABAF6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25%</a:t>
              </a:r>
            </a:p>
          </p:txBody>
        </p:sp>
      </p:grpSp>
      <p:grpSp>
        <p:nvGrpSpPr>
          <p:cNvPr id="1191" name="Group 1190">
            <a:extLst>
              <a:ext uri="{FF2B5EF4-FFF2-40B4-BE49-F238E27FC236}">
                <a16:creationId xmlns:a16="http://schemas.microsoft.com/office/drawing/2014/main" id="{E0AFFF6F-3B11-4228-81A4-A153AA9B74FD}"/>
              </a:ext>
            </a:extLst>
          </p:cNvPr>
          <p:cNvGrpSpPr/>
          <p:nvPr/>
        </p:nvGrpSpPr>
        <p:grpSpPr>
          <a:xfrm>
            <a:off x="9895182" y="3410658"/>
            <a:ext cx="2095249" cy="261610"/>
            <a:chOff x="9889517" y="2865445"/>
            <a:chExt cx="2095249" cy="261610"/>
          </a:xfrm>
        </p:grpSpPr>
        <p:sp>
          <p:nvSpPr>
            <p:cNvPr id="1192" name="TextBox 1191">
              <a:extLst>
                <a:ext uri="{FF2B5EF4-FFF2-40B4-BE49-F238E27FC236}">
                  <a16:creationId xmlns:a16="http://schemas.microsoft.com/office/drawing/2014/main" id="{BEA561B6-F374-48BF-A38C-A6D389966880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</a:t>
              </a:r>
            </a:p>
          </p:txBody>
        </p:sp>
        <p:sp>
          <p:nvSpPr>
            <p:cNvPr id="1193" name="TextBox 1192">
              <a:extLst>
                <a:ext uri="{FF2B5EF4-FFF2-40B4-BE49-F238E27FC236}">
                  <a16:creationId xmlns:a16="http://schemas.microsoft.com/office/drawing/2014/main" id="{7C2F0836-8955-44C4-9B2F-F3A21AC480D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12.5%</a:t>
              </a:r>
            </a:p>
          </p:txBody>
        </p:sp>
      </p:grpSp>
      <p:grpSp>
        <p:nvGrpSpPr>
          <p:cNvPr id="1194" name="Group 1193">
            <a:extLst>
              <a:ext uri="{FF2B5EF4-FFF2-40B4-BE49-F238E27FC236}">
                <a16:creationId xmlns:a16="http://schemas.microsoft.com/office/drawing/2014/main" id="{EBD7E1B5-6F87-44C5-AC94-A11AB7852867}"/>
              </a:ext>
            </a:extLst>
          </p:cNvPr>
          <p:cNvGrpSpPr/>
          <p:nvPr/>
        </p:nvGrpSpPr>
        <p:grpSpPr>
          <a:xfrm>
            <a:off x="9896588" y="3675412"/>
            <a:ext cx="2095249" cy="261610"/>
            <a:chOff x="9889517" y="2865445"/>
            <a:chExt cx="2095249" cy="261610"/>
          </a:xfrm>
        </p:grpSpPr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1DE3569F-065B-411F-90CA-1845F17F3A0F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4</a:t>
              </a: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A7CCDB72-72C5-41CE-945C-E2D7FAE7095B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6.25%</a:t>
              </a:r>
            </a:p>
          </p:txBody>
        </p: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F9865BC9-64FD-480D-BFB7-0698901F8E73}"/>
              </a:ext>
            </a:extLst>
          </p:cNvPr>
          <p:cNvGrpSpPr/>
          <p:nvPr/>
        </p:nvGrpSpPr>
        <p:grpSpPr>
          <a:xfrm>
            <a:off x="9896740" y="3955871"/>
            <a:ext cx="2095249" cy="261610"/>
            <a:chOff x="9889517" y="2865445"/>
            <a:chExt cx="2095249" cy="261610"/>
          </a:xfrm>
        </p:grpSpPr>
        <p:sp>
          <p:nvSpPr>
            <p:cNvPr id="1198" name="TextBox 1197">
              <a:extLst>
                <a:ext uri="{FF2B5EF4-FFF2-40B4-BE49-F238E27FC236}">
                  <a16:creationId xmlns:a16="http://schemas.microsoft.com/office/drawing/2014/main" id="{C2777DA8-882D-4E1F-8F18-0EEFFF87E0F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5</a:t>
              </a:r>
            </a:p>
          </p:txBody>
        </p:sp>
        <p:sp>
          <p:nvSpPr>
            <p:cNvPr id="1199" name="TextBox 1198">
              <a:extLst>
                <a:ext uri="{FF2B5EF4-FFF2-40B4-BE49-F238E27FC236}">
                  <a16:creationId xmlns:a16="http://schemas.microsoft.com/office/drawing/2014/main" id="{2CBC4503-6A23-4878-864E-20E9183F8153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3.125%</a:t>
              </a:r>
            </a:p>
          </p:txBody>
        </p:sp>
      </p:grpSp>
      <p:grpSp>
        <p:nvGrpSpPr>
          <p:cNvPr id="1200" name="Group 1199">
            <a:extLst>
              <a:ext uri="{FF2B5EF4-FFF2-40B4-BE49-F238E27FC236}">
                <a16:creationId xmlns:a16="http://schemas.microsoft.com/office/drawing/2014/main" id="{13C5488E-6A14-49D4-9BC6-5052A72FD706}"/>
              </a:ext>
            </a:extLst>
          </p:cNvPr>
          <p:cNvGrpSpPr/>
          <p:nvPr/>
        </p:nvGrpSpPr>
        <p:grpSpPr>
          <a:xfrm>
            <a:off x="9896662" y="4180946"/>
            <a:ext cx="2095249" cy="261610"/>
            <a:chOff x="9889517" y="2865445"/>
            <a:chExt cx="2095249" cy="261610"/>
          </a:xfrm>
        </p:grpSpPr>
        <p:sp>
          <p:nvSpPr>
            <p:cNvPr id="1201" name="TextBox 1200">
              <a:extLst>
                <a:ext uri="{FF2B5EF4-FFF2-40B4-BE49-F238E27FC236}">
                  <a16:creationId xmlns:a16="http://schemas.microsoft.com/office/drawing/2014/main" id="{11BF6DE9-59F7-459F-950B-14A96BF35257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6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53B4CEB1-642D-4E72-A907-590F52D57737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1.5625%</a:t>
              </a:r>
            </a:p>
          </p:txBody>
        </p:sp>
      </p:grpSp>
      <p:sp>
        <p:nvSpPr>
          <p:cNvPr id="1203" name="TextBox 1202">
            <a:extLst>
              <a:ext uri="{FF2B5EF4-FFF2-40B4-BE49-F238E27FC236}">
                <a16:creationId xmlns:a16="http://schemas.microsoft.com/office/drawing/2014/main" id="{A269AF37-42E8-41F2-BA6F-03881CC506AF}"/>
              </a:ext>
            </a:extLst>
          </p:cNvPr>
          <p:cNvSpPr txBox="1"/>
          <p:nvPr/>
        </p:nvSpPr>
        <p:spPr>
          <a:xfrm>
            <a:off x="11832172" y="2627485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b="1" dirty="0">
                <a:latin typeface="Segoe Condensed" panose="020B0606040200020203" pitchFamily="34" charset="0"/>
              </a:rPr>
              <a:t>Voltage Increments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3046ABE-FF32-44AE-BB00-EC90E9F3A632}"/>
              </a:ext>
            </a:extLst>
          </p:cNvPr>
          <p:cNvSpPr txBox="1"/>
          <p:nvPr/>
        </p:nvSpPr>
        <p:spPr>
          <a:xfrm>
            <a:off x="11832172" y="3144990"/>
            <a:ext cx="1341314" cy="26161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100" dirty="0">
                <a:latin typeface="Segoe Condensed" panose="020B0606040200020203" pitchFamily="34" charset="0"/>
              </a:rPr>
              <a:t>0.825V</a:t>
            </a:r>
          </a:p>
        </p:txBody>
      </p:sp>
      <p:grpSp>
        <p:nvGrpSpPr>
          <p:cNvPr id="1205" name="Group 1204">
            <a:extLst>
              <a:ext uri="{FF2B5EF4-FFF2-40B4-BE49-F238E27FC236}">
                <a16:creationId xmlns:a16="http://schemas.microsoft.com/office/drawing/2014/main" id="{F90BE6C0-ED21-4B73-8B2B-64216DE77092}"/>
              </a:ext>
            </a:extLst>
          </p:cNvPr>
          <p:cNvGrpSpPr/>
          <p:nvPr/>
        </p:nvGrpSpPr>
        <p:grpSpPr>
          <a:xfrm>
            <a:off x="9896701" y="4448624"/>
            <a:ext cx="2095249" cy="261610"/>
            <a:chOff x="9889517" y="2865445"/>
            <a:chExt cx="2095249" cy="261610"/>
          </a:xfrm>
        </p:grpSpPr>
        <p:sp>
          <p:nvSpPr>
            <p:cNvPr id="1206" name="TextBox 1205">
              <a:extLst>
                <a:ext uri="{FF2B5EF4-FFF2-40B4-BE49-F238E27FC236}">
                  <a16:creationId xmlns:a16="http://schemas.microsoft.com/office/drawing/2014/main" id="{22639EFE-4F3E-4813-98EE-85F266283A73}"/>
                </a:ext>
              </a:extLst>
            </p:cNvPr>
            <p:cNvSpPr txBox="1"/>
            <p:nvPr/>
          </p:nvSpPr>
          <p:spPr>
            <a:xfrm>
              <a:off x="9889517" y="2865445"/>
              <a:ext cx="878812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7</a:t>
              </a:r>
            </a:p>
          </p:txBody>
        </p:sp>
        <p:sp>
          <p:nvSpPr>
            <p:cNvPr id="1207" name="TextBox 1206">
              <a:extLst>
                <a:ext uri="{FF2B5EF4-FFF2-40B4-BE49-F238E27FC236}">
                  <a16:creationId xmlns:a16="http://schemas.microsoft.com/office/drawing/2014/main" id="{37ED462B-C873-4DB3-A873-A3C1EE17DC3F}"/>
                </a:ext>
              </a:extLst>
            </p:cNvPr>
            <p:cNvSpPr txBox="1"/>
            <p:nvPr/>
          </p:nvSpPr>
          <p:spPr>
            <a:xfrm>
              <a:off x="10643452" y="2865445"/>
              <a:ext cx="1341314" cy="261610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1100" dirty="0">
                  <a:latin typeface="Segoe Condensed" panose="020B0606040200020203" pitchFamily="34" charset="0"/>
                </a:rPr>
                <a:t>0.78125%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315291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315291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306873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306873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306873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306873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306873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309741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304621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304621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304621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304621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10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304448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304448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962048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</p:spTree>
    <p:extLst>
      <p:ext uri="{BB962C8B-B14F-4D97-AF65-F5344CB8AC3E}">
        <p14:creationId xmlns:p14="http://schemas.microsoft.com/office/powerpoint/2010/main" val="3317574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0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0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3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304448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315291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315291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306873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306873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306873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306873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306873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309741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304621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6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304621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304621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304621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304448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304448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962048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aphicFrame>
        <p:nvGraphicFramePr>
          <p:cNvPr id="2753" name="Table 24">
            <a:extLst>
              <a:ext uri="{FF2B5EF4-FFF2-40B4-BE49-F238E27FC236}">
                <a16:creationId xmlns:a16="http://schemas.microsoft.com/office/drawing/2014/main" id="{BC30DE61-8867-4A18-98CC-686B3068F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909376"/>
              </p:ext>
            </p:extLst>
          </p:nvPr>
        </p:nvGraphicFramePr>
        <p:xfrm>
          <a:off x="9721340" y="2508621"/>
          <a:ext cx="3505198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023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802758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898451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1197966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0032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Bit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Clock with PWM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freq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=1MHz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 MHz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10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0.09766%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3.22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1.024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67519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11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0.04883%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1.61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2.048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6045789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0.02441%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0.81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4.096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7288951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0.01221%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0.403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8.192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820155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0.00610%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0.201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16.384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33047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126910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65.536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7095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309741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624940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2285447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2007483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2264982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309740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309741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624940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2285447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2007483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2264982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309740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315035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942" y="1926305"/>
                <a:ext cx="872418" cy="153888"/>
              </a:xfrm>
              <a:prstGeom prst="rect">
                <a:avLst/>
              </a:prstGeom>
              <a:blipFill>
                <a:blip r:embed="rId3"/>
                <a:stretch>
                  <a:fillRect l="-3497" r="-27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304448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304448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7965862" y="200465"/>
            <a:ext cx="3857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Min clock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= PWM </a:t>
            </a:r>
            <a:r>
              <a:rPr lang="en-US" dirty="0" err="1">
                <a:latin typeface="Segoe Condensed" panose="020B0606040200020203" pitchFamily="34" charset="0"/>
              </a:rPr>
              <a:t>freq</a:t>
            </a:r>
            <a:r>
              <a:rPr lang="en-US" dirty="0">
                <a:latin typeface="Segoe Condensed" panose="020B0606040200020203" pitchFamily="34" charset="0"/>
              </a:rPr>
              <a:t> * 2</a:t>
            </a:r>
            <a:r>
              <a:rPr lang="en-US" baseline="30000" dirty="0">
                <a:latin typeface="Segoe Condensed" panose="020B0606040200020203" pitchFamily="34" charset="0"/>
              </a:rPr>
              <a:t>resolution</a:t>
            </a:r>
            <a:endParaRPr lang="en-US" dirty="0">
              <a:latin typeface="Segoe Condensed" panose="020B0606040200020203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304448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304448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304448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304448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304448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315291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315291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306873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306873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306873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306873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306873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309741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304621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6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304621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304621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304621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304448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304448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962048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aphicFrame>
        <p:nvGraphicFramePr>
          <p:cNvPr id="2753" name="Table 24">
            <a:extLst>
              <a:ext uri="{FF2B5EF4-FFF2-40B4-BE49-F238E27FC236}">
                <a16:creationId xmlns:a16="http://schemas.microsoft.com/office/drawing/2014/main" id="{BC30DE61-8867-4A18-98CC-686B3068F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109703"/>
              </p:ext>
            </p:extLst>
          </p:nvPr>
        </p:nvGraphicFramePr>
        <p:xfrm>
          <a:off x="9712986" y="2384030"/>
          <a:ext cx="2899440" cy="4675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11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795131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882595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876703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0032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Bits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Clock with PWM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freq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=1MHz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 MHz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10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0.09766%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3.22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1.024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67519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11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0.04883%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1.61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2.048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6045789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0.02441%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0.81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4.096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7288951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0.01221%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0.403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8.192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820155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0.00610%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0.201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16.384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33047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126910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65.536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6825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24">
            <a:extLst>
              <a:ext uri="{FF2B5EF4-FFF2-40B4-BE49-F238E27FC236}">
                <a16:creationId xmlns:a16="http://schemas.microsoft.com/office/drawing/2014/main" id="{8FDBC642-3D8F-4242-8AEA-1F9C4DC9A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260593"/>
              </p:ext>
            </p:extLst>
          </p:nvPr>
        </p:nvGraphicFramePr>
        <p:xfrm>
          <a:off x="2032001" y="719666"/>
          <a:ext cx="4613348" cy="491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336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1238527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1094031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1300454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1547"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Bit </a:t>
                      </a:r>
                      <a:br>
                        <a:rPr lang="en-US" sz="1050" dirty="0">
                          <a:latin typeface="Segoe Condensed" panose="020B0606040200020203" pitchFamily="34" charset="0"/>
                        </a:rPr>
                      </a:br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1050" dirty="0">
                          <a:latin typeface="Segoe Condensed" panose="020B0606040200020203" pitchFamily="34" charset="0"/>
                        </a:rPr>
                      </a:br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1050" dirty="0">
                          <a:latin typeface="Segoe Condensed" panose="020B0606040200020203" pitchFamily="34" charset="0"/>
                        </a:rPr>
                      </a:br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1050" dirty="0">
                          <a:latin typeface="Segoe Condensed" panose="020B0606040200020203" pitchFamily="34" charset="0"/>
                        </a:rPr>
                      </a:br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Clock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8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0.09766%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3.22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1.024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75197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0.04883%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1.61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2.048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6045789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0.02441%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0.81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4.096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288951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0.01221%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0.403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8.192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01550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0.00610%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0.201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16.384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330475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281547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Segoe Condensed" panose="020B0606040200020203" pitchFamily="34" charset="0"/>
                        </a:rPr>
                        <a:t>65.536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5795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7603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2802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3309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5345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1962844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007602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007603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322802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1983309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1705345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1962844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007602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012897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230804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804" y="1926305"/>
                <a:ext cx="872418" cy="153888"/>
              </a:xfrm>
              <a:prstGeom prst="rect">
                <a:avLst/>
              </a:prstGeom>
              <a:blipFill>
                <a:blip r:embed="rId2"/>
                <a:stretch>
                  <a:fillRect l="-2797" r="-34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002310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002310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002310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002310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002310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002310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002310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13153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13153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4735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4735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4735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4735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4735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007603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2483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6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2483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2483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2483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002310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002310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659910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aphicFrame>
        <p:nvGraphicFramePr>
          <p:cNvPr id="2753" name="Table 24">
            <a:extLst>
              <a:ext uri="{FF2B5EF4-FFF2-40B4-BE49-F238E27FC236}">
                <a16:creationId xmlns:a16="http://schemas.microsoft.com/office/drawing/2014/main" id="{BC30DE61-8867-4A18-98CC-686B3068F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916377"/>
              </p:ext>
            </p:extLst>
          </p:nvPr>
        </p:nvGraphicFramePr>
        <p:xfrm>
          <a:off x="9363142" y="2391981"/>
          <a:ext cx="2899440" cy="4675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11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795131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882595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876703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0032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Bits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Clock* with PWM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freq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=1MHz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 MHz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10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0.09766%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3.22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1.024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67519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11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0.04883%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1.61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2.048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6045789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0.02441%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0.81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4.096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7288951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0.01221%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0.403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8.192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820155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0.00610%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0.201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16.384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33047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126910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65.536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D8B07753-0192-4BAE-87F9-E4C7D826CCF4}"/>
              </a:ext>
            </a:extLst>
          </p:cNvPr>
          <p:cNvSpPr/>
          <p:nvPr/>
        </p:nvSpPr>
        <p:spPr>
          <a:xfrm>
            <a:off x="9175944" y="5243468"/>
            <a:ext cx="3281295" cy="20399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10080463" y="6263431"/>
            <a:ext cx="38577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*Min clock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= PWM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* 2 </a:t>
            </a:r>
            <a:r>
              <a:rPr lang="en-US" sz="1100" baseline="300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resolution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Segoe Condensed" panose="020B0606040200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161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7514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latin typeface="Bebas Neue" panose="020B0606020202050201" pitchFamily="34" charset="0"/>
              </a:defRPr>
            </a:lvl1pPr>
          </a:lstStyle>
          <a:p>
            <a:r>
              <a:rPr lang="en-US" dirty="0"/>
              <a:t>Same Duty Cycle (50%), Different Frequencies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BA41B59-8B12-4453-BB32-E9CD4BECDFF7}"/>
              </a:ext>
            </a:extLst>
          </p:cNvPr>
          <p:cNvGrpSpPr/>
          <p:nvPr/>
        </p:nvGrpSpPr>
        <p:grpSpPr>
          <a:xfrm>
            <a:off x="126326" y="665787"/>
            <a:ext cx="11918054" cy="1190646"/>
            <a:chOff x="126326" y="757227"/>
            <a:chExt cx="11918054" cy="119064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3652B72-3364-4103-A54A-DDEBA6A7B38C}"/>
                </a:ext>
              </a:extLst>
            </p:cNvPr>
            <p:cNvGrpSpPr/>
            <p:nvPr/>
          </p:nvGrpSpPr>
          <p:grpSpPr>
            <a:xfrm>
              <a:off x="1090399" y="1102745"/>
              <a:ext cx="7983217" cy="845128"/>
              <a:chOff x="1706349" y="1045595"/>
              <a:chExt cx="7983217" cy="845128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2CDC819-84D8-467A-B57C-836856800A2D}"/>
                  </a:ext>
                </a:extLst>
              </p:cNvPr>
              <p:cNvCxnSpPr/>
              <p:nvPr/>
            </p:nvCxnSpPr>
            <p:spPr>
              <a:xfrm>
                <a:off x="2008607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B598C-6778-4D6A-BC30-73B3365DCE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1890723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68B7462-8152-46F1-917A-6D224B3F087D}"/>
                  </a:ext>
                </a:extLst>
              </p:cNvPr>
              <p:cNvCxnSpPr/>
              <p:nvPr/>
            </p:nvCxnSpPr>
            <p:spPr>
              <a:xfrm>
                <a:off x="3837407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658EA02-B74C-4B03-BEE6-465F5BB4B74D}"/>
                  </a:ext>
                </a:extLst>
              </p:cNvPr>
              <p:cNvCxnSpPr/>
              <p:nvPr/>
            </p:nvCxnSpPr>
            <p:spPr>
              <a:xfrm>
                <a:off x="56662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FFEF7ED-BCC2-4607-A268-5C5899D41811}"/>
                  </a:ext>
                </a:extLst>
              </p:cNvPr>
              <p:cNvCxnSpPr/>
              <p:nvPr/>
            </p:nvCxnSpPr>
            <p:spPr>
              <a:xfrm>
                <a:off x="74950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F88695-69B7-4A28-85EE-6B363A0C9711}"/>
                  </a:ext>
                </a:extLst>
              </p:cNvPr>
              <p:cNvCxnSpPr/>
              <p:nvPr/>
            </p:nvCxnSpPr>
            <p:spPr>
              <a:xfrm>
                <a:off x="9323806" y="104559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F3C5DB29-15EF-43CA-B58C-EC0E5E01283D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7315199" cy="649224"/>
                <a:chOff x="2008607" y="1241499"/>
                <a:chExt cx="7315199" cy="649224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362EE0F3-554D-4439-B3EC-966ABAF8AF2A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" name="Connector: Elbow 2">
                    <a:extLst>
                      <a:ext uri="{FF2B5EF4-FFF2-40B4-BE49-F238E27FC236}">
                        <a16:creationId xmlns:a16="http://schemas.microsoft.com/office/drawing/2014/main" id="{622C8A6C-BC7D-4212-A5E1-63D0EAC521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Connector 9">
                    <a:extLst>
                      <a:ext uri="{FF2B5EF4-FFF2-40B4-BE49-F238E27FC236}">
                        <a16:creationId xmlns:a16="http://schemas.microsoft.com/office/drawing/2014/main" id="{D9AEE5BB-040A-494F-A4BD-ECDC1FA570E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85E1BBA7-AE56-4362-8644-9DDAF873793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1" name="Connector: Elbow 20">
                    <a:extLst>
                      <a:ext uri="{FF2B5EF4-FFF2-40B4-BE49-F238E27FC236}">
                        <a16:creationId xmlns:a16="http://schemas.microsoft.com/office/drawing/2014/main" id="{06A05BC6-5586-4237-A5A3-01DCB8205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C946D880-344D-43FA-B676-9605B7235F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A7BF31D5-E610-4704-9639-637F90E5303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32" name="Connector: Elbow 31">
                    <a:extLst>
                      <a:ext uri="{FF2B5EF4-FFF2-40B4-BE49-F238E27FC236}">
                        <a16:creationId xmlns:a16="http://schemas.microsoft.com/office/drawing/2014/main" id="{D70C8574-348D-4EB2-B89E-5FE2E89D1A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0ADE47D6-2B9B-49F8-9831-6AFAF5DC9EE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5" name="Connector: Elbow 34">
                  <a:extLst>
                    <a:ext uri="{FF2B5EF4-FFF2-40B4-BE49-F238E27FC236}">
                      <a16:creationId xmlns:a16="http://schemas.microsoft.com/office/drawing/2014/main" id="{20B5E6B1-BDBB-4DA2-AB5A-AD4E6927E7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ADBA9AA-E84C-4A0F-8E72-031DF11F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124149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461C10-3CFF-4D44-981B-59E8BFD00152}"/>
                  </a:ext>
                </a:extLst>
              </p:cNvPr>
              <p:cNvSpPr txBox="1"/>
              <p:nvPr/>
            </p:nvSpPr>
            <p:spPr>
              <a:xfrm>
                <a:off x="1706349" y="1094992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1587A59-2586-46CD-8F83-2FE1B23880DF}"/>
                </a:ext>
              </a:extLst>
            </p:cNvPr>
            <p:cNvGrpSpPr/>
            <p:nvPr/>
          </p:nvGrpSpPr>
          <p:grpSpPr>
            <a:xfrm>
              <a:off x="1392657" y="757227"/>
              <a:ext cx="1828800" cy="438231"/>
              <a:chOff x="1392657" y="757227"/>
              <a:chExt cx="1828800" cy="438231"/>
            </a:xfrm>
          </p:grpSpPr>
          <p:cxnSp>
            <p:nvCxnSpPr>
              <p:cNvPr id="121" name="Straight Arrow Connector 120">
                <a:extLst>
                  <a:ext uri="{FF2B5EF4-FFF2-40B4-BE49-F238E27FC236}">
                    <a16:creationId xmlns:a16="http://schemas.microsoft.com/office/drawing/2014/main" id="{06FAB3FC-CEE8-4744-87B4-23F6E7FA3A34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9" name="TextBox 138">
                    <a:extLst>
                      <a:ext uri="{FF2B5EF4-FFF2-40B4-BE49-F238E27FC236}">
                        <a16:creationId xmlns:a16="http://schemas.microsoft.com/office/drawing/2014/main" id="{04A561ED-B18E-4B5B-BDDD-2DF873275E92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39" name="TextBox 138">
                    <a:extLst>
                      <a:ext uri="{FF2B5EF4-FFF2-40B4-BE49-F238E27FC236}">
                        <a16:creationId xmlns:a16="http://schemas.microsoft.com/office/drawing/2014/main" id="{04A561ED-B18E-4B5B-BDDD-2DF873275E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4E2B6591-E1A3-4F8D-B244-5A34CFEAC3A3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03D37FAE-F109-4B22-9648-B14CB87473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0" name="TextBox 149">
                      <a:extLst>
                        <a:ext uri="{FF2B5EF4-FFF2-40B4-BE49-F238E27FC236}">
                          <a16:creationId xmlns:a16="http://schemas.microsoft.com/office/drawing/2014/main" id="{03D37FAE-F109-4B22-9648-B14CB87473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1" name="Straight Arrow Connector 160">
                  <a:extLst>
                    <a:ext uri="{FF2B5EF4-FFF2-40B4-BE49-F238E27FC236}">
                      <a16:creationId xmlns:a16="http://schemas.microsoft.com/office/drawing/2014/main" id="{7AB9861F-7D2B-406A-8209-0808E975B821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92DF6B7F-F6C2-46DA-9337-9B6CA1433E1B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3" name="TextBox 162">
                      <a:extLst>
                        <a:ext uri="{FF2B5EF4-FFF2-40B4-BE49-F238E27FC236}">
                          <a16:creationId xmlns:a16="http://schemas.microsoft.com/office/drawing/2014/main" id="{9C32BEF2-3750-4913-BEE4-187851368B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3" name="TextBox 162">
                      <a:extLst>
                        <a:ext uri="{FF2B5EF4-FFF2-40B4-BE49-F238E27FC236}">
                          <a16:creationId xmlns:a16="http://schemas.microsoft.com/office/drawing/2014/main" id="{9C32BEF2-3750-4913-BEE4-187851368B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10638" r="-212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4" name="Straight Arrow Connector 163">
                  <a:extLst>
                    <a:ext uri="{FF2B5EF4-FFF2-40B4-BE49-F238E27FC236}">
                      <a16:creationId xmlns:a16="http://schemas.microsoft.com/office/drawing/2014/main" id="{B31C665F-5E7E-45DA-8C53-20A44561D740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ECD8C0D-A190-4920-8489-E1752F85A242}"/>
                </a:ext>
              </a:extLst>
            </p:cNvPr>
            <p:cNvGrpSpPr/>
            <p:nvPr/>
          </p:nvGrpSpPr>
          <p:grpSpPr>
            <a:xfrm>
              <a:off x="9017205" y="1246561"/>
              <a:ext cx="3027175" cy="630797"/>
              <a:chOff x="9017205" y="1246561"/>
              <a:chExt cx="3027175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5" name="TextBox 164">
                    <a:extLst>
                      <a:ext uri="{FF2B5EF4-FFF2-40B4-BE49-F238E27FC236}">
                        <a16:creationId xmlns:a16="http://schemas.microsoft.com/office/drawing/2014/main" id="{0E918D25-2397-4EF5-9D23-102307F3D5A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65" name="TextBox 164">
                    <a:extLst>
                      <a:ext uri="{FF2B5EF4-FFF2-40B4-BE49-F238E27FC236}">
                        <a16:creationId xmlns:a16="http://schemas.microsoft.com/office/drawing/2014/main" id="{0E918D25-2397-4EF5-9D23-102307F3D5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8414B59F-A39C-4056-9A54-40E5A467C818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8414B59F-A39C-4056-9A54-40E5A467C8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11" t="-5769" b="-173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06EC77A4-68CE-42C1-AA9C-CD1798B1F846}"/>
                </a:ext>
              </a:extLst>
            </p:cNvPr>
            <p:cNvGrpSpPr/>
            <p:nvPr/>
          </p:nvGrpSpPr>
          <p:grpSpPr>
            <a:xfrm>
              <a:off x="126326" y="1542228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2" name="TextBox 171">
                    <a:extLst>
                      <a:ext uri="{FF2B5EF4-FFF2-40B4-BE49-F238E27FC236}">
                        <a16:creationId xmlns:a16="http://schemas.microsoft.com/office/drawing/2014/main" id="{8E675E1D-7D29-49A5-84A9-56F6B5E3B0DF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72" name="TextBox 171">
                    <a:extLst>
                      <a:ext uri="{FF2B5EF4-FFF2-40B4-BE49-F238E27FC236}">
                        <a16:creationId xmlns:a16="http://schemas.microsoft.com/office/drawing/2014/main" id="{8E675E1D-7D29-49A5-84A9-56F6B5E3B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7200" t="-3333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3F3BF432-54E5-4DF9-BC50-90A084A9A047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3F3BF432-54E5-4DF9-BC50-90A084A9A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324" t="-3226" r="-3784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2707979-F5BF-4073-8A1A-1A7E5E58E51D}"/>
              </a:ext>
            </a:extLst>
          </p:cNvPr>
          <p:cNvGrpSpPr/>
          <p:nvPr/>
        </p:nvGrpSpPr>
        <p:grpSpPr>
          <a:xfrm>
            <a:off x="126325" y="2292921"/>
            <a:ext cx="11988587" cy="1159670"/>
            <a:chOff x="126325" y="2024513"/>
            <a:chExt cx="11988587" cy="115967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4704C55-E094-4EBC-99CF-5BD9C59A8FF3}"/>
                </a:ext>
              </a:extLst>
            </p:cNvPr>
            <p:cNvGrpSpPr/>
            <p:nvPr/>
          </p:nvGrpSpPr>
          <p:grpSpPr>
            <a:xfrm>
              <a:off x="1090399" y="2339055"/>
              <a:ext cx="7983217" cy="845128"/>
              <a:chOff x="1706349" y="2339055"/>
              <a:chExt cx="7983217" cy="845128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96651A0-6B5C-4E36-9D79-E75501EDD86B}"/>
                  </a:ext>
                </a:extLst>
              </p:cNvPr>
              <p:cNvCxnSpPr/>
              <p:nvPr/>
            </p:nvCxnSpPr>
            <p:spPr>
              <a:xfrm>
                <a:off x="2008607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CA8B1865-ABFA-448C-9427-A61EC5D9B7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3184183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4CEAC341-9EA4-4DEC-A2F4-D31F6736AAFC}"/>
                  </a:ext>
                </a:extLst>
              </p:cNvPr>
              <p:cNvCxnSpPr/>
              <p:nvPr/>
            </p:nvCxnSpPr>
            <p:spPr>
              <a:xfrm>
                <a:off x="3837407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8F6DB0D-1475-4F46-B39B-84AFF61E185F}"/>
                  </a:ext>
                </a:extLst>
              </p:cNvPr>
              <p:cNvCxnSpPr/>
              <p:nvPr/>
            </p:nvCxnSpPr>
            <p:spPr>
              <a:xfrm>
                <a:off x="56662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398A648-8059-428E-9DCE-FDA7F74CC846}"/>
                  </a:ext>
                </a:extLst>
              </p:cNvPr>
              <p:cNvCxnSpPr/>
              <p:nvPr/>
            </p:nvCxnSpPr>
            <p:spPr>
              <a:xfrm>
                <a:off x="74950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AEDAEB5-7A19-4B4D-9A98-DDEF91A93142}"/>
                  </a:ext>
                </a:extLst>
              </p:cNvPr>
              <p:cNvCxnSpPr/>
              <p:nvPr/>
            </p:nvCxnSpPr>
            <p:spPr>
              <a:xfrm>
                <a:off x="9323806" y="233905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039F53E-C7F9-4122-AA64-D056E55A66ED}"/>
                  </a:ext>
                </a:extLst>
              </p:cNvPr>
              <p:cNvGrpSpPr/>
              <p:nvPr/>
            </p:nvGrpSpPr>
            <p:grpSpPr>
              <a:xfrm>
                <a:off x="5666206" y="2534959"/>
                <a:ext cx="3657600" cy="649224"/>
                <a:chOff x="2008607" y="1241499"/>
                <a:chExt cx="7315199" cy="649224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EB247C9-6660-4F41-B37A-85221432EFD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" name="Connector: Elbow 44">
                    <a:extLst>
                      <a:ext uri="{FF2B5EF4-FFF2-40B4-BE49-F238E27FC236}">
                        <a16:creationId xmlns:a16="http://schemas.microsoft.com/office/drawing/2014/main" id="{CC9BF2A7-FD88-46F6-9B03-093A76FFF9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2ED417CD-5E55-4AFC-8961-D63F23C1B52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E441F9D4-D7E5-4954-AEBD-F99B8DC39F2B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" name="Connector: Elbow 42">
                    <a:extLst>
                      <a:ext uri="{FF2B5EF4-FFF2-40B4-BE49-F238E27FC236}">
                        <a16:creationId xmlns:a16="http://schemas.microsoft.com/office/drawing/2014/main" id="{52E5995A-9C08-4366-B593-5A61D6BEB9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119104CD-2642-4832-932F-0516CE8210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8CF3D03B-600F-4C11-8878-C5D368D87A10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1" name="Connector: Elbow 40">
                    <a:extLst>
                      <a:ext uri="{FF2B5EF4-FFF2-40B4-BE49-F238E27FC236}">
                        <a16:creationId xmlns:a16="http://schemas.microsoft.com/office/drawing/2014/main" id="{7F288134-97B6-43A2-A616-319EA4F834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B986D71F-BDC3-4E07-927D-5657C775C8B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0" name="Connector: Elbow 39">
                  <a:extLst>
                    <a:ext uri="{FF2B5EF4-FFF2-40B4-BE49-F238E27FC236}">
                      <a16:creationId xmlns:a16="http://schemas.microsoft.com/office/drawing/2014/main" id="{42EE0983-2C70-4D50-B413-CC2517AB5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16F408B-089A-495E-AA38-236ADB04A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253495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3DDE669-FA3C-47BA-BACE-688131A5124E}"/>
                  </a:ext>
                </a:extLst>
              </p:cNvPr>
              <p:cNvSpPr txBox="1"/>
              <p:nvPr/>
            </p:nvSpPr>
            <p:spPr>
              <a:xfrm>
                <a:off x="1706349" y="2388452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0BF0E676-01CD-4967-BC79-FBD72C1490F3}"/>
                  </a:ext>
                </a:extLst>
              </p:cNvPr>
              <p:cNvGrpSpPr/>
              <p:nvPr/>
            </p:nvGrpSpPr>
            <p:grpSpPr>
              <a:xfrm>
                <a:off x="2008607" y="2534959"/>
                <a:ext cx="3657600" cy="649224"/>
                <a:chOff x="2008607" y="1241499"/>
                <a:chExt cx="7315199" cy="649224"/>
              </a:xfrm>
            </p:grpSpPr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CF2F68EA-3A35-4E1B-A908-8DBECE21CB8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71" name="Connector: Elbow 70">
                    <a:extLst>
                      <a:ext uri="{FF2B5EF4-FFF2-40B4-BE49-F238E27FC236}">
                        <a16:creationId xmlns:a16="http://schemas.microsoft.com/office/drawing/2014/main" id="{3D84A0F2-6219-4CF6-951B-3691E3F9F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EA052F6E-FFE5-4E65-93C1-3D48BC0F560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942EA3B3-3C27-43E9-B516-FBDC81D97221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9" name="Connector: Elbow 68">
                    <a:extLst>
                      <a:ext uri="{FF2B5EF4-FFF2-40B4-BE49-F238E27FC236}">
                        <a16:creationId xmlns:a16="http://schemas.microsoft.com/office/drawing/2014/main" id="{E975B15E-0B7D-46AE-823A-B5D88FEB71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A2586514-001E-490C-92FD-3DAE848FFE7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79BB5C7F-35AE-451D-8B8C-1F0044D0C39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7" name="Connector: Elbow 66">
                    <a:extLst>
                      <a:ext uri="{FF2B5EF4-FFF2-40B4-BE49-F238E27FC236}">
                        <a16:creationId xmlns:a16="http://schemas.microsoft.com/office/drawing/2014/main" id="{E479934F-BC79-4B51-A557-6906201EEE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F8D158C9-636C-4552-9E73-BC527EFD1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3A5AE1C7-481D-4EE4-B5DD-2D17992106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65" name="Connector: Elbow 64">
                    <a:extLst>
                      <a:ext uri="{FF2B5EF4-FFF2-40B4-BE49-F238E27FC236}">
                        <a16:creationId xmlns:a16="http://schemas.microsoft.com/office/drawing/2014/main" id="{F257C60F-0636-48D4-AF36-B3975C1831E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D803BECC-B9F9-40CA-A6AC-3A6D2D2A356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7013A4C-AF4A-4021-8835-E9AA953C02EB}"/>
                </a:ext>
              </a:extLst>
            </p:cNvPr>
            <p:cNvGrpSpPr/>
            <p:nvPr/>
          </p:nvGrpSpPr>
          <p:grpSpPr>
            <a:xfrm>
              <a:off x="1391223" y="2024513"/>
              <a:ext cx="914397" cy="189600"/>
              <a:chOff x="1391223" y="2024513"/>
              <a:chExt cx="914397" cy="189600"/>
            </a:xfrm>
          </p:grpSpPr>
          <p:cxnSp>
            <p:nvCxnSpPr>
              <p:cNvPr id="176" name="Straight Arrow Connector 175">
                <a:extLst>
                  <a:ext uri="{FF2B5EF4-FFF2-40B4-BE49-F238E27FC236}">
                    <a16:creationId xmlns:a16="http://schemas.microsoft.com/office/drawing/2014/main" id="{4A2A5E08-3389-4BD4-8C2A-5450F2DE29DB}"/>
                  </a:ext>
                </a:extLst>
              </p:cNvPr>
              <p:cNvCxnSpPr/>
              <p:nvPr/>
            </p:nvCxnSpPr>
            <p:spPr>
              <a:xfrm>
                <a:off x="1391223" y="2214113"/>
                <a:ext cx="914397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F867B98-C9E8-4028-B78D-94C274943114}"/>
                      </a:ext>
                    </a:extLst>
                  </p:cNvPr>
                  <p:cNvSpPr txBox="1"/>
                  <p:nvPr/>
                </p:nvSpPr>
                <p:spPr>
                  <a:xfrm>
                    <a:off x="1583827" y="2024513"/>
                    <a:ext cx="264719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F867B98-C9E8-4028-B78D-94C2749431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83827" y="2024513"/>
                    <a:ext cx="264719" cy="15388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8605" r="-106977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A79D2C1D-D5F5-48F5-9448-AA23E9D14E3E}"/>
                </a:ext>
              </a:extLst>
            </p:cNvPr>
            <p:cNvGrpSpPr/>
            <p:nvPr/>
          </p:nvGrpSpPr>
          <p:grpSpPr>
            <a:xfrm>
              <a:off x="1391223" y="2257050"/>
              <a:ext cx="457199" cy="205694"/>
              <a:chOff x="2008607" y="932614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0FCC2B00-3875-49B0-9694-1A9427F0CBB6}"/>
                      </a:ext>
                    </a:extLst>
                  </p:cNvPr>
                  <p:cNvSpPr txBox="1"/>
                  <p:nvPr/>
                </p:nvSpPr>
                <p:spPr>
                  <a:xfrm>
                    <a:off x="2189033" y="932614"/>
                    <a:ext cx="322525" cy="1663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2" name="TextBox 181">
                    <a:extLst>
                      <a:ext uri="{FF2B5EF4-FFF2-40B4-BE49-F238E27FC236}">
                        <a16:creationId xmlns:a16="http://schemas.microsoft.com/office/drawing/2014/main" id="{0FCC2B00-3875-49B0-9694-1A9427F0C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9033" y="932614"/>
                    <a:ext cx="322525" cy="16639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923" r="-103846" b="-2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3" name="Straight Arrow Connector 182">
                <a:extLst>
                  <a:ext uri="{FF2B5EF4-FFF2-40B4-BE49-F238E27FC236}">
                    <a16:creationId xmlns:a16="http://schemas.microsoft.com/office/drawing/2014/main" id="{A434F54F-8643-4743-9A75-763925B1896E}"/>
                  </a:ext>
                </a:extLst>
              </p:cNvPr>
              <p:cNvCxnSpPr/>
              <p:nvPr/>
            </p:nvCxnSpPr>
            <p:spPr>
              <a:xfrm>
                <a:off x="2008607" y="1138308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24C1B679-DD26-4FF3-8E76-AE5E383E86C9}"/>
                </a:ext>
              </a:extLst>
            </p:cNvPr>
            <p:cNvGrpSpPr/>
            <p:nvPr/>
          </p:nvGrpSpPr>
          <p:grpSpPr>
            <a:xfrm>
              <a:off x="1848422" y="2257050"/>
              <a:ext cx="457199" cy="205694"/>
              <a:chOff x="2685513" y="823575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9CB32AAC-A8F5-43A0-8C16-FD4F4B5CDF91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234" y="823575"/>
                    <a:ext cx="282449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𝐿𝑜𝑤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0" name="TextBox 179">
                    <a:extLst>
                      <a:ext uri="{FF2B5EF4-FFF2-40B4-BE49-F238E27FC236}">
                        <a16:creationId xmlns:a16="http://schemas.microsoft.com/office/drawing/2014/main" id="{9CB32AAC-A8F5-43A0-8C16-FD4F4B5CDF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234" y="823575"/>
                    <a:ext cx="282449" cy="153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4783" r="-95652" b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1" name="Straight Arrow Connector 180">
                <a:extLst>
                  <a:ext uri="{FF2B5EF4-FFF2-40B4-BE49-F238E27FC236}">
                    <a16:creationId xmlns:a16="http://schemas.microsoft.com/office/drawing/2014/main" id="{7C4A23D9-82FD-45F7-8B42-FC198F5FC1DE}"/>
                  </a:ext>
                </a:extLst>
              </p:cNvPr>
              <p:cNvCxnSpPr/>
              <p:nvPr/>
            </p:nvCxnSpPr>
            <p:spPr>
              <a:xfrm>
                <a:off x="2685513" y="1029269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F46C9DD9-5D60-4C6B-8C94-0CA7E19E1B3B}"/>
                </a:ext>
              </a:extLst>
            </p:cNvPr>
            <p:cNvGrpSpPr/>
            <p:nvPr/>
          </p:nvGrpSpPr>
          <p:grpSpPr>
            <a:xfrm>
              <a:off x="126325" y="2778538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3" name="TextBox 202">
                    <a:extLst>
                      <a:ext uri="{FF2B5EF4-FFF2-40B4-BE49-F238E27FC236}">
                        <a16:creationId xmlns:a16="http://schemas.microsoft.com/office/drawing/2014/main" id="{96C79768-D13F-4826-A497-B42CDA715356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=2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3" name="TextBox 202">
                    <a:extLst>
                      <a:ext uri="{FF2B5EF4-FFF2-40B4-BE49-F238E27FC236}">
                        <a16:creationId xmlns:a16="http://schemas.microsoft.com/office/drawing/2014/main" id="{96C79768-D13F-4826-A497-B42CDA7153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200" t="-3333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232C3679-6A19-47EB-AFED-C5ADA5BEC95D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232C3679-6A19-47EB-AFED-C5ADA5BEC9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324" t="-3333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48A362D5-2369-447B-8C29-C0AFE9B0DE65}"/>
                </a:ext>
              </a:extLst>
            </p:cNvPr>
            <p:cNvGrpSpPr/>
            <p:nvPr/>
          </p:nvGrpSpPr>
          <p:grpSpPr>
            <a:xfrm>
              <a:off x="9017205" y="2522053"/>
              <a:ext cx="3097707" cy="630797"/>
              <a:chOff x="9017205" y="1246561"/>
              <a:chExt cx="3097707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2" name="TextBox 211">
                    <a:extLst>
                      <a:ext uri="{FF2B5EF4-FFF2-40B4-BE49-F238E27FC236}">
                        <a16:creationId xmlns:a16="http://schemas.microsoft.com/office/drawing/2014/main" id="{9EF84079-49F0-45B9-8649-B8281D868307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64089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=0.5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2" name="TextBox 211">
                    <a:extLst>
                      <a:ext uri="{FF2B5EF4-FFF2-40B4-BE49-F238E27FC236}">
                        <a16:creationId xmlns:a16="http://schemas.microsoft.com/office/drawing/2014/main" id="{9EF84079-49F0-45B9-8649-B8281D8683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640898" cy="23544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602" r="-372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3BCE4755-DA0F-46EC-A36E-EBBEDB04488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3" name="TextBox 212">
                    <a:extLst>
                      <a:ext uri="{FF2B5EF4-FFF2-40B4-BE49-F238E27FC236}">
                        <a16:creationId xmlns:a16="http://schemas.microsoft.com/office/drawing/2014/main" id="{3BCE4755-DA0F-46EC-A36E-EBBEDB0448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772" t="-5769" r="-197" b="-134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2A60D28-12F9-4B61-BA2F-DD0CCB35E5FF}"/>
              </a:ext>
            </a:extLst>
          </p:cNvPr>
          <p:cNvGrpSpPr/>
          <p:nvPr/>
        </p:nvGrpSpPr>
        <p:grpSpPr>
          <a:xfrm>
            <a:off x="126325" y="3889079"/>
            <a:ext cx="11988587" cy="1164101"/>
            <a:chOff x="126325" y="3360171"/>
            <a:chExt cx="11988587" cy="11641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5B84C75-1C20-4B43-B58C-EF373F4E478B}"/>
                </a:ext>
              </a:extLst>
            </p:cNvPr>
            <p:cNvGrpSpPr/>
            <p:nvPr/>
          </p:nvGrpSpPr>
          <p:grpSpPr>
            <a:xfrm>
              <a:off x="1090399" y="3676650"/>
              <a:ext cx="7983217" cy="847622"/>
              <a:chOff x="1706349" y="3676650"/>
              <a:chExt cx="7983217" cy="847622"/>
            </a:xfrm>
          </p:grpSpPr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6BD15DDD-9CAF-438A-A127-EA763AE3F88D}"/>
                  </a:ext>
                </a:extLst>
              </p:cNvPr>
              <p:cNvCxnSpPr/>
              <p:nvPr/>
            </p:nvCxnSpPr>
            <p:spPr>
              <a:xfrm>
                <a:off x="2008607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4248D898-0065-45C8-9C5F-F019B86AF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4521778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2A768922-4A3D-4940-B8E3-84DDFC096997}"/>
                  </a:ext>
                </a:extLst>
              </p:cNvPr>
              <p:cNvCxnSpPr/>
              <p:nvPr/>
            </p:nvCxnSpPr>
            <p:spPr>
              <a:xfrm>
                <a:off x="3837407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3EF7702-6C09-4492-9A48-E25383AB2B44}"/>
                  </a:ext>
                </a:extLst>
              </p:cNvPr>
              <p:cNvCxnSpPr/>
              <p:nvPr/>
            </p:nvCxnSpPr>
            <p:spPr>
              <a:xfrm>
                <a:off x="56662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A738E0EF-F4A5-414A-84D3-0FCCF61AC1AF}"/>
                  </a:ext>
                </a:extLst>
              </p:cNvPr>
              <p:cNvCxnSpPr/>
              <p:nvPr/>
            </p:nvCxnSpPr>
            <p:spPr>
              <a:xfrm>
                <a:off x="74950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CE3B4996-FE54-4451-B6EE-7A1A6B98DF18}"/>
                  </a:ext>
                </a:extLst>
              </p:cNvPr>
              <p:cNvCxnSpPr/>
              <p:nvPr/>
            </p:nvCxnSpPr>
            <p:spPr>
              <a:xfrm>
                <a:off x="9323806" y="367665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A0AAC7B9-8E0A-4370-9962-CFD6ABC02512}"/>
                  </a:ext>
                </a:extLst>
              </p:cNvPr>
              <p:cNvGrpSpPr/>
              <p:nvPr/>
            </p:nvGrpSpPr>
            <p:grpSpPr>
              <a:xfrm>
                <a:off x="2008607" y="3872554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09" name="Group 108">
                  <a:extLst>
                    <a:ext uri="{FF2B5EF4-FFF2-40B4-BE49-F238E27FC236}">
                      <a16:creationId xmlns:a16="http://schemas.microsoft.com/office/drawing/2014/main" id="{DED7188E-78B4-49F4-8163-85A56BF7FFF4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9" name="Connector: Elbow 118">
                    <a:extLst>
                      <a:ext uri="{FF2B5EF4-FFF2-40B4-BE49-F238E27FC236}">
                        <a16:creationId xmlns:a16="http://schemas.microsoft.com/office/drawing/2014/main" id="{AE85F0F9-8835-44D1-8C60-62F93ED68D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Straight Connector 119">
                    <a:extLst>
                      <a:ext uri="{FF2B5EF4-FFF2-40B4-BE49-F238E27FC236}">
                        <a16:creationId xmlns:a16="http://schemas.microsoft.com/office/drawing/2014/main" id="{FB97B0F3-71BD-4F22-9EE7-33D645879B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8F283205-1C8C-41CD-97A5-1A1B90DAB107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7" name="Connector: Elbow 116">
                    <a:extLst>
                      <a:ext uri="{FF2B5EF4-FFF2-40B4-BE49-F238E27FC236}">
                        <a16:creationId xmlns:a16="http://schemas.microsoft.com/office/drawing/2014/main" id="{E54797E3-EB28-412F-8C26-36F2EC04D7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1D1468FC-1060-408B-A423-B7EBA37755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0B4B1B7A-2225-4005-A0DC-60BEF1AA209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5" name="Connector: Elbow 114">
                    <a:extLst>
                      <a:ext uri="{FF2B5EF4-FFF2-40B4-BE49-F238E27FC236}">
                        <a16:creationId xmlns:a16="http://schemas.microsoft.com/office/drawing/2014/main" id="{7834710E-0F45-4980-A3C5-109E49F22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D2593D58-D1F8-411C-90D9-8FDABC1C62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A820EC07-4117-4442-AB78-63123DFC7798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3" name="Connector: Elbow 112">
                    <a:extLst>
                      <a:ext uri="{FF2B5EF4-FFF2-40B4-BE49-F238E27FC236}">
                        <a16:creationId xmlns:a16="http://schemas.microsoft.com/office/drawing/2014/main" id="{E63B6232-7E62-4B06-BC15-6E98A723E1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Straight Connector 113">
                    <a:extLst>
                      <a:ext uri="{FF2B5EF4-FFF2-40B4-BE49-F238E27FC236}">
                        <a16:creationId xmlns:a16="http://schemas.microsoft.com/office/drawing/2014/main" id="{6283F773-6003-4AD4-88EC-3887B9D867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E4E100A3-88C8-493B-9FD6-418A797CA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3872554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D033016-2CC0-4EA3-8763-17089D84776E}"/>
                  </a:ext>
                </a:extLst>
              </p:cNvPr>
              <p:cNvSpPr txBox="1"/>
              <p:nvPr/>
            </p:nvSpPr>
            <p:spPr>
              <a:xfrm>
                <a:off x="1706349" y="3726047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9BD7FE18-4A1E-43BA-AD09-2D32CDFE6E9D}"/>
                  </a:ext>
                </a:extLst>
              </p:cNvPr>
              <p:cNvGrpSpPr/>
              <p:nvPr/>
            </p:nvGrpSpPr>
            <p:grpSpPr>
              <a:xfrm>
                <a:off x="4445966" y="3867406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31945B0B-78D6-443B-AD3E-B4237DADABB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3ECA79C7-DE3E-422A-B760-8C0567F5DF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C7E42857-0680-433C-95F9-580AAFCFA1E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12470415-267C-416D-98C1-9DF57CA9FD2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D2C1D19D-CAAC-4C9E-8471-29338C5C30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1DB40870-62BC-42A6-B375-417AE45D7CD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A4B0B6BD-D569-45F9-BDB3-F4C4BB438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9" name="Connector: Elbow 128">
                    <a:extLst>
                      <a:ext uri="{FF2B5EF4-FFF2-40B4-BE49-F238E27FC236}">
                        <a16:creationId xmlns:a16="http://schemas.microsoft.com/office/drawing/2014/main" id="{74E2A5C3-637E-4F97-B5E3-9765E67AE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B83247F1-20C3-4E86-91C1-9CE74CDF97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DF7AFBDF-6D8F-474C-8C3C-DA945FB129C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7" name="Connector: Elbow 126">
                    <a:extLst>
                      <a:ext uri="{FF2B5EF4-FFF2-40B4-BE49-F238E27FC236}">
                        <a16:creationId xmlns:a16="http://schemas.microsoft.com/office/drawing/2014/main" id="{BCE6E449-1D7C-4F82-A7EA-DAF8F79BE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8" name="Straight Connector 127">
                    <a:extLst>
                      <a:ext uri="{FF2B5EF4-FFF2-40B4-BE49-F238E27FC236}">
                        <a16:creationId xmlns:a16="http://schemas.microsoft.com/office/drawing/2014/main" id="{7873266A-855E-4991-9B76-4F743054CCD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F52803E6-387A-4316-9C2F-391FE26970A4}"/>
                  </a:ext>
                </a:extLst>
              </p:cNvPr>
              <p:cNvGrpSpPr/>
              <p:nvPr/>
            </p:nvGrpSpPr>
            <p:grpSpPr>
              <a:xfrm>
                <a:off x="6882840" y="3875048"/>
                <a:ext cx="2441448" cy="649224"/>
                <a:chOff x="2008607" y="1241499"/>
                <a:chExt cx="7315199" cy="649224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D81C820E-F62E-480C-B2BF-E97F3BAE894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6" name="Connector: Elbow 145">
                    <a:extLst>
                      <a:ext uri="{FF2B5EF4-FFF2-40B4-BE49-F238E27FC236}">
                        <a16:creationId xmlns:a16="http://schemas.microsoft.com/office/drawing/2014/main" id="{73DE3F84-BC2B-4BC9-87B1-69BE227083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Straight Connector 146">
                    <a:extLst>
                      <a:ext uri="{FF2B5EF4-FFF2-40B4-BE49-F238E27FC236}">
                        <a16:creationId xmlns:a16="http://schemas.microsoft.com/office/drawing/2014/main" id="{6321F4EB-5B7D-459B-9D96-0898F890086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98B14177-210F-4318-AAB2-B7D8120E240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4" name="Connector: Elbow 143">
                    <a:extLst>
                      <a:ext uri="{FF2B5EF4-FFF2-40B4-BE49-F238E27FC236}">
                        <a16:creationId xmlns:a16="http://schemas.microsoft.com/office/drawing/2014/main" id="{01EB7CAF-D78E-4FC6-9241-521B8FC8E8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DE0880B0-875D-447A-BFBE-328D429B2DC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F9C699EE-AF6A-493E-9862-602AFD7FC13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42" name="Connector: Elbow 141">
                    <a:extLst>
                      <a:ext uri="{FF2B5EF4-FFF2-40B4-BE49-F238E27FC236}">
                        <a16:creationId xmlns:a16="http://schemas.microsoft.com/office/drawing/2014/main" id="{F38AB76F-79FE-4BA1-ABFA-60CC926960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CEF23F69-88B3-452B-A42F-5177E0219C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40" name="Connector: Elbow 139">
                  <a:extLst>
                    <a:ext uri="{FF2B5EF4-FFF2-40B4-BE49-F238E27FC236}">
                      <a16:creationId xmlns:a16="http://schemas.microsoft.com/office/drawing/2014/main" id="{9523D862-EA5B-4AC3-BF91-13B5282D1C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495006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2B2C8590-47FE-44C6-A690-2599305B9CCD}"/>
                </a:ext>
              </a:extLst>
            </p:cNvPr>
            <p:cNvGrpSpPr/>
            <p:nvPr/>
          </p:nvGrpSpPr>
          <p:grpSpPr>
            <a:xfrm>
              <a:off x="1390370" y="3360171"/>
              <a:ext cx="606953" cy="438231"/>
              <a:chOff x="1392657" y="757227"/>
              <a:chExt cx="1828800" cy="438231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E8D17810-397A-4C54-9354-F19979C82E60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EA523A84-7D7C-4BCB-87D6-B096C0C1E287}"/>
                      </a:ext>
                    </a:extLst>
                  </p:cNvPr>
                  <p:cNvSpPr txBox="1"/>
                  <p:nvPr/>
                </p:nvSpPr>
                <p:spPr>
                  <a:xfrm>
                    <a:off x="1614661" y="757227"/>
                    <a:ext cx="52944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86" name="TextBox 185">
                    <a:extLst>
                      <a:ext uri="{FF2B5EF4-FFF2-40B4-BE49-F238E27FC236}">
                        <a16:creationId xmlns:a16="http://schemas.microsoft.com/office/drawing/2014/main" id="{EA523A84-7D7C-4BCB-87D6-B096C0C1E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4661" y="757227"/>
                    <a:ext cx="529441" cy="153888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7586" r="-2103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C6B2385C-5745-41F6-A882-3E30E37475F5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1" name="TextBox 190">
                      <a:extLst>
                        <a:ext uri="{FF2B5EF4-FFF2-40B4-BE49-F238E27FC236}">
                          <a16:creationId xmlns:a16="http://schemas.microsoft.com/office/drawing/2014/main" id="{A1144AFA-530C-4674-970A-CE362989C4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74949" y="932614"/>
                      <a:ext cx="322523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1" name="TextBox 190">
                      <a:extLst>
                        <a:ext uri="{FF2B5EF4-FFF2-40B4-BE49-F238E27FC236}">
                          <a16:creationId xmlns:a16="http://schemas.microsoft.com/office/drawing/2014/main" id="{A1144AFA-530C-4674-970A-CE362989C4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74949" y="932614"/>
                      <a:ext cx="322523" cy="16639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47059" r="-211765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Arrow Connector 191">
                  <a:extLst>
                    <a:ext uri="{FF2B5EF4-FFF2-40B4-BE49-F238E27FC236}">
                      <a16:creationId xmlns:a16="http://schemas.microsoft.com/office/drawing/2014/main" id="{6BCC39BB-8002-4186-AD93-4603A9F22006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48DFBF15-339B-4CCE-8471-4FBA6A30A948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9" name="TextBox 188">
                      <a:extLst>
                        <a:ext uri="{FF2B5EF4-FFF2-40B4-BE49-F238E27FC236}">
                          <a16:creationId xmlns:a16="http://schemas.microsoft.com/office/drawing/2014/main" id="{C7ADC3AB-0AF1-445C-9270-8A879EADC6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1285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89" name="TextBox 188">
                      <a:extLst>
                        <a:ext uri="{FF2B5EF4-FFF2-40B4-BE49-F238E27FC236}">
                          <a16:creationId xmlns:a16="http://schemas.microsoft.com/office/drawing/2014/main" id="{C7ADC3AB-0AF1-445C-9270-8A879EADC6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1285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3333" r="-2000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0" name="Straight Arrow Connector 189">
                  <a:extLst>
                    <a:ext uri="{FF2B5EF4-FFF2-40B4-BE49-F238E27FC236}">
                      <a16:creationId xmlns:a16="http://schemas.microsoft.com/office/drawing/2014/main" id="{5F75819A-D22F-49EF-AEC6-EEADA405FE74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69860032-B1FC-4081-B26C-028B7B82E445}"/>
                </a:ext>
              </a:extLst>
            </p:cNvPr>
            <p:cNvGrpSpPr/>
            <p:nvPr/>
          </p:nvGrpSpPr>
          <p:grpSpPr>
            <a:xfrm>
              <a:off x="126325" y="4118627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819A7CCC-EF81-4C28-B206-BABB9BA7A11D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=3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819A7CCC-EF81-4C28-B206-BABB9BA7A1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1491383"/>
                    <a:ext cx="764312" cy="184666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7200" t="-3226" r="-480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9DA95DE-4C96-404D-BAA8-6FB0CC8B1959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9DA95DE-4C96-404D-BAA8-6FB0CC8B19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29B28E2-AEDE-4A18-A1CC-BFF6A8DB6A96}"/>
                </a:ext>
              </a:extLst>
            </p:cNvPr>
            <p:cNvGrpSpPr/>
            <p:nvPr/>
          </p:nvGrpSpPr>
          <p:grpSpPr>
            <a:xfrm>
              <a:off x="9017205" y="3876619"/>
              <a:ext cx="3097707" cy="630797"/>
              <a:chOff x="9017205" y="1246561"/>
              <a:chExt cx="3097707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EA5223AD-0E8E-468A-AE89-854F01D40D91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711431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=0.33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5" name="TextBox 214">
                    <a:extLst>
                      <a:ext uri="{FF2B5EF4-FFF2-40B4-BE49-F238E27FC236}">
                        <a16:creationId xmlns:a16="http://schemas.microsoft.com/office/drawing/2014/main" id="{EA5223AD-0E8E-468A-AE89-854F01D40D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711431" cy="23544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91" r="-356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59EBC4CE-D811-4866-AC57-D37246B3F849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0.33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6" name="TextBox 215">
                    <a:extLst>
                      <a:ext uri="{FF2B5EF4-FFF2-40B4-BE49-F238E27FC236}">
                        <a16:creationId xmlns:a16="http://schemas.microsoft.com/office/drawing/2014/main" id="{59EBC4CE-D811-4866-AC57-D37246B3F8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97707" cy="316690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772" t="-1923" r="-197" b="-134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EECDA4C-37A7-4932-BD91-E78A21F3BF20}"/>
              </a:ext>
            </a:extLst>
          </p:cNvPr>
          <p:cNvGrpSpPr/>
          <p:nvPr/>
        </p:nvGrpSpPr>
        <p:grpSpPr>
          <a:xfrm>
            <a:off x="126325" y="5489667"/>
            <a:ext cx="11864739" cy="1136279"/>
            <a:chOff x="126325" y="4579391"/>
            <a:chExt cx="11864739" cy="113627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231383-D5BE-4DF0-A5A2-F22BFD255280}"/>
                </a:ext>
              </a:extLst>
            </p:cNvPr>
            <p:cNvGrpSpPr/>
            <p:nvPr/>
          </p:nvGrpSpPr>
          <p:grpSpPr>
            <a:xfrm>
              <a:off x="1090399" y="4870542"/>
              <a:ext cx="7983217" cy="845128"/>
              <a:chOff x="1706349" y="4870542"/>
              <a:chExt cx="7983217" cy="845128"/>
            </a:xfrm>
          </p:grpSpPr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328C89BC-0B4A-43DC-BE8F-88D2357A6C9A}"/>
                  </a:ext>
                </a:extLst>
              </p:cNvPr>
              <p:cNvCxnSpPr/>
              <p:nvPr/>
            </p:nvCxnSpPr>
            <p:spPr>
              <a:xfrm>
                <a:off x="2008607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FAA1AB60-3C12-4A23-9224-4BF628B46E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8606" y="5715670"/>
                <a:ext cx="768096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18D3F5E2-7354-4D03-A50B-FD472ABBADBE}"/>
                  </a:ext>
                </a:extLst>
              </p:cNvPr>
              <p:cNvCxnSpPr/>
              <p:nvPr/>
            </p:nvCxnSpPr>
            <p:spPr>
              <a:xfrm>
                <a:off x="3837407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FAC9FE82-6FF4-44B1-B01A-6FA0ED2B4A87}"/>
                  </a:ext>
                </a:extLst>
              </p:cNvPr>
              <p:cNvCxnSpPr/>
              <p:nvPr/>
            </p:nvCxnSpPr>
            <p:spPr>
              <a:xfrm>
                <a:off x="56662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A858BBB8-75CF-4EA5-B506-6D76DE00800A}"/>
                  </a:ext>
                </a:extLst>
              </p:cNvPr>
              <p:cNvCxnSpPr/>
              <p:nvPr/>
            </p:nvCxnSpPr>
            <p:spPr>
              <a:xfrm>
                <a:off x="74950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D7A65C76-FB4A-4BBF-B8D6-E0EF826FDB7C}"/>
                  </a:ext>
                </a:extLst>
              </p:cNvPr>
              <p:cNvCxnSpPr/>
              <p:nvPr/>
            </p:nvCxnSpPr>
            <p:spPr>
              <a:xfrm>
                <a:off x="9323806" y="4870542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D78D9E8-44DE-40F7-B834-CE85776DD1A5}"/>
                  </a:ext>
                </a:extLst>
              </p:cNvPr>
              <p:cNvGrpSpPr/>
              <p:nvPr/>
            </p:nvGrpSpPr>
            <p:grpSpPr>
              <a:xfrm>
                <a:off x="2008606" y="5066446"/>
                <a:ext cx="7315201" cy="649224"/>
                <a:chOff x="2008607" y="1241499"/>
                <a:chExt cx="3657600" cy="649224"/>
              </a:xfrm>
            </p:grpSpPr>
            <p:grpSp>
              <p:nvGrpSpPr>
                <p:cNvPr id="160" name="Group 159">
                  <a:extLst>
                    <a:ext uri="{FF2B5EF4-FFF2-40B4-BE49-F238E27FC236}">
                      <a16:creationId xmlns:a16="http://schemas.microsoft.com/office/drawing/2014/main" id="{53C11AE2-B3DD-4B0A-BB99-C63CB203131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68" name="Connector: Elbow 167">
                    <a:extLst>
                      <a:ext uri="{FF2B5EF4-FFF2-40B4-BE49-F238E27FC236}">
                        <a16:creationId xmlns:a16="http://schemas.microsoft.com/office/drawing/2014/main" id="{88E9B431-8F60-403E-9E0A-A38A1C2264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EF08848B-7094-4A8B-9FB8-DE54DFCB6F3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6" name="Connector: Elbow 165">
                  <a:extLst>
                    <a:ext uri="{FF2B5EF4-FFF2-40B4-BE49-F238E27FC236}">
                      <a16:creationId xmlns:a16="http://schemas.microsoft.com/office/drawing/2014/main" id="{9CB3DE08-5607-4679-A4D3-0BF178A19E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374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3223122C-A4F4-4501-A799-8E6DD3CFF8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84313" y="5066446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BED1C-259C-4337-80FB-9A1D7CF84B70}"/>
                  </a:ext>
                </a:extLst>
              </p:cNvPr>
              <p:cNvSpPr txBox="1"/>
              <p:nvPr/>
            </p:nvSpPr>
            <p:spPr>
              <a:xfrm>
                <a:off x="1706349" y="4919939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197357C2-4F48-42C3-B6FB-DFA6E71BF85E}"/>
                </a:ext>
              </a:extLst>
            </p:cNvPr>
            <p:cNvGrpSpPr/>
            <p:nvPr/>
          </p:nvGrpSpPr>
          <p:grpSpPr>
            <a:xfrm>
              <a:off x="1392656" y="4579391"/>
              <a:ext cx="3657587" cy="438231"/>
              <a:chOff x="1392657" y="757227"/>
              <a:chExt cx="1828800" cy="438231"/>
            </a:xfrm>
          </p:grpSpPr>
          <p:cxnSp>
            <p:nvCxnSpPr>
              <p:cNvPr id="194" name="Straight Arrow Connector 193">
                <a:extLst>
                  <a:ext uri="{FF2B5EF4-FFF2-40B4-BE49-F238E27FC236}">
                    <a16:creationId xmlns:a16="http://schemas.microsoft.com/office/drawing/2014/main" id="{AD7A036A-B666-4CC2-8883-B8297E1DD075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19AC117F-6B73-41E1-9DF3-F58DD005B31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19AC117F-6B73-41E1-9DF3-F58DD005B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C9280509-64AC-4005-8794-7C5D25AF7A18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638C8C2-B243-437A-9F9C-FC05F58642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638C8C2-B243-437A-9F9C-FC05F58642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322524" cy="166392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1" name="Straight Arrow Connector 200">
                  <a:extLst>
                    <a:ext uri="{FF2B5EF4-FFF2-40B4-BE49-F238E27FC236}">
                      <a16:creationId xmlns:a16="http://schemas.microsoft.com/office/drawing/2014/main" id="{2A780CBD-A444-45E8-935E-FE407481C571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4A7FCAF1-6451-4041-871F-254D549A3616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C0DE2741-3463-4F76-8DC5-FF544C5A49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98" name="TextBox 197">
                      <a:extLst>
                        <a:ext uri="{FF2B5EF4-FFF2-40B4-BE49-F238E27FC236}">
                          <a16:creationId xmlns:a16="http://schemas.microsoft.com/office/drawing/2014/main" id="{C0DE2741-3463-4F76-8DC5-FF544C5A49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282449" cy="153888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9" name="Straight Arrow Connector 198">
                  <a:extLst>
                    <a:ext uri="{FF2B5EF4-FFF2-40B4-BE49-F238E27FC236}">
                      <a16:creationId xmlns:a16="http://schemas.microsoft.com/office/drawing/2014/main" id="{0BE43111-CAFC-458C-8F7E-125B8C1BBCE1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8FBDB50F-472B-4E3B-83A2-5567B7442840}"/>
                </a:ext>
              </a:extLst>
            </p:cNvPr>
            <p:cNvGrpSpPr/>
            <p:nvPr/>
          </p:nvGrpSpPr>
          <p:grpSpPr>
            <a:xfrm>
              <a:off x="126325" y="5310025"/>
              <a:ext cx="1129733" cy="405645"/>
              <a:chOff x="126326" y="1491383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1894C7E8-346D-4985-A35F-99AA44195012}"/>
                      </a:ext>
                    </a:extLst>
                  </p:cNvPr>
                  <p:cNvSpPr txBox="1"/>
                  <p:nvPr/>
                </p:nvSpPr>
                <p:spPr>
                  <a:xfrm>
                    <a:off x="368315" y="1491383"/>
                    <a:ext cx="88774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=500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09" name="TextBox 208">
                    <a:extLst>
                      <a:ext uri="{FF2B5EF4-FFF2-40B4-BE49-F238E27FC236}">
                        <a16:creationId xmlns:a16="http://schemas.microsoft.com/office/drawing/2014/main" id="{1894C7E8-346D-4985-A35F-99AA441950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315" y="1491383"/>
                    <a:ext cx="887744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5479" t="-3226" r="-411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DD2FE902-9077-4D94-8B47-368A79F92B24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50%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DD2FE902-9077-4D94-8B47-368A79F92B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1712362"/>
                    <a:ext cx="1129733" cy="1846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623076EF-88DF-4BA3-BDAA-E54468983045}"/>
                </a:ext>
              </a:extLst>
            </p:cNvPr>
            <p:cNvGrpSpPr/>
            <p:nvPr/>
          </p:nvGrpSpPr>
          <p:grpSpPr>
            <a:xfrm>
              <a:off x="9013069" y="5029809"/>
              <a:ext cx="2977995" cy="630797"/>
              <a:chOff x="9017205" y="1246561"/>
              <a:chExt cx="2977995" cy="63079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C4A07680-4A3E-40BA-A324-7748064DE665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628074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500 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=2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C4A07680-4A3E-40BA-A324-7748064DE6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628074" cy="23544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2996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10425CBF-1F33-48AE-97EE-E9961A34E62B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297799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10425CBF-1F33-48AE-97EE-E9961A34E6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2977995" cy="31669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049" t="-1923" b="-1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611736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different Duty Cycle, same Frequency (1MHZ)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4D9184-2A11-4A8A-A3C4-FF12CA039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1450" y="851548"/>
            <a:ext cx="3810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6FC33D2-DAC5-4BC4-BDD0-19FF43C18782}"/>
              </a:ext>
            </a:extLst>
          </p:cNvPr>
          <p:cNvGrpSpPr/>
          <p:nvPr/>
        </p:nvGrpSpPr>
        <p:grpSpPr>
          <a:xfrm>
            <a:off x="126326" y="665787"/>
            <a:ext cx="11918054" cy="1190646"/>
            <a:chOff x="126326" y="757227"/>
            <a:chExt cx="11918054" cy="119064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4CF3304-81D6-4DDF-926D-2987D66C71D6}"/>
                </a:ext>
              </a:extLst>
            </p:cNvPr>
            <p:cNvGrpSpPr/>
            <p:nvPr/>
          </p:nvGrpSpPr>
          <p:grpSpPr>
            <a:xfrm>
              <a:off x="126326" y="757227"/>
              <a:ext cx="11918054" cy="1190646"/>
              <a:chOff x="126326" y="757227"/>
              <a:chExt cx="11918054" cy="1190646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2CDC819-84D8-467A-B57C-836856800A2D}"/>
                  </a:ext>
                </a:extLst>
              </p:cNvPr>
              <p:cNvCxnSpPr/>
              <p:nvPr/>
            </p:nvCxnSpPr>
            <p:spPr>
              <a:xfrm>
                <a:off x="13926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68B7462-8152-46F1-917A-6D224B3F087D}"/>
                  </a:ext>
                </a:extLst>
              </p:cNvPr>
              <p:cNvCxnSpPr/>
              <p:nvPr/>
            </p:nvCxnSpPr>
            <p:spPr>
              <a:xfrm>
                <a:off x="3221457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658EA02-B74C-4B03-BEE6-465F5BB4B74D}"/>
                  </a:ext>
                </a:extLst>
              </p:cNvPr>
              <p:cNvCxnSpPr/>
              <p:nvPr/>
            </p:nvCxnSpPr>
            <p:spPr>
              <a:xfrm>
                <a:off x="50502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FFEF7ED-BCC2-4607-A268-5C5899D41811}"/>
                  </a:ext>
                </a:extLst>
              </p:cNvPr>
              <p:cNvCxnSpPr/>
              <p:nvPr/>
            </p:nvCxnSpPr>
            <p:spPr>
              <a:xfrm>
                <a:off x="68790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F88695-69B7-4A28-85EE-6B363A0C9711}"/>
                  </a:ext>
                </a:extLst>
              </p:cNvPr>
              <p:cNvCxnSpPr/>
              <p:nvPr/>
            </p:nvCxnSpPr>
            <p:spPr>
              <a:xfrm>
                <a:off x="8707856" y="1102745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ADBA9AA-E84C-4A0F-8E72-031DF11F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129864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3B889FB-E120-4A5C-8019-75E3014BAF82}"/>
                  </a:ext>
                </a:extLst>
              </p:cNvPr>
              <p:cNvGrpSpPr/>
              <p:nvPr/>
            </p:nvGrpSpPr>
            <p:grpSpPr>
              <a:xfrm>
                <a:off x="1090399" y="1152142"/>
                <a:ext cx="7617457" cy="795731"/>
                <a:chOff x="1090399" y="1152142"/>
                <a:chExt cx="7617457" cy="795731"/>
              </a:xfrm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F3C5DB29-15EF-43CA-B58C-EC0E5E01283D}"/>
                    </a:ext>
                  </a:extLst>
                </p:cNvPr>
                <p:cNvGrpSpPr/>
                <p:nvPr/>
              </p:nvGrpSpPr>
              <p:grpSpPr>
                <a:xfrm>
                  <a:off x="1392657" y="1298649"/>
                  <a:ext cx="7315199" cy="649224"/>
                  <a:chOff x="2008607" y="1241499"/>
                  <a:chExt cx="7315199" cy="649224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362EE0F3-554D-4439-B3EC-966ABAF8AF2A}"/>
                      </a:ext>
                    </a:extLst>
                  </p:cNvPr>
                  <p:cNvGrpSpPr/>
                  <p:nvPr/>
                </p:nvGrpSpPr>
                <p:grpSpPr>
                  <a:xfrm>
                    <a:off x="20086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3" name="Connector: Elbow 2">
                      <a:extLst>
                        <a:ext uri="{FF2B5EF4-FFF2-40B4-BE49-F238E27FC236}">
                          <a16:creationId xmlns:a16="http://schemas.microsoft.com/office/drawing/2014/main" id="{622C8A6C-BC7D-4212-A5E1-63D0EAC5215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" name="Straight Connector 9">
                      <a:extLst>
                        <a:ext uri="{FF2B5EF4-FFF2-40B4-BE49-F238E27FC236}">
                          <a16:creationId xmlns:a16="http://schemas.microsoft.com/office/drawing/2014/main" id="{D9AEE5BB-040A-494F-A4BD-ECDC1FA570E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85E1BBA7-AE56-4362-8644-9DDAF8737932}"/>
                      </a:ext>
                    </a:extLst>
                  </p:cNvPr>
                  <p:cNvGrpSpPr/>
                  <p:nvPr/>
                </p:nvGrpSpPr>
                <p:grpSpPr>
                  <a:xfrm>
                    <a:off x="3837407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21" name="Connector: Elbow 20">
                      <a:extLst>
                        <a:ext uri="{FF2B5EF4-FFF2-40B4-BE49-F238E27FC236}">
                          <a16:creationId xmlns:a16="http://schemas.microsoft.com/office/drawing/2014/main" id="{06A05BC6-5586-4237-A5A3-01DCB82055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C946D880-344D-43FA-B676-9605B7235F6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A7BF31D5-E610-4704-9639-637F90E53033}"/>
                      </a:ext>
                    </a:extLst>
                  </p:cNvPr>
                  <p:cNvGrpSpPr/>
                  <p:nvPr/>
                </p:nvGrpSpPr>
                <p:grpSpPr>
                  <a:xfrm>
                    <a:off x="5666206" y="1241499"/>
                    <a:ext cx="1828800" cy="649224"/>
                    <a:chOff x="2008607" y="1241499"/>
                    <a:chExt cx="1828800" cy="649224"/>
                  </a:xfrm>
                </p:grpSpPr>
                <p:cxnSp>
                  <p:nvCxnSpPr>
                    <p:cNvPr id="32" name="Connector: Elbow 31">
                      <a:extLst>
                        <a:ext uri="{FF2B5EF4-FFF2-40B4-BE49-F238E27FC236}">
                          <a16:creationId xmlns:a16="http://schemas.microsoft.com/office/drawing/2014/main" id="{D70C8574-348D-4EB2-B89E-5FE2E89D1AF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008607" y="1246487"/>
                      <a:ext cx="1828800" cy="644236"/>
                    </a:xfrm>
                    <a:prstGeom prst="bentConnector3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" name="Straight Connector 32">
                      <a:extLst>
                        <a:ext uri="{FF2B5EF4-FFF2-40B4-BE49-F238E27FC236}">
                          <a16:creationId xmlns:a16="http://schemas.microsoft.com/office/drawing/2014/main" id="{0ADE47D6-2B9B-49F8-9831-6AFAF5DC9EE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837407" y="1241499"/>
                      <a:ext cx="0" cy="64922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5" name="Connector: Elbow 34">
                    <a:extLst>
                      <a:ext uri="{FF2B5EF4-FFF2-40B4-BE49-F238E27FC236}">
                        <a16:creationId xmlns:a16="http://schemas.microsoft.com/office/drawing/2014/main" id="{20B5E6B1-BDBB-4DA2-AB5A-AD4E6927E7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495006" y="1246487"/>
                    <a:ext cx="1828800" cy="644236"/>
                  </a:xfrm>
                  <a:prstGeom prst="bentConnector3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0461C10-3CFF-4D44-981B-59E8BFD00152}"/>
                    </a:ext>
                  </a:extLst>
                </p:cNvPr>
                <p:cNvSpPr txBox="1"/>
                <p:nvPr/>
              </p:nvSpPr>
              <p:spPr>
                <a:xfrm>
                  <a:off x="1090399" y="1152142"/>
                  <a:ext cx="56303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 err="1">
                      <a:latin typeface="Segoe Condensed" panose="020B0606040200020203" pitchFamily="34" charset="0"/>
                    </a:rPr>
                    <a:t>V</a:t>
                  </a:r>
                  <a:r>
                    <a:rPr lang="en-US" sz="1200" baseline="-25000" dirty="0" err="1">
                      <a:latin typeface="Segoe Condensed" panose="020B0606040200020203" pitchFamily="34" charset="0"/>
                    </a:rPr>
                    <a:t>cc</a:t>
                  </a:r>
                  <a:endParaRPr lang="en-US" sz="1200" baseline="-25000" dirty="0">
                    <a:latin typeface="Segoe Condensed" panose="020B0606040200020203" pitchFamily="34" charset="0"/>
                  </a:endParaRP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8EDD4C9F-C2FA-4AAC-91B8-E17C581D17CE}"/>
                  </a:ext>
                </a:extLst>
              </p:cNvPr>
              <p:cNvGrpSpPr/>
              <p:nvPr/>
            </p:nvGrpSpPr>
            <p:grpSpPr>
              <a:xfrm>
                <a:off x="126326" y="1542228"/>
                <a:ext cx="1129733" cy="405645"/>
                <a:chOff x="126326" y="1491383"/>
                <a:chExt cx="1129733" cy="405645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44519789-D8FC-4039-9957-7502D4A937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1747" y="1491383"/>
                      <a:ext cx="764312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44519789-D8FC-4039-9957-7502D4A937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1747" y="1491383"/>
                      <a:ext cx="764312" cy="18466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200" t="-3333" r="-4800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1" name="TextBox 120">
                      <a:extLst>
                        <a:ext uri="{FF2B5EF4-FFF2-40B4-BE49-F238E27FC236}">
                          <a16:creationId xmlns:a16="http://schemas.microsoft.com/office/drawing/2014/main" id="{09C6E483-90E2-4DE2-B7B7-4E63854EA2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6326" y="1712362"/>
                      <a:ext cx="1129733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𝐷𝑢𝑡𝑦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𝐶𝑦𝑐𝑙𝑒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50%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121" name="TextBox 120">
                      <a:extLst>
                        <a:ext uri="{FF2B5EF4-FFF2-40B4-BE49-F238E27FC236}">
                          <a16:creationId xmlns:a16="http://schemas.microsoft.com/office/drawing/2014/main" id="{09C6E483-90E2-4DE2-B7B7-4E63854EA29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6326" y="1712362"/>
                      <a:ext cx="1129733" cy="18466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24" t="-3226" r="-3784" b="-290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EE88147C-4C4B-423E-9366-A9EED2124838}"/>
                  </a:ext>
                </a:extLst>
              </p:cNvPr>
              <p:cNvCxnSpPr/>
              <p:nvPr/>
            </p:nvCxnSpPr>
            <p:spPr>
              <a:xfrm>
                <a:off x="1392657" y="946827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14BE10E-3723-49C8-9B9F-AC6DDCBEEA8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14BE10E-3723-49C8-9B9F-AC6DDCBEEA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246561"/>
                    <a:ext cx="1544718" cy="2354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DC119378-9011-4FD1-86A3-3F358C744D6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DC119378-9011-4FD1-86A3-3F358C744D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757227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44BF0D4F-BF0B-4564-BD21-13B282CF0572}"/>
                  </a:ext>
                </a:extLst>
              </p:cNvPr>
              <p:cNvGrpSpPr/>
              <p:nvPr/>
            </p:nvGrpSpPr>
            <p:grpSpPr>
              <a:xfrm>
                <a:off x="1392657" y="989764"/>
                <a:ext cx="9144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7D46186D-9F2E-4595-9B7D-1C01F187C4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7D46186D-9F2E-4595-9B7D-1C01F187C4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0870" r="-2174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1" name="Straight Arrow Connector 200">
                  <a:extLst>
                    <a:ext uri="{FF2B5EF4-FFF2-40B4-BE49-F238E27FC236}">
                      <a16:creationId xmlns:a16="http://schemas.microsoft.com/office/drawing/2014/main" id="{0D18040B-6B2D-4B4C-A514-63E14EDA6254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42E155B-2179-449C-B233-BF5D16AD3DFC}"/>
                  </a:ext>
                </a:extLst>
              </p:cNvPr>
              <p:cNvGrpSpPr/>
              <p:nvPr/>
            </p:nvGrpSpPr>
            <p:grpSpPr>
              <a:xfrm>
                <a:off x="2307057" y="989764"/>
                <a:ext cx="9144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2" name="TextBox 201">
                      <a:extLst>
                        <a:ext uri="{FF2B5EF4-FFF2-40B4-BE49-F238E27FC236}">
                          <a16:creationId xmlns:a16="http://schemas.microsoft.com/office/drawing/2014/main" id="{F452A767-CB32-43EE-BBE9-F14113D57B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02" name="TextBox 201">
                      <a:extLst>
                        <a:ext uri="{FF2B5EF4-FFF2-40B4-BE49-F238E27FC236}">
                          <a16:creationId xmlns:a16="http://schemas.microsoft.com/office/drawing/2014/main" id="{F452A767-CB32-43EE-BBE9-F14113D57BB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2616" y="823575"/>
                      <a:ext cx="322524" cy="16639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3" name="Straight Arrow Connector 202">
                  <a:extLst>
                    <a:ext uri="{FF2B5EF4-FFF2-40B4-BE49-F238E27FC236}">
                      <a16:creationId xmlns:a16="http://schemas.microsoft.com/office/drawing/2014/main" id="{C1C1726D-FDFB-43DF-BC1D-76026CB9B87D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1715E824-94BF-4B5F-9F07-206A80F75C1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0.5µ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∗100%=50%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06" name="TextBox 205">
                    <a:extLst>
                      <a:ext uri="{FF2B5EF4-FFF2-40B4-BE49-F238E27FC236}">
                        <a16:creationId xmlns:a16="http://schemas.microsoft.com/office/drawing/2014/main" id="{1715E824-94BF-4B5F-9F07-206A80F75C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1560668"/>
                    <a:ext cx="3027175" cy="31669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811" t="-5769" b="-173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B598C-6778-4D6A-BC30-73B3365DCEFB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194787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3DDE669-FA3C-47BA-BACE-688131A5124E}"/>
              </a:ext>
            </a:extLst>
          </p:cNvPr>
          <p:cNvSpPr txBox="1"/>
          <p:nvPr/>
        </p:nvSpPr>
        <p:spPr>
          <a:xfrm>
            <a:off x="1090399" y="24456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5CBB041-FE0E-49BC-AC54-6F54BE3B18D4}"/>
              </a:ext>
            </a:extLst>
          </p:cNvPr>
          <p:cNvGrpSpPr/>
          <p:nvPr/>
        </p:nvGrpSpPr>
        <p:grpSpPr>
          <a:xfrm>
            <a:off x="126326" y="2264714"/>
            <a:ext cx="11988586" cy="1192794"/>
            <a:chOff x="126326" y="2048539"/>
            <a:chExt cx="11988586" cy="119279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6651A0-6B5C-4E36-9D79-E75501EDD86B}"/>
                </a:ext>
              </a:extLst>
            </p:cNvPr>
            <p:cNvCxnSpPr/>
            <p:nvPr/>
          </p:nvCxnSpPr>
          <p:spPr>
            <a:xfrm>
              <a:off x="1392657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A8B1865-ABFA-448C-9427-A61EC5D9B77C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3241333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EAC341-9EA4-4DEC-A2F4-D31F6736AAFC}"/>
                </a:ext>
              </a:extLst>
            </p:cNvPr>
            <p:cNvCxnSpPr/>
            <p:nvPr/>
          </p:nvCxnSpPr>
          <p:spPr>
            <a:xfrm>
              <a:off x="3221457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8F6DB0D-1475-4F46-B39B-84AFF61E185F}"/>
                </a:ext>
              </a:extLst>
            </p:cNvPr>
            <p:cNvCxnSpPr/>
            <p:nvPr/>
          </p:nvCxnSpPr>
          <p:spPr>
            <a:xfrm>
              <a:off x="50502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398A648-8059-428E-9DCE-FDA7F74CC846}"/>
                </a:ext>
              </a:extLst>
            </p:cNvPr>
            <p:cNvCxnSpPr/>
            <p:nvPr/>
          </p:nvCxnSpPr>
          <p:spPr>
            <a:xfrm>
              <a:off x="68790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AEDAEB5-7A19-4B4D-9A98-DDEF91A93142}"/>
                </a:ext>
              </a:extLst>
            </p:cNvPr>
            <p:cNvCxnSpPr/>
            <p:nvPr/>
          </p:nvCxnSpPr>
          <p:spPr>
            <a:xfrm>
              <a:off x="8707856" y="2396205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B6187DF-5FE9-4CE8-A1C1-709E45805AA4}"/>
                </a:ext>
              </a:extLst>
            </p:cNvPr>
            <p:cNvGrpSpPr/>
            <p:nvPr/>
          </p:nvGrpSpPr>
          <p:grpSpPr>
            <a:xfrm>
              <a:off x="1392657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0" name="Connector: Elbow 169">
                <a:extLst>
                  <a:ext uri="{FF2B5EF4-FFF2-40B4-BE49-F238E27FC236}">
                    <a16:creationId xmlns:a16="http://schemas.microsoft.com/office/drawing/2014/main" id="{CDB2FDB9-6806-4BFA-87CD-B4C4889D6A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FEEFF1E8-12B2-4631-A7F6-745C17918989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FF857C35-6C7E-41FD-A8AC-73601ECBEFFF}"/>
                </a:ext>
              </a:extLst>
            </p:cNvPr>
            <p:cNvGrpSpPr/>
            <p:nvPr/>
          </p:nvGrpSpPr>
          <p:grpSpPr>
            <a:xfrm>
              <a:off x="3221457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3" name="Connector: Elbow 172">
                <a:extLst>
                  <a:ext uri="{FF2B5EF4-FFF2-40B4-BE49-F238E27FC236}">
                    <a16:creationId xmlns:a16="http://schemas.microsoft.com/office/drawing/2014/main" id="{3393531B-9A6B-4BB5-BAF2-E585670248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8153690D-2FE8-4497-AF54-16743DF21043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6E9A3DA9-8767-4B71-AD6D-A7DB6A954605}"/>
                </a:ext>
              </a:extLst>
            </p:cNvPr>
            <p:cNvGrpSpPr/>
            <p:nvPr/>
          </p:nvGrpSpPr>
          <p:grpSpPr>
            <a:xfrm>
              <a:off x="5050256" y="2592109"/>
              <a:ext cx="1828800" cy="649224"/>
              <a:chOff x="2008607" y="2534959"/>
              <a:chExt cx="1828800" cy="649224"/>
            </a:xfrm>
          </p:grpSpPr>
          <p:cxnSp>
            <p:nvCxnSpPr>
              <p:cNvPr id="176" name="Connector: Elbow 175">
                <a:extLst>
                  <a:ext uri="{FF2B5EF4-FFF2-40B4-BE49-F238E27FC236}">
                    <a16:creationId xmlns:a16="http://schemas.microsoft.com/office/drawing/2014/main" id="{CAC0BEBF-DE49-4A64-B271-D4090E547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75347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7CF6974-5B10-466C-8074-F4AA6F525325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9" name="Connector: Elbow 178">
              <a:extLst>
                <a:ext uri="{FF2B5EF4-FFF2-40B4-BE49-F238E27FC236}">
                  <a16:creationId xmlns:a16="http://schemas.microsoft.com/office/drawing/2014/main" id="{641D25F0-3299-4E01-8862-01C0267B5D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9056" y="2597097"/>
              <a:ext cx="1828800" cy="644236"/>
            </a:xfrm>
            <a:prstGeom prst="bentConnector3">
              <a:avLst>
                <a:gd name="adj1" fmla="val 753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FFBA5EA-6545-4B61-B253-FA5CAA87AF8A}"/>
                    </a:ext>
                  </a:extLst>
                </p:cNvPr>
                <p:cNvSpPr txBox="1"/>
                <p:nvPr/>
              </p:nvSpPr>
              <p:spPr>
                <a:xfrm>
                  <a:off x="9017205" y="2548950"/>
                  <a:ext cx="1544718" cy="2354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𝑀𝐻𝑧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 µ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2FFBA5EA-6545-4B61-B253-FA5CAA87AF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2548950"/>
                  <a:ext cx="1544718" cy="235449"/>
                </a:xfrm>
                <a:prstGeom prst="rect">
                  <a:avLst/>
                </a:prstGeom>
                <a:blipFill>
                  <a:blip r:embed="rId10"/>
                  <a:stretch>
                    <a:fillRect l="-2756" r="-394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CB8B52AD-F7F8-4F30-BF60-13E1E6DEF9FC}"/>
                    </a:ext>
                  </a:extLst>
                </p:cNvPr>
                <p:cNvSpPr txBox="1"/>
                <p:nvPr/>
              </p:nvSpPr>
              <p:spPr>
                <a:xfrm>
                  <a:off x="9017205" y="2863057"/>
                  <a:ext cx="3097707" cy="3166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 →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25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CB8B52AD-F7F8-4F30-BF60-13E1E6DEF9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2863057"/>
                  <a:ext cx="3097707" cy="316690"/>
                </a:xfrm>
                <a:prstGeom prst="rect">
                  <a:avLst/>
                </a:prstGeom>
                <a:blipFill>
                  <a:blip r:embed="rId11"/>
                  <a:stretch>
                    <a:fillRect l="-1772" t="-3846" b="-173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7873E20-9510-4423-B8E5-FDB7B4D8E91E}"/>
                </a:ext>
              </a:extLst>
            </p:cNvPr>
            <p:cNvGrpSpPr/>
            <p:nvPr/>
          </p:nvGrpSpPr>
          <p:grpSpPr>
            <a:xfrm>
              <a:off x="126326" y="2835688"/>
              <a:ext cx="1129733" cy="405645"/>
              <a:chOff x="126326" y="2793241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57AC387-B5E4-497E-85AB-9397787EE253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2793241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57AC387-B5E4-497E-85AB-9397787EE2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2793241"/>
                    <a:ext cx="764312" cy="18466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7200" t="-6667" r="-4800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20EB1B4D-F311-4E23-A2AD-D87129DB5C0C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3014220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25%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85" name="TextBox 84">
                    <a:extLst>
                      <a:ext uri="{FF2B5EF4-FFF2-40B4-BE49-F238E27FC236}">
                        <a16:creationId xmlns:a16="http://schemas.microsoft.com/office/drawing/2014/main" id="{20EB1B4D-F311-4E23-A2AD-D87129DB5C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3014220"/>
                    <a:ext cx="1129733" cy="1846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4324" t="-3333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2B2CB8A-B4A1-41F0-9538-1F1960E3343E}"/>
                </a:ext>
              </a:extLst>
            </p:cNvPr>
            <p:cNvGrpSpPr/>
            <p:nvPr/>
          </p:nvGrpSpPr>
          <p:grpSpPr>
            <a:xfrm>
              <a:off x="1368363" y="2048539"/>
              <a:ext cx="1853094" cy="543570"/>
              <a:chOff x="1368363" y="2048539"/>
              <a:chExt cx="1853094" cy="54357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E16F408B-089A-495E-AA38-236ADB04A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2592109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B4A9BB90-5868-49A9-BBC5-410E25548E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2589961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Arrow Connector 148">
                <a:extLst>
                  <a:ext uri="{FF2B5EF4-FFF2-40B4-BE49-F238E27FC236}">
                    <a16:creationId xmlns:a16="http://schemas.microsoft.com/office/drawing/2014/main" id="{F27F9DDE-4884-4FC1-9F7D-4AE7B1897D80}"/>
                  </a:ext>
                </a:extLst>
              </p:cNvPr>
              <p:cNvCxnSpPr/>
              <p:nvPr/>
            </p:nvCxnSpPr>
            <p:spPr>
              <a:xfrm>
                <a:off x="1392657" y="2238139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654428F4-507D-4758-8BF5-9A1B5C41FF13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2048539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654428F4-507D-4758-8BF5-9A1B5C41FF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2048539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86A6302E-09B6-415C-9F7D-609C13241A85}"/>
                  </a:ext>
                </a:extLst>
              </p:cNvPr>
              <p:cNvGrpSpPr/>
              <p:nvPr/>
            </p:nvGrpSpPr>
            <p:grpSpPr>
              <a:xfrm>
                <a:off x="1392657" y="2281076"/>
                <a:ext cx="1371600" cy="205694"/>
                <a:chOff x="2008607" y="932614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777834A3-CA2B-4496-9A5A-B9CF216CB3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2" name="TextBox 151">
                      <a:extLst>
                        <a:ext uri="{FF2B5EF4-FFF2-40B4-BE49-F238E27FC236}">
                          <a16:creationId xmlns:a16="http://schemas.microsoft.com/office/drawing/2014/main" id="{777834A3-CA2B-4496-9A5A-B9CF216CB31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04545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1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3" name="Straight Arrow Connector 152">
                  <a:extLst>
                    <a:ext uri="{FF2B5EF4-FFF2-40B4-BE49-F238E27FC236}">
                      <a16:creationId xmlns:a16="http://schemas.microsoft.com/office/drawing/2014/main" id="{CED05585-3D6F-4EDE-ABC6-5720B0057E60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1D97C17B-481A-42AC-B21C-687D837B83E6}"/>
                  </a:ext>
                </a:extLst>
              </p:cNvPr>
              <p:cNvGrpSpPr/>
              <p:nvPr/>
            </p:nvGrpSpPr>
            <p:grpSpPr>
              <a:xfrm>
                <a:off x="2764257" y="2281076"/>
                <a:ext cx="457200" cy="205694"/>
                <a:chOff x="2685513" y="823575"/>
                <a:chExt cx="91440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5" name="TextBox 154">
                      <a:extLst>
                        <a:ext uri="{FF2B5EF4-FFF2-40B4-BE49-F238E27FC236}">
                          <a16:creationId xmlns:a16="http://schemas.microsoft.com/office/drawing/2014/main" id="{BEEBB0B5-F83C-45FB-80B3-EC6B11113A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8201" y="823575"/>
                      <a:ext cx="645048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55" name="TextBox 154">
                      <a:extLst>
                        <a:ext uri="{FF2B5EF4-FFF2-40B4-BE49-F238E27FC236}">
                          <a16:creationId xmlns:a16="http://schemas.microsoft.com/office/drawing/2014/main" id="{BEEBB0B5-F83C-45FB-80B3-EC6B11113A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8201" y="823575"/>
                      <a:ext cx="645048" cy="16639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7547" r="-5660" b="-259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Arrow Connector 155">
                  <a:extLst>
                    <a:ext uri="{FF2B5EF4-FFF2-40B4-BE49-F238E27FC236}">
                      <a16:creationId xmlns:a16="http://schemas.microsoft.com/office/drawing/2014/main" id="{EC6CF660-05C8-40A0-B815-26B78CBA50C9}"/>
                    </a:ext>
                  </a:extLst>
                </p:cNvPr>
                <p:cNvCxnSpPr/>
                <p:nvPr/>
              </p:nvCxnSpPr>
              <p:spPr>
                <a:xfrm>
                  <a:off x="2685513" y="1029269"/>
                  <a:ext cx="91440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F4A424-9C24-4009-8073-2F67CEAD747A}"/>
              </a:ext>
            </a:extLst>
          </p:cNvPr>
          <p:cNvGrpSpPr/>
          <p:nvPr/>
        </p:nvGrpSpPr>
        <p:grpSpPr>
          <a:xfrm>
            <a:off x="126326" y="3865789"/>
            <a:ext cx="11988586" cy="1167962"/>
            <a:chOff x="126326" y="3410966"/>
            <a:chExt cx="11988586" cy="116796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8F5B6E6-5469-4D88-AB5E-ECCF81B5ADB6}"/>
                </a:ext>
              </a:extLst>
            </p:cNvPr>
            <p:cNvGrpSpPr/>
            <p:nvPr/>
          </p:nvGrpSpPr>
          <p:grpSpPr>
            <a:xfrm>
              <a:off x="126326" y="3410966"/>
              <a:ext cx="11988586" cy="1167962"/>
              <a:chOff x="126326" y="3410966"/>
              <a:chExt cx="11988586" cy="1167962"/>
            </a:xfrm>
          </p:grpSpPr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6BD15DDD-9CAF-438A-A127-EA763AE3F88D}"/>
                  </a:ext>
                </a:extLst>
              </p:cNvPr>
              <p:cNvCxnSpPr/>
              <p:nvPr/>
            </p:nvCxnSpPr>
            <p:spPr>
              <a:xfrm>
                <a:off x="1392657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2A768922-4A3D-4940-B8E3-84DDFC096997}"/>
                  </a:ext>
                </a:extLst>
              </p:cNvPr>
              <p:cNvCxnSpPr/>
              <p:nvPr/>
            </p:nvCxnSpPr>
            <p:spPr>
              <a:xfrm>
                <a:off x="3221457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3EF7702-6C09-4492-9A48-E25383AB2B44}"/>
                  </a:ext>
                </a:extLst>
              </p:cNvPr>
              <p:cNvCxnSpPr/>
              <p:nvPr/>
            </p:nvCxnSpPr>
            <p:spPr>
              <a:xfrm>
                <a:off x="50502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A738E0EF-F4A5-414A-84D3-0FCCF61AC1AF}"/>
                  </a:ext>
                </a:extLst>
              </p:cNvPr>
              <p:cNvCxnSpPr/>
              <p:nvPr/>
            </p:nvCxnSpPr>
            <p:spPr>
              <a:xfrm>
                <a:off x="68790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CE3B4996-FE54-4451-B6EE-7A1A6B98DF18}"/>
                  </a:ext>
                </a:extLst>
              </p:cNvPr>
              <p:cNvCxnSpPr/>
              <p:nvPr/>
            </p:nvCxnSpPr>
            <p:spPr>
              <a:xfrm>
                <a:off x="8707856" y="3733800"/>
                <a:ext cx="0" cy="845128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E4E100A3-88C8-493B-9FD6-418A797CA2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8363" y="3929704"/>
                <a:ext cx="45720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D033016-2CC0-4EA3-8763-17089D84776E}"/>
                  </a:ext>
                </a:extLst>
              </p:cNvPr>
              <p:cNvSpPr txBox="1"/>
              <p:nvPr/>
            </p:nvSpPr>
            <p:spPr>
              <a:xfrm>
                <a:off x="1090399" y="3783197"/>
                <a:ext cx="5630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>
                    <a:latin typeface="Segoe Condensed" panose="020B0606040200020203" pitchFamily="34" charset="0"/>
                  </a:rPr>
                  <a:t>V</a:t>
                </a:r>
                <a:r>
                  <a:rPr lang="en-US" sz="1200" baseline="-25000" dirty="0" err="1">
                    <a:latin typeface="Segoe Condensed" panose="020B0606040200020203" pitchFamily="34" charset="0"/>
                  </a:rPr>
                  <a:t>cc</a:t>
                </a:r>
                <a:endParaRPr lang="en-US" sz="1200" baseline="-25000" dirty="0">
                  <a:latin typeface="Segoe Condensed" panose="020B0606040200020203" pitchFamily="34" charset="0"/>
                </a:endParaRPr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5AA25467-1969-4616-A082-B585905377BB}"/>
                  </a:ext>
                </a:extLst>
              </p:cNvPr>
              <p:cNvGrpSpPr/>
              <p:nvPr/>
            </p:nvGrpSpPr>
            <p:grpSpPr>
              <a:xfrm>
                <a:off x="1392657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82" name="Connector: Elbow 181">
                  <a:extLst>
                    <a:ext uri="{FF2B5EF4-FFF2-40B4-BE49-F238E27FC236}">
                      <a16:creationId xmlns:a16="http://schemas.microsoft.com/office/drawing/2014/main" id="{90D3663B-073B-480E-B7D4-3B9C35F1A2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86E30778-F9D0-4499-BB45-D367234DB70A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5C58635C-54DB-42C9-A0EC-9831540295AA}"/>
                  </a:ext>
                </a:extLst>
              </p:cNvPr>
              <p:cNvGrpSpPr/>
              <p:nvPr/>
            </p:nvGrpSpPr>
            <p:grpSpPr>
              <a:xfrm>
                <a:off x="3221457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85" name="Connector: Elbow 184">
                  <a:extLst>
                    <a:ext uri="{FF2B5EF4-FFF2-40B4-BE49-F238E27FC236}">
                      <a16:creationId xmlns:a16="http://schemas.microsoft.com/office/drawing/2014/main" id="{268B84BD-F996-4566-9D33-C3E57134C9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8AAD360A-2831-460A-9E23-70FA11655789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2E04343C-47F3-4E4F-9B97-90D288D64150}"/>
                  </a:ext>
                </a:extLst>
              </p:cNvPr>
              <p:cNvGrpSpPr/>
              <p:nvPr/>
            </p:nvGrpSpPr>
            <p:grpSpPr>
              <a:xfrm>
                <a:off x="5050256" y="3929704"/>
                <a:ext cx="1828800" cy="649224"/>
                <a:chOff x="2008607" y="2534959"/>
                <a:chExt cx="1828800" cy="649224"/>
              </a:xfrm>
            </p:grpSpPr>
            <p:cxnSp>
              <p:nvCxnSpPr>
                <p:cNvPr id="192" name="Connector: Elbow 191">
                  <a:extLst>
                    <a:ext uri="{FF2B5EF4-FFF2-40B4-BE49-F238E27FC236}">
                      <a16:creationId xmlns:a16="http://schemas.microsoft.com/office/drawing/2014/main" id="{A938D9FB-BB92-479E-A367-8F7CB974A2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2539947"/>
                  <a:ext cx="1828800" cy="644236"/>
                </a:xfrm>
                <a:prstGeom prst="bentConnector3">
                  <a:avLst>
                    <a:gd name="adj1" fmla="val 90081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6BD8A340-045A-44B2-9738-74996C75C1DE}"/>
                    </a:ext>
                  </a:extLst>
                </p:cNvPr>
                <p:cNvCxnSpPr/>
                <p:nvPr/>
              </p:nvCxnSpPr>
              <p:spPr>
                <a:xfrm>
                  <a:off x="3837407" y="253495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5" name="Connector: Elbow 194">
                <a:extLst>
                  <a:ext uri="{FF2B5EF4-FFF2-40B4-BE49-F238E27FC236}">
                    <a16:creationId xmlns:a16="http://schemas.microsoft.com/office/drawing/2014/main" id="{D36E7820-39CE-459E-963B-F018351F45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9056" y="3934692"/>
                <a:ext cx="1828800" cy="644236"/>
              </a:xfrm>
              <a:prstGeom prst="bentConnector3">
                <a:avLst>
                  <a:gd name="adj1" fmla="val 9008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DD0FBFE7-F28A-4607-B22D-DC61C860E75E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3875084"/>
                    <a:ext cx="1544718" cy="2354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𝑠𝑒𝑐𝑠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→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 µ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a14:m>
                    <a:r>
                      <a:rPr lang="en-US" sz="10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DD0FBFE7-F28A-4607-B22D-DC61C860E7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3875084"/>
                    <a:ext cx="1544718" cy="23544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756" r="-394" b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5AC29F7D-1C97-4EAF-8380-E610D26D9C1F}"/>
                      </a:ext>
                    </a:extLst>
                  </p:cNvPr>
                  <p:cNvSpPr txBox="1"/>
                  <p:nvPr/>
                </p:nvSpPr>
                <p:spPr>
                  <a:xfrm>
                    <a:off x="9017205" y="4189191"/>
                    <a:ext cx="3097707" cy="31669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0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𝐻𝑖𝑔h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 →</m:t>
                          </m:r>
                          <m:f>
                            <m:f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1µ</m:t>
                              </m:r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∗100%=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%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5AC29F7D-1C97-4EAF-8380-E610D26D9C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17205" y="4189191"/>
                    <a:ext cx="3097707" cy="31669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772" t="-1923" b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80DED0E-D0FD-4352-846D-DEBA8503F729}"/>
                  </a:ext>
                </a:extLst>
              </p:cNvPr>
              <p:cNvGrpSpPr/>
              <p:nvPr/>
            </p:nvGrpSpPr>
            <p:grpSpPr>
              <a:xfrm>
                <a:off x="126326" y="4173283"/>
                <a:ext cx="1129733" cy="405645"/>
                <a:chOff x="126326" y="4149220"/>
                <a:chExt cx="1129733" cy="405645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F3CAE91C-AB07-4FF3-B9A8-B25CAA6956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1747" y="4149220"/>
                      <a:ext cx="764312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𝑀𝐻𝑧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F3CAE91C-AB07-4FF3-B9A8-B25CAA6956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1747" y="4149220"/>
                      <a:ext cx="764312" cy="18466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7200" t="-3333" r="-4800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EBB65551-7731-474A-9872-DAAD6739C5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6326" y="4370199"/>
                      <a:ext cx="1129733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𝐷𝑢𝑡𝑦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𝐶𝑦𝑐𝑙𝑒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10%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EBB65551-7731-474A-9872-DAAD6739C5F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6326" y="4370199"/>
                      <a:ext cx="1129733" cy="18466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4324" t="-3226" r="-3243" b="-290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0" name="Straight Arrow Connector 159">
                <a:extLst>
                  <a:ext uri="{FF2B5EF4-FFF2-40B4-BE49-F238E27FC236}">
                    <a16:creationId xmlns:a16="http://schemas.microsoft.com/office/drawing/2014/main" id="{CDFAA645-CF15-453E-A554-1F6B966D29B5}"/>
                  </a:ext>
                </a:extLst>
              </p:cNvPr>
              <p:cNvCxnSpPr/>
              <p:nvPr/>
            </p:nvCxnSpPr>
            <p:spPr>
              <a:xfrm>
                <a:off x="1392657" y="3600566"/>
                <a:ext cx="18288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4563A66F-2C01-41F2-A089-B7E8DAFB384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7323" y="3410966"/>
                    <a:ext cx="52944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𝑃𝑒𝑟𝑖𝑜𝑑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4563A66F-2C01-41F2-A089-B7E8DAFB38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7323" y="3410966"/>
                    <a:ext cx="529440" cy="15388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814" r="-581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DF9C0994-3952-4DAB-A0E3-2CEFAD49CC0A}"/>
                  </a:ext>
                </a:extLst>
              </p:cNvPr>
              <p:cNvGrpSpPr/>
              <p:nvPr/>
            </p:nvGrpSpPr>
            <p:grpSpPr>
              <a:xfrm>
                <a:off x="1392657" y="3643503"/>
                <a:ext cx="1645920" cy="205694"/>
                <a:chOff x="2008607" y="932614"/>
                <a:chExt cx="1097280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6" name="TextBox 165">
                      <a:extLst>
                        <a:ext uri="{FF2B5EF4-FFF2-40B4-BE49-F238E27FC236}">
                          <a16:creationId xmlns:a16="http://schemas.microsoft.com/office/drawing/2014/main" id="{79E56288-DCAF-4155-BC90-704D373234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18644" y="932614"/>
                      <a:ext cx="282449" cy="15388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𝐿𝑜𝑤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6" name="TextBox 165">
                      <a:extLst>
                        <a:ext uri="{FF2B5EF4-FFF2-40B4-BE49-F238E27FC236}">
                          <a16:creationId xmlns:a16="http://schemas.microsoft.com/office/drawing/2014/main" id="{79E56288-DCAF-4155-BC90-704D373234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18644" y="932614"/>
                      <a:ext cx="282449" cy="153888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7" name="Straight Arrow Connector 166">
                  <a:extLst>
                    <a:ext uri="{FF2B5EF4-FFF2-40B4-BE49-F238E27FC236}">
                      <a16:creationId xmlns:a16="http://schemas.microsoft.com/office/drawing/2014/main" id="{C15B5204-A0B8-41FB-AFD7-824081484B38}"/>
                    </a:ext>
                  </a:extLst>
                </p:cNvPr>
                <p:cNvCxnSpPr/>
                <p:nvPr/>
              </p:nvCxnSpPr>
              <p:spPr>
                <a:xfrm>
                  <a:off x="2008607" y="1138308"/>
                  <a:ext cx="109728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58463B6F-A3B3-4233-824F-794B49E5E216}"/>
                  </a:ext>
                </a:extLst>
              </p:cNvPr>
              <p:cNvGrpSpPr/>
              <p:nvPr/>
            </p:nvGrpSpPr>
            <p:grpSpPr>
              <a:xfrm>
                <a:off x="2964767" y="3643503"/>
                <a:ext cx="322524" cy="205694"/>
                <a:chOff x="3086533" y="823575"/>
                <a:chExt cx="645048" cy="20569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C4BB69CD-6768-4CC4-9573-F36EE65ABA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86533" y="823575"/>
                      <a:ext cx="645048" cy="1663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0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C4BB69CD-6768-4CC4-9573-F36EE65ABA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6533" y="823575"/>
                      <a:ext cx="645048" cy="16639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7547" r="-5660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5" name="Straight Arrow Connector 164">
                  <a:extLst>
                    <a:ext uri="{FF2B5EF4-FFF2-40B4-BE49-F238E27FC236}">
                      <a16:creationId xmlns:a16="http://schemas.microsoft.com/office/drawing/2014/main" id="{2ECB8553-12AE-4C8B-A15F-096F54798C63}"/>
                    </a:ext>
                  </a:extLst>
                </p:cNvPr>
                <p:cNvCxnSpPr/>
                <p:nvPr/>
              </p:nvCxnSpPr>
              <p:spPr>
                <a:xfrm>
                  <a:off x="3231699" y="1029269"/>
                  <a:ext cx="365760" cy="0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4248D898-0065-45C8-9C5F-F019B86AF4D7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4578928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21712B-9BD3-4ACB-8B55-9A8E27A93248}"/>
              </a:ext>
            </a:extLst>
          </p:cNvPr>
          <p:cNvGrpSpPr/>
          <p:nvPr/>
        </p:nvGrpSpPr>
        <p:grpSpPr>
          <a:xfrm>
            <a:off x="126326" y="5442031"/>
            <a:ext cx="11988586" cy="1183915"/>
            <a:chOff x="126326" y="4710511"/>
            <a:chExt cx="11988586" cy="1183915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DCD62D7-F276-4D6D-80C3-3A7297E4EAE2}"/>
                </a:ext>
              </a:extLst>
            </p:cNvPr>
            <p:cNvCxnSpPr/>
            <p:nvPr/>
          </p:nvCxnSpPr>
          <p:spPr>
            <a:xfrm>
              <a:off x="1392657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2B990216-E4DE-4BBE-A096-45BABAF00B8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656" y="5894426"/>
              <a:ext cx="768096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8B33561-4154-4DD2-B285-89FE965D4982}"/>
                </a:ext>
              </a:extLst>
            </p:cNvPr>
            <p:cNvCxnSpPr/>
            <p:nvPr/>
          </p:nvCxnSpPr>
          <p:spPr>
            <a:xfrm>
              <a:off x="3221457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7E673BB4-A559-4F4C-B2B4-2BB3F67CF3F4}"/>
                </a:ext>
              </a:extLst>
            </p:cNvPr>
            <p:cNvCxnSpPr/>
            <p:nvPr/>
          </p:nvCxnSpPr>
          <p:spPr>
            <a:xfrm>
              <a:off x="50502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8FFCAB69-B764-44E0-947E-296650743826}"/>
                </a:ext>
              </a:extLst>
            </p:cNvPr>
            <p:cNvCxnSpPr/>
            <p:nvPr/>
          </p:nvCxnSpPr>
          <p:spPr>
            <a:xfrm>
              <a:off x="68790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0139E27-351E-4AF0-8EB5-1964D87B6D30}"/>
                </a:ext>
              </a:extLst>
            </p:cNvPr>
            <p:cNvCxnSpPr/>
            <p:nvPr/>
          </p:nvCxnSpPr>
          <p:spPr>
            <a:xfrm>
              <a:off x="8707856" y="5049298"/>
              <a:ext cx="0" cy="845128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3808E4C6-A01C-418B-93F1-88AFA546ED79}"/>
                </a:ext>
              </a:extLst>
            </p:cNvPr>
            <p:cNvCxnSpPr>
              <a:cxnSpLocks/>
            </p:cNvCxnSpPr>
            <p:nvPr/>
          </p:nvCxnSpPr>
          <p:spPr>
            <a:xfrm>
              <a:off x="1368363" y="5245202"/>
              <a:ext cx="45720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EAB8FA7-6490-4F0F-A75A-E1BD58923241}"/>
                </a:ext>
              </a:extLst>
            </p:cNvPr>
            <p:cNvSpPr txBox="1"/>
            <p:nvPr/>
          </p:nvSpPr>
          <p:spPr>
            <a:xfrm>
              <a:off x="1090399" y="5098695"/>
              <a:ext cx="563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latin typeface="Segoe Condensed" panose="020B0606040200020203" pitchFamily="34" charset="0"/>
                </a:rPr>
                <a:t>V</a:t>
              </a:r>
              <a:r>
                <a:rPr lang="en-US" sz="1200" baseline="-25000" dirty="0" err="1">
                  <a:latin typeface="Segoe Condensed" panose="020B0606040200020203" pitchFamily="34" charset="0"/>
                </a:rPr>
                <a:t>cc</a:t>
              </a:r>
              <a:endParaRPr lang="en-US" sz="1200" baseline="-25000" dirty="0">
                <a:latin typeface="Segoe Condensed" panose="020B0606040200020203" pitchFamily="34" charset="0"/>
              </a:endParaRP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E3C2A3D-2D08-4AC5-9185-9B3C6C5C262E}"/>
                </a:ext>
              </a:extLst>
            </p:cNvPr>
            <p:cNvGrpSpPr/>
            <p:nvPr/>
          </p:nvGrpSpPr>
          <p:grpSpPr>
            <a:xfrm>
              <a:off x="1392657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06" name="Connector: Elbow 105">
                <a:extLst>
                  <a:ext uri="{FF2B5EF4-FFF2-40B4-BE49-F238E27FC236}">
                    <a16:creationId xmlns:a16="http://schemas.microsoft.com/office/drawing/2014/main" id="{271DAF6C-6F93-475C-906C-942E4D0BBD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49E2B50-5F28-4844-88F9-CE08B3F3C037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30608730-8D96-48F9-8B9C-654585E4E4CE}"/>
                    </a:ext>
                  </a:extLst>
                </p:cNvPr>
                <p:cNvSpPr txBox="1"/>
                <p:nvPr/>
              </p:nvSpPr>
              <p:spPr>
                <a:xfrm>
                  <a:off x="9017205" y="5190582"/>
                  <a:ext cx="1544718" cy="2354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00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𝑠𝑒𝑐𝑠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→ 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1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𝑀𝐻𝑧</m:t>
                          </m:r>
                        </m:den>
                      </m:f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 µ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US" sz="10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 </a:t>
                  </a:r>
                </a:p>
              </p:txBody>
            </p:sp>
          </mc:Choice>
          <mc:Fallback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30608730-8D96-48F9-8B9C-654585E4E4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5190582"/>
                  <a:ext cx="1544718" cy="235449"/>
                </a:xfrm>
                <a:prstGeom prst="rect">
                  <a:avLst/>
                </a:prstGeom>
                <a:blipFill>
                  <a:blip r:embed="rId5"/>
                  <a:stretch>
                    <a:fillRect l="-2756" r="-394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3ACCE541-072C-42AC-AE5C-9D53EF0D3450}"/>
                    </a:ext>
                  </a:extLst>
                </p:cNvPr>
                <p:cNvSpPr txBox="1"/>
                <p:nvPr/>
              </p:nvSpPr>
              <p:spPr>
                <a:xfrm>
                  <a:off x="9017205" y="5504689"/>
                  <a:ext cx="3097707" cy="31669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𝐷𝑢𝑡𝑦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𝐶𝑦𝑐𝑙𝑒</m:t>
                        </m:r>
                        <m:r>
                          <a:rPr lang="en-US" sz="10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0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𝐻𝑖𝑔h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 →</m:t>
                        </m:r>
                        <m:f>
                          <m:fPr>
                            <m:ctrlP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85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1µ</m:t>
                            </m:r>
                            <m:r>
                              <a:rPr lang="en-US" sz="1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∗100%=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85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%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3ACCE541-072C-42AC-AE5C-9D53EF0D3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7205" y="5504689"/>
                  <a:ext cx="3097707" cy="316690"/>
                </a:xfrm>
                <a:prstGeom prst="rect">
                  <a:avLst/>
                </a:prstGeom>
                <a:blipFill>
                  <a:blip r:embed="rId19"/>
                  <a:stretch>
                    <a:fillRect l="-1772" t="-3846" b="-1538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1860F765-C597-4416-8B64-C50DE778C3F5}"/>
                </a:ext>
              </a:extLst>
            </p:cNvPr>
            <p:cNvGrpSpPr/>
            <p:nvPr/>
          </p:nvGrpSpPr>
          <p:grpSpPr>
            <a:xfrm>
              <a:off x="126326" y="5488781"/>
              <a:ext cx="1129733" cy="405645"/>
              <a:chOff x="126326" y="4149220"/>
              <a:chExt cx="1129733" cy="40564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CF9093C3-0B6C-44EB-8671-E0B18FDE351B}"/>
                      </a:ext>
                    </a:extLst>
                  </p:cNvPr>
                  <p:cNvSpPr txBox="1"/>
                  <p:nvPr/>
                </p:nvSpPr>
                <p:spPr>
                  <a:xfrm>
                    <a:off x="491747" y="4149220"/>
                    <a:ext cx="76431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CF9093C3-0B6C-44EB-8671-E0B18FDE35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1747" y="4149220"/>
                    <a:ext cx="764312" cy="18466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7200" t="-3226" r="-4800" b="-290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F65B8929-11F0-4C09-9933-AAE2C9439C34}"/>
                      </a:ext>
                    </a:extLst>
                  </p:cNvPr>
                  <p:cNvSpPr txBox="1"/>
                  <p:nvPr/>
                </p:nvSpPr>
                <p:spPr>
                  <a:xfrm>
                    <a:off x="126326" y="4370199"/>
                    <a:ext cx="1129733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𝐷𝑢𝑡𝑦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𝐶𝑦𝑐𝑙𝑒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85%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F65B8929-11F0-4C09-9933-AAE2C9439C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6326" y="4370199"/>
                    <a:ext cx="1129733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324" t="-6667" r="-3784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852105F-190F-4D97-8E1D-D7B7D883D584}"/>
                </a:ext>
              </a:extLst>
            </p:cNvPr>
            <p:cNvGrpSpPr/>
            <p:nvPr/>
          </p:nvGrpSpPr>
          <p:grpSpPr>
            <a:xfrm>
              <a:off x="3221457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24" name="Connector: Elbow 123">
                <a:extLst>
                  <a:ext uri="{FF2B5EF4-FFF2-40B4-BE49-F238E27FC236}">
                    <a16:creationId xmlns:a16="http://schemas.microsoft.com/office/drawing/2014/main" id="{8E36A3D7-F590-4480-ABC6-A8FC12A749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84BC091D-D5D2-4165-8A0E-CA4626F960DA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AADD6B29-9C40-48F6-8C93-797E35E53209}"/>
                </a:ext>
              </a:extLst>
            </p:cNvPr>
            <p:cNvGrpSpPr/>
            <p:nvPr/>
          </p:nvGrpSpPr>
          <p:grpSpPr>
            <a:xfrm>
              <a:off x="5050256" y="5245202"/>
              <a:ext cx="1828800" cy="649224"/>
              <a:chOff x="2008607" y="2534959"/>
              <a:chExt cx="1828800" cy="649224"/>
            </a:xfrm>
          </p:grpSpPr>
          <p:cxnSp>
            <p:nvCxnSpPr>
              <p:cNvPr id="127" name="Connector: Elbow 126">
                <a:extLst>
                  <a:ext uri="{FF2B5EF4-FFF2-40B4-BE49-F238E27FC236}">
                    <a16:creationId xmlns:a16="http://schemas.microsoft.com/office/drawing/2014/main" id="{A1D6C0C1-CD78-456A-A0CD-0B558D64A8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08607" y="2539947"/>
                <a:ext cx="1828800" cy="644236"/>
              </a:xfrm>
              <a:prstGeom prst="bentConnector3">
                <a:avLst>
                  <a:gd name="adj1" fmla="val 15000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9B001B2C-DCA6-4523-9F84-75CCB5EB5CC8}"/>
                  </a:ext>
                </a:extLst>
              </p:cNvPr>
              <p:cNvCxnSpPr/>
              <p:nvPr/>
            </p:nvCxnSpPr>
            <p:spPr>
              <a:xfrm>
                <a:off x="3837407" y="2534959"/>
                <a:ext cx="0" cy="64922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8A1B09A4-CF50-4C65-91F5-5BE384D81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9056" y="5250190"/>
              <a:ext cx="1828800" cy="644236"/>
            </a:xfrm>
            <a:prstGeom prst="bentConnector3">
              <a:avLst>
                <a:gd name="adj1" fmla="val 15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>
              <a:extLst>
                <a:ext uri="{FF2B5EF4-FFF2-40B4-BE49-F238E27FC236}">
                  <a16:creationId xmlns:a16="http://schemas.microsoft.com/office/drawing/2014/main" id="{5741AD66-F3B1-4EC2-8EC7-82E6D6535CB7}"/>
                </a:ext>
              </a:extLst>
            </p:cNvPr>
            <p:cNvCxnSpPr/>
            <p:nvPr/>
          </p:nvCxnSpPr>
          <p:spPr>
            <a:xfrm>
              <a:off x="1391223" y="4900111"/>
              <a:ext cx="18288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15E951E-0B34-4B00-A4A2-17B4700DA24D}"/>
                    </a:ext>
                  </a:extLst>
                </p:cNvPr>
                <p:cNvSpPr txBox="1"/>
                <p:nvPr/>
              </p:nvSpPr>
              <p:spPr>
                <a:xfrm>
                  <a:off x="1995889" y="4710511"/>
                  <a:ext cx="52944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𝑃𝑒𝑟𝑖𝑜𝑑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215E951E-0B34-4B00-A4A2-17B4700DA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5889" y="4710511"/>
                  <a:ext cx="529440" cy="153888"/>
                </a:xfrm>
                <a:prstGeom prst="rect">
                  <a:avLst/>
                </a:prstGeom>
                <a:blipFill>
                  <a:blip r:embed="rId21"/>
                  <a:stretch>
                    <a:fillRect l="-5747" r="-5747"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0EB3AFD3-0E3E-4E42-8F15-5AB97FE68CB6}"/>
                </a:ext>
              </a:extLst>
            </p:cNvPr>
            <p:cNvGrpSpPr/>
            <p:nvPr/>
          </p:nvGrpSpPr>
          <p:grpSpPr>
            <a:xfrm>
              <a:off x="1391223" y="4943048"/>
              <a:ext cx="274320" cy="205694"/>
              <a:chOff x="2008607" y="932614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0B3E4ADE-A7E6-41DB-86D7-616934610821}"/>
                      </a:ext>
                    </a:extLst>
                  </p:cNvPr>
                  <p:cNvSpPr txBox="1"/>
                  <p:nvPr/>
                </p:nvSpPr>
                <p:spPr>
                  <a:xfrm>
                    <a:off x="2180504" y="932614"/>
                    <a:ext cx="282450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𝐿𝑜𝑤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0B3E4ADE-A7E6-41DB-86D7-6169346108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80504" y="932614"/>
                    <a:ext cx="282450" cy="15388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57143" r="-22142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7" name="Straight Arrow Connector 206">
                <a:extLst>
                  <a:ext uri="{FF2B5EF4-FFF2-40B4-BE49-F238E27FC236}">
                    <a16:creationId xmlns:a16="http://schemas.microsoft.com/office/drawing/2014/main" id="{B5B3C16E-A33C-4A85-BECD-C2AA51F06B77}"/>
                  </a:ext>
                </a:extLst>
              </p:cNvPr>
              <p:cNvCxnSpPr/>
              <p:nvPr/>
            </p:nvCxnSpPr>
            <p:spPr>
              <a:xfrm>
                <a:off x="2008607" y="1138308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753D206-94D5-4ED0-AE9D-8A4A565EB2AA}"/>
                </a:ext>
              </a:extLst>
            </p:cNvPr>
            <p:cNvGrpSpPr/>
            <p:nvPr/>
          </p:nvGrpSpPr>
          <p:grpSpPr>
            <a:xfrm>
              <a:off x="1666977" y="4943048"/>
              <a:ext cx="1554480" cy="205694"/>
              <a:chOff x="2685513" y="823575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0" name="TextBox 189">
                    <a:extLst>
                      <a:ext uri="{FF2B5EF4-FFF2-40B4-BE49-F238E27FC236}">
                        <a16:creationId xmlns:a16="http://schemas.microsoft.com/office/drawing/2014/main" id="{6A5B0461-E80C-43BE-86A4-4D75345110A6}"/>
                      </a:ext>
                    </a:extLst>
                  </p:cNvPr>
                  <p:cNvSpPr txBox="1"/>
                  <p:nvPr/>
                </p:nvSpPr>
                <p:spPr>
                  <a:xfrm>
                    <a:off x="2818201" y="823575"/>
                    <a:ext cx="645048" cy="1663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90" name="TextBox 189">
                    <a:extLst>
                      <a:ext uri="{FF2B5EF4-FFF2-40B4-BE49-F238E27FC236}">
                        <a16:creationId xmlns:a16="http://schemas.microsoft.com/office/drawing/2014/main" id="{6A5B0461-E80C-43BE-86A4-4D75345110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8201" y="823575"/>
                    <a:ext cx="645048" cy="16639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259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4" name="Straight Arrow Connector 193">
                <a:extLst>
                  <a:ext uri="{FF2B5EF4-FFF2-40B4-BE49-F238E27FC236}">
                    <a16:creationId xmlns:a16="http://schemas.microsoft.com/office/drawing/2014/main" id="{94B18DF9-2642-46B5-A19E-9AAF7DBC8ACB}"/>
                  </a:ext>
                </a:extLst>
              </p:cNvPr>
              <p:cNvCxnSpPr/>
              <p:nvPr/>
            </p:nvCxnSpPr>
            <p:spPr>
              <a:xfrm>
                <a:off x="2685513" y="1029269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4978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7603" y="740971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2802" y="740971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3309" y="936875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5345" y="790368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1962844" y="1586099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007602" y="935323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007603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322802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1983309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1705345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1962844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007602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13153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4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13153" y="1109930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4735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4735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4735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4735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4735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2483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6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2483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2483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2483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graphicFrame>
        <p:nvGraphicFramePr>
          <p:cNvPr id="2753" name="Table 24">
            <a:extLst>
              <a:ext uri="{FF2B5EF4-FFF2-40B4-BE49-F238E27FC236}">
                <a16:creationId xmlns:a16="http://schemas.microsoft.com/office/drawing/2014/main" id="{BC30DE61-8867-4A18-98CC-686B3068F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032690"/>
              </p:ext>
            </p:extLst>
          </p:nvPr>
        </p:nvGraphicFramePr>
        <p:xfrm>
          <a:off x="9363142" y="2391981"/>
          <a:ext cx="2899440" cy="3372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11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795131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882595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876703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0032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Bits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Clock* with PWM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freq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=1MHz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1024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2048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126910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262.1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D8B07753-0192-4BAE-87F9-E4C7D826CCF4}"/>
              </a:ext>
            </a:extLst>
          </p:cNvPr>
          <p:cNvSpPr/>
          <p:nvPr/>
        </p:nvSpPr>
        <p:spPr>
          <a:xfrm>
            <a:off x="9255454" y="5259723"/>
            <a:ext cx="3281295" cy="2346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10048657" y="5804636"/>
            <a:ext cx="38577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*Min clock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= PWM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* 2 </a:t>
            </a:r>
            <a:r>
              <a:rPr lang="en-US" sz="1100" baseline="300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resolution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Segoe Condensed" panose="020B0606040200020203" pitchFamily="34" charset="0"/>
            </a:endParaRPr>
          </a:p>
        </p:txBody>
      </p:sp>
      <p:sp>
        <p:nvSpPr>
          <p:cNvPr id="2755" name="TextBox 2754">
            <a:extLst>
              <a:ext uri="{FF2B5EF4-FFF2-40B4-BE49-F238E27FC236}">
                <a16:creationId xmlns:a16="http://schemas.microsoft.com/office/drawing/2014/main" id="{917DF668-44EE-45F3-B07C-A597DBE976F8}"/>
              </a:ext>
            </a:extLst>
          </p:cNvPr>
          <p:cNvSpPr txBox="1"/>
          <p:nvPr/>
        </p:nvSpPr>
        <p:spPr>
          <a:xfrm>
            <a:off x="2483" y="550012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16 bits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002309" y="2914344"/>
            <a:ext cx="1828675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002309" y="3176442"/>
            <a:ext cx="1828775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002309" y="3438540"/>
            <a:ext cx="1828675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" rIns="9144" rtlCol="0" anchor="ctr"/>
                <a:lstStyle/>
                <a:p>
                  <a:pPr algn="ctr"/>
                  <a:r>
                    <a:rPr lang="en-US" sz="90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002309" y="3700638"/>
            <a:ext cx="1828675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9144" rIns="9144" rtlCol="0" anchor="ctr"/>
                  <a:lstStyle/>
                  <a:p>
                    <a:pPr algn="ctr"/>
                    <a:r>
                      <a:rPr lang="en-US" sz="30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002309" y="3962736"/>
            <a:ext cx="1828800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1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002309" y="4224834"/>
            <a:ext cx="1828672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002309" y="4486932"/>
            <a:ext cx="182744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002309" y="4766691"/>
            <a:ext cx="1828675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002309" y="5030502"/>
            <a:ext cx="914337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2916704" y="5030502"/>
            <a:ext cx="914337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DB001BB-EF58-4A1A-9309-8C51672ADCF2}"/>
              </a:ext>
            </a:extLst>
          </p:cNvPr>
          <p:cNvGrpSpPr/>
          <p:nvPr/>
        </p:nvGrpSpPr>
        <p:grpSpPr>
          <a:xfrm>
            <a:off x="2002309" y="5534053"/>
            <a:ext cx="914337" cy="184994"/>
            <a:chOff x="1996754" y="5534053"/>
            <a:chExt cx="7315200" cy="184994"/>
          </a:xfrm>
        </p:grpSpPr>
        <p:grpSp>
          <p:nvGrpSpPr>
            <p:cNvPr id="2756" name="Group 2755">
              <a:extLst>
                <a:ext uri="{FF2B5EF4-FFF2-40B4-BE49-F238E27FC236}">
                  <a16:creationId xmlns:a16="http://schemas.microsoft.com/office/drawing/2014/main" id="{68F6B70B-E60B-4DF0-B101-361EA287270F}"/>
                </a:ext>
              </a:extLst>
            </p:cNvPr>
            <p:cNvGrpSpPr/>
            <p:nvPr/>
          </p:nvGrpSpPr>
          <p:grpSpPr>
            <a:xfrm>
              <a:off x="19967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2757" name="Group 2756">
                <a:extLst>
                  <a:ext uri="{FF2B5EF4-FFF2-40B4-BE49-F238E27FC236}">
                    <a16:creationId xmlns:a16="http://schemas.microsoft.com/office/drawing/2014/main" id="{BFDB5E9D-7989-48FF-8F5E-B2C04618F8FA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013" name="Group 3012">
                  <a:extLst>
                    <a:ext uri="{FF2B5EF4-FFF2-40B4-BE49-F238E27FC236}">
                      <a16:creationId xmlns:a16="http://schemas.microsoft.com/office/drawing/2014/main" id="{CA3FD4DE-F0F5-4A6E-9FCB-A1E245F2AE8F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141" name="Group 3140">
                    <a:extLst>
                      <a:ext uri="{FF2B5EF4-FFF2-40B4-BE49-F238E27FC236}">
                        <a16:creationId xmlns:a16="http://schemas.microsoft.com/office/drawing/2014/main" id="{37E9C668-8DAC-492A-93F4-37434B2ADB92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205" name="Group 3204">
                      <a:extLst>
                        <a:ext uri="{FF2B5EF4-FFF2-40B4-BE49-F238E27FC236}">
                          <a16:creationId xmlns:a16="http://schemas.microsoft.com/office/drawing/2014/main" id="{8AE8F024-8417-48E7-BDA2-04AF36E5D6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37" name="Group 3236">
                        <a:extLst>
                          <a:ext uri="{FF2B5EF4-FFF2-40B4-BE49-F238E27FC236}">
                            <a16:creationId xmlns:a16="http://schemas.microsoft.com/office/drawing/2014/main" id="{47A0388B-FD24-418D-ACCF-7B469BEB93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53" name="Group 3252">
                          <a:extLst>
                            <a:ext uri="{FF2B5EF4-FFF2-40B4-BE49-F238E27FC236}">
                              <a16:creationId xmlns:a16="http://schemas.microsoft.com/office/drawing/2014/main" id="{DF76B7A7-8035-46F2-AC11-5C16FF7D2F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61" name="Group 3260">
                            <a:extLst>
                              <a:ext uri="{FF2B5EF4-FFF2-40B4-BE49-F238E27FC236}">
                                <a16:creationId xmlns:a16="http://schemas.microsoft.com/office/drawing/2014/main" id="{7A00CCBB-F072-4F56-97C6-ECCE4BA029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65" name="Rectangle 3264">
                              <a:extLst>
                                <a:ext uri="{FF2B5EF4-FFF2-40B4-BE49-F238E27FC236}">
                                  <a16:creationId xmlns:a16="http://schemas.microsoft.com/office/drawing/2014/main" id="{86F0973C-0D56-4C2F-B02F-5B21FF7B46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266" name="Rectangle 3265">
                              <a:extLst>
                                <a:ext uri="{FF2B5EF4-FFF2-40B4-BE49-F238E27FC236}">
                                  <a16:creationId xmlns:a16="http://schemas.microsoft.com/office/drawing/2014/main" id="{323D4625-DBC0-40C5-B9D6-8CDEFC65A2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62" name="Group 3261">
                            <a:extLst>
                              <a:ext uri="{FF2B5EF4-FFF2-40B4-BE49-F238E27FC236}">
                                <a16:creationId xmlns:a16="http://schemas.microsoft.com/office/drawing/2014/main" id="{EDB9CB84-F374-458F-B273-28338E5161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63" name="Rectangle 3262">
                              <a:extLst>
                                <a:ext uri="{FF2B5EF4-FFF2-40B4-BE49-F238E27FC236}">
                                  <a16:creationId xmlns:a16="http://schemas.microsoft.com/office/drawing/2014/main" id="{5256AC3B-1796-42B6-8A4B-3944E39576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264" name="Rectangle 3263">
                              <a:extLst>
                                <a:ext uri="{FF2B5EF4-FFF2-40B4-BE49-F238E27FC236}">
                                  <a16:creationId xmlns:a16="http://schemas.microsoft.com/office/drawing/2014/main" id="{3C339506-EB74-445E-B8C4-B4DE41851B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54" name="Group 3253">
                          <a:extLst>
                            <a:ext uri="{FF2B5EF4-FFF2-40B4-BE49-F238E27FC236}">
                              <a16:creationId xmlns:a16="http://schemas.microsoft.com/office/drawing/2014/main" id="{24306B2E-3B21-4CC1-9566-26B6EB2939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55" name="Group 3254">
                            <a:extLst>
                              <a:ext uri="{FF2B5EF4-FFF2-40B4-BE49-F238E27FC236}">
                                <a16:creationId xmlns:a16="http://schemas.microsoft.com/office/drawing/2014/main" id="{B0FE8433-318F-4333-81D5-24C6E267D7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9" name="Rectangle 3258">
                              <a:extLst>
                                <a:ext uri="{FF2B5EF4-FFF2-40B4-BE49-F238E27FC236}">
                                  <a16:creationId xmlns:a16="http://schemas.microsoft.com/office/drawing/2014/main" id="{EEC71C22-1313-4039-A57A-0A672EEF01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260" name="Rectangle 3259">
                              <a:extLst>
                                <a:ext uri="{FF2B5EF4-FFF2-40B4-BE49-F238E27FC236}">
                                  <a16:creationId xmlns:a16="http://schemas.microsoft.com/office/drawing/2014/main" id="{78C06EF8-8132-43D8-9C7B-A8539F982B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56" name="Group 3255">
                            <a:extLst>
                              <a:ext uri="{FF2B5EF4-FFF2-40B4-BE49-F238E27FC236}">
                                <a16:creationId xmlns:a16="http://schemas.microsoft.com/office/drawing/2014/main" id="{28EA4E48-52B8-4771-89D4-296F7245D5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7" name="Rectangle 3256">
                              <a:extLst>
                                <a:ext uri="{FF2B5EF4-FFF2-40B4-BE49-F238E27FC236}">
                                  <a16:creationId xmlns:a16="http://schemas.microsoft.com/office/drawing/2014/main" id="{8A472BD0-24E0-4EB7-A142-68F7971B7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258" name="Rectangle 3257">
                              <a:extLst>
                                <a:ext uri="{FF2B5EF4-FFF2-40B4-BE49-F238E27FC236}">
                                  <a16:creationId xmlns:a16="http://schemas.microsoft.com/office/drawing/2014/main" id="{7FA8AB63-DDDA-40EB-9802-1753F4993E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38" name="Group 3237">
                        <a:extLst>
                          <a:ext uri="{FF2B5EF4-FFF2-40B4-BE49-F238E27FC236}">
                            <a16:creationId xmlns:a16="http://schemas.microsoft.com/office/drawing/2014/main" id="{CCC9D6C9-B76F-498D-ACAB-06A71E664D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39" name="Group 3238">
                          <a:extLst>
                            <a:ext uri="{FF2B5EF4-FFF2-40B4-BE49-F238E27FC236}">
                              <a16:creationId xmlns:a16="http://schemas.microsoft.com/office/drawing/2014/main" id="{05AB41B3-E521-4046-A513-F1224F60CA4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47" name="Group 3246">
                            <a:extLst>
                              <a:ext uri="{FF2B5EF4-FFF2-40B4-BE49-F238E27FC236}">
                                <a16:creationId xmlns:a16="http://schemas.microsoft.com/office/drawing/2014/main" id="{9D97BD19-0F4D-4ADF-AC22-2B7D9E3A27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1" name="Rectangle 3250">
                              <a:extLst>
                                <a:ext uri="{FF2B5EF4-FFF2-40B4-BE49-F238E27FC236}">
                                  <a16:creationId xmlns:a16="http://schemas.microsoft.com/office/drawing/2014/main" id="{E2554B0A-FAB1-4967-B4F2-26AB92545C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252" name="Rectangle 3251">
                              <a:extLst>
                                <a:ext uri="{FF2B5EF4-FFF2-40B4-BE49-F238E27FC236}">
                                  <a16:creationId xmlns:a16="http://schemas.microsoft.com/office/drawing/2014/main" id="{FC18FB66-562B-4E5F-B3B1-9BCC68776A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48" name="Group 3247">
                            <a:extLst>
                              <a:ext uri="{FF2B5EF4-FFF2-40B4-BE49-F238E27FC236}">
                                <a16:creationId xmlns:a16="http://schemas.microsoft.com/office/drawing/2014/main" id="{5532F8E9-0A5E-4D70-A37B-BAE1F05B27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9" name="Rectangle 3248">
                              <a:extLst>
                                <a:ext uri="{FF2B5EF4-FFF2-40B4-BE49-F238E27FC236}">
                                  <a16:creationId xmlns:a16="http://schemas.microsoft.com/office/drawing/2014/main" id="{36A6B061-82F8-4432-B1B5-6CC7ADF7A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250" name="Rectangle 3249">
                              <a:extLst>
                                <a:ext uri="{FF2B5EF4-FFF2-40B4-BE49-F238E27FC236}">
                                  <a16:creationId xmlns:a16="http://schemas.microsoft.com/office/drawing/2014/main" id="{00D3549E-38F6-4297-BD61-39820A2C18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40" name="Group 3239">
                          <a:extLst>
                            <a:ext uri="{FF2B5EF4-FFF2-40B4-BE49-F238E27FC236}">
                              <a16:creationId xmlns:a16="http://schemas.microsoft.com/office/drawing/2014/main" id="{73AD9F68-2390-4B35-BAAA-F0A8C8FF50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41" name="Group 3240">
                            <a:extLst>
                              <a:ext uri="{FF2B5EF4-FFF2-40B4-BE49-F238E27FC236}">
                                <a16:creationId xmlns:a16="http://schemas.microsoft.com/office/drawing/2014/main" id="{003884B6-193F-40E7-BDC1-805B205707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5" name="Rectangle 3244">
                              <a:extLst>
                                <a:ext uri="{FF2B5EF4-FFF2-40B4-BE49-F238E27FC236}">
                                  <a16:creationId xmlns:a16="http://schemas.microsoft.com/office/drawing/2014/main" id="{7BF9D352-5D6F-40D9-BCFD-13B90C61A0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246" name="Rectangle 3245">
                              <a:extLst>
                                <a:ext uri="{FF2B5EF4-FFF2-40B4-BE49-F238E27FC236}">
                                  <a16:creationId xmlns:a16="http://schemas.microsoft.com/office/drawing/2014/main" id="{57F8B945-A39D-46EC-A229-FCB1788E44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42" name="Group 3241">
                            <a:extLst>
                              <a:ext uri="{FF2B5EF4-FFF2-40B4-BE49-F238E27FC236}">
                                <a16:creationId xmlns:a16="http://schemas.microsoft.com/office/drawing/2014/main" id="{CD6C6E89-ABED-4168-934C-F41BB19DE3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3" name="Rectangle 3242">
                              <a:extLst>
                                <a:ext uri="{FF2B5EF4-FFF2-40B4-BE49-F238E27FC236}">
                                  <a16:creationId xmlns:a16="http://schemas.microsoft.com/office/drawing/2014/main" id="{2D6C130B-2C83-4E23-81E4-E1FF0F6B70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244" name="Rectangle 3243">
                              <a:extLst>
                                <a:ext uri="{FF2B5EF4-FFF2-40B4-BE49-F238E27FC236}">
                                  <a16:creationId xmlns:a16="http://schemas.microsoft.com/office/drawing/2014/main" id="{99CA2739-8FBC-499C-9E0B-6F282E1A8E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206" name="Group 3205">
                      <a:extLst>
                        <a:ext uri="{FF2B5EF4-FFF2-40B4-BE49-F238E27FC236}">
                          <a16:creationId xmlns:a16="http://schemas.microsoft.com/office/drawing/2014/main" id="{9450ECA0-13A1-408F-BA6B-9F487039CC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07" name="Group 3206">
                        <a:extLst>
                          <a:ext uri="{FF2B5EF4-FFF2-40B4-BE49-F238E27FC236}">
                            <a16:creationId xmlns:a16="http://schemas.microsoft.com/office/drawing/2014/main" id="{000ECA63-71FA-4B92-9F1B-43BE212C6A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23" name="Group 3222">
                          <a:extLst>
                            <a:ext uri="{FF2B5EF4-FFF2-40B4-BE49-F238E27FC236}">
                              <a16:creationId xmlns:a16="http://schemas.microsoft.com/office/drawing/2014/main" id="{58E99FB2-848E-4E95-94E9-EB27E8215E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31" name="Group 3230">
                            <a:extLst>
                              <a:ext uri="{FF2B5EF4-FFF2-40B4-BE49-F238E27FC236}">
                                <a16:creationId xmlns:a16="http://schemas.microsoft.com/office/drawing/2014/main" id="{086AE811-DC6F-4B5F-BB56-632B01B649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35" name="Rectangle 3234">
                              <a:extLst>
                                <a:ext uri="{FF2B5EF4-FFF2-40B4-BE49-F238E27FC236}">
                                  <a16:creationId xmlns:a16="http://schemas.microsoft.com/office/drawing/2014/main" id="{A1DDFF27-B102-47C7-88E4-79E524DAD9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236" name="Rectangle 3235">
                              <a:extLst>
                                <a:ext uri="{FF2B5EF4-FFF2-40B4-BE49-F238E27FC236}">
                                  <a16:creationId xmlns:a16="http://schemas.microsoft.com/office/drawing/2014/main" id="{5B229DC8-7B1F-4519-A15E-B7B31CF79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32" name="Group 3231">
                            <a:extLst>
                              <a:ext uri="{FF2B5EF4-FFF2-40B4-BE49-F238E27FC236}">
                                <a16:creationId xmlns:a16="http://schemas.microsoft.com/office/drawing/2014/main" id="{AD85C37C-E91C-4B57-B917-D17D08E65C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33" name="Rectangle 3232">
                              <a:extLst>
                                <a:ext uri="{FF2B5EF4-FFF2-40B4-BE49-F238E27FC236}">
                                  <a16:creationId xmlns:a16="http://schemas.microsoft.com/office/drawing/2014/main" id="{E67592E8-C9CA-43E5-B719-772A50CD6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234" name="Rectangle 3233">
                              <a:extLst>
                                <a:ext uri="{FF2B5EF4-FFF2-40B4-BE49-F238E27FC236}">
                                  <a16:creationId xmlns:a16="http://schemas.microsoft.com/office/drawing/2014/main" id="{1F3C0F4C-6F12-4539-8CED-2E8883CF9E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24" name="Group 3223">
                          <a:extLst>
                            <a:ext uri="{FF2B5EF4-FFF2-40B4-BE49-F238E27FC236}">
                              <a16:creationId xmlns:a16="http://schemas.microsoft.com/office/drawing/2014/main" id="{0F04CA35-C24F-4EC8-9219-5EA6CFCD94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25" name="Group 3224">
                            <a:extLst>
                              <a:ext uri="{FF2B5EF4-FFF2-40B4-BE49-F238E27FC236}">
                                <a16:creationId xmlns:a16="http://schemas.microsoft.com/office/drawing/2014/main" id="{92116FC5-AD12-45F0-863B-72363888E2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9" name="Rectangle 3228">
                              <a:extLst>
                                <a:ext uri="{FF2B5EF4-FFF2-40B4-BE49-F238E27FC236}">
                                  <a16:creationId xmlns:a16="http://schemas.microsoft.com/office/drawing/2014/main" id="{910FC306-3371-45AC-9C84-814D721E9D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230" name="Rectangle 3229">
                              <a:extLst>
                                <a:ext uri="{FF2B5EF4-FFF2-40B4-BE49-F238E27FC236}">
                                  <a16:creationId xmlns:a16="http://schemas.microsoft.com/office/drawing/2014/main" id="{AA8EB55E-CD2A-48E3-9600-2974236844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26" name="Group 3225">
                            <a:extLst>
                              <a:ext uri="{FF2B5EF4-FFF2-40B4-BE49-F238E27FC236}">
                                <a16:creationId xmlns:a16="http://schemas.microsoft.com/office/drawing/2014/main" id="{87F5540F-3DC0-457A-8240-E94AA2ED65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7" name="Rectangle 3226">
                              <a:extLst>
                                <a:ext uri="{FF2B5EF4-FFF2-40B4-BE49-F238E27FC236}">
                                  <a16:creationId xmlns:a16="http://schemas.microsoft.com/office/drawing/2014/main" id="{84C7CD80-26C7-4604-9709-4A5365E98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228" name="Rectangle 3227">
                              <a:extLst>
                                <a:ext uri="{FF2B5EF4-FFF2-40B4-BE49-F238E27FC236}">
                                  <a16:creationId xmlns:a16="http://schemas.microsoft.com/office/drawing/2014/main" id="{7ADEEA5D-81BC-4F04-BCDC-36DFF5324A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08" name="Group 3207">
                        <a:extLst>
                          <a:ext uri="{FF2B5EF4-FFF2-40B4-BE49-F238E27FC236}">
                            <a16:creationId xmlns:a16="http://schemas.microsoft.com/office/drawing/2014/main" id="{3C8DC633-4FEF-4EEC-9139-1E1B8DA3BB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09" name="Group 3208">
                          <a:extLst>
                            <a:ext uri="{FF2B5EF4-FFF2-40B4-BE49-F238E27FC236}">
                              <a16:creationId xmlns:a16="http://schemas.microsoft.com/office/drawing/2014/main" id="{A6F1024E-EBE3-4C5F-A631-79DD00BF179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17" name="Group 3216">
                            <a:extLst>
                              <a:ext uri="{FF2B5EF4-FFF2-40B4-BE49-F238E27FC236}">
                                <a16:creationId xmlns:a16="http://schemas.microsoft.com/office/drawing/2014/main" id="{E9BCE3C0-14DA-4F0E-A5EE-E5F0CC1B5B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1" name="Rectangle 3220">
                              <a:extLst>
                                <a:ext uri="{FF2B5EF4-FFF2-40B4-BE49-F238E27FC236}">
                                  <a16:creationId xmlns:a16="http://schemas.microsoft.com/office/drawing/2014/main" id="{2B5799B3-6D01-47CE-9556-BCCF8B1E7A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222" name="Rectangle 3221">
                              <a:extLst>
                                <a:ext uri="{FF2B5EF4-FFF2-40B4-BE49-F238E27FC236}">
                                  <a16:creationId xmlns:a16="http://schemas.microsoft.com/office/drawing/2014/main" id="{D13925A7-BE85-4FA9-BB3D-9BDEF30866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18" name="Group 3217">
                            <a:extLst>
                              <a:ext uri="{FF2B5EF4-FFF2-40B4-BE49-F238E27FC236}">
                                <a16:creationId xmlns:a16="http://schemas.microsoft.com/office/drawing/2014/main" id="{2D3797A6-3FB5-4A59-8E06-A3C0E52B46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9" name="Rectangle 3218">
                              <a:extLst>
                                <a:ext uri="{FF2B5EF4-FFF2-40B4-BE49-F238E27FC236}">
                                  <a16:creationId xmlns:a16="http://schemas.microsoft.com/office/drawing/2014/main" id="{8B1E1BFC-B23D-45EA-A62E-8BBF54C831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220" name="Rectangle 3219">
                              <a:extLst>
                                <a:ext uri="{FF2B5EF4-FFF2-40B4-BE49-F238E27FC236}">
                                  <a16:creationId xmlns:a16="http://schemas.microsoft.com/office/drawing/2014/main" id="{1A601309-36BE-4843-97A2-112046998B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10" name="Group 3209">
                          <a:extLst>
                            <a:ext uri="{FF2B5EF4-FFF2-40B4-BE49-F238E27FC236}">
                              <a16:creationId xmlns:a16="http://schemas.microsoft.com/office/drawing/2014/main" id="{034F6F02-224E-4DB2-A428-EB8C9A4452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11" name="Group 3210">
                            <a:extLst>
                              <a:ext uri="{FF2B5EF4-FFF2-40B4-BE49-F238E27FC236}">
                                <a16:creationId xmlns:a16="http://schemas.microsoft.com/office/drawing/2014/main" id="{753EDC79-70B9-4A93-BE3C-52568E795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5" name="Rectangle 3214">
                              <a:extLst>
                                <a:ext uri="{FF2B5EF4-FFF2-40B4-BE49-F238E27FC236}">
                                  <a16:creationId xmlns:a16="http://schemas.microsoft.com/office/drawing/2014/main" id="{47930171-9ABC-483A-BDBA-CDD434CC65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216" name="Rectangle 3215">
                              <a:extLst>
                                <a:ext uri="{FF2B5EF4-FFF2-40B4-BE49-F238E27FC236}">
                                  <a16:creationId xmlns:a16="http://schemas.microsoft.com/office/drawing/2014/main" id="{6C2C8C83-1DEB-479E-B80B-35282AFAE9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12" name="Group 3211">
                            <a:extLst>
                              <a:ext uri="{FF2B5EF4-FFF2-40B4-BE49-F238E27FC236}">
                                <a16:creationId xmlns:a16="http://schemas.microsoft.com/office/drawing/2014/main" id="{23D61291-7CE8-441F-AE92-A7AEC936A8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3" name="Rectangle 3212">
                              <a:extLst>
                                <a:ext uri="{FF2B5EF4-FFF2-40B4-BE49-F238E27FC236}">
                                  <a16:creationId xmlns:a16="http://schemas.microsoft.com/office/drawing/2014/main" id="{39133CAC-3E34-4A48-976C-20C2DD9D88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214" name="Rectangle 3213">
                              <a:extLst>
                                <a:ext uri="{FF2B5EF4-FFF2-40B4-BE49-F238E27FC236}">
                                  <a16:creationId xmlns:a16="http://schemas.microsoft.com/office/drawing/2014/main" id="{B1766F28-DDA2-4116-B9C7-8BB7307934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142" name="Group 3141">
                    <a:extLst>
                      <a:ext uri="{FF2B5EF4-FFF2-40B4-BE49-F238E27FC236}">
                        <a16:creationId xmlns:a16="http://schemas.microsoft.com/office/drawing/2014/main" id="{7F04F7B5-CB8E-482F-97B0-B56180D02E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143" name="Group 3142">
                      <a:extLst>
                        <a:ext uri="{FF2B5EF4-FFF2-40B4-BE49-F238E27FC236}">
                          <a16:creationId xmlns:a16="http://schemas.microsoft.com/office/drawing/2014/main" id="{1BE46564-4D3B-49D8-A19E-E17D64C5E2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75" name="Group 3174">
                        <a:extLst>
                          <a:ext uri="{FF2B5EF4-FFF2-40B4-BE49-F238E27FC236}">
                            <a16:creationId xmlns:a16="http://schemas.microsoft.com/office/drawing/2014/main" id="{84B66392-0650-4F74-B819-34F3D897AA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91" name="Group 3190">
                          <a:extLst>
                            <a:ext uri="{FF2B5EF4-FFF2-40B4-BE49-F238E27FC236}">
                              <a16:creationId xmlns:a16="http://schemas.microsoft.com/office/drawing/2014/main" id="{0EDF1CA9-604F-4C85-A0B8-15BFA3500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99" name="Group 3198">
                            <a:extLst>
                              <a:ext uri="{FF2B5EF4-FFF2-40B4-BE49-F238E27FC236}">
                                <a16:creationId xmlns:a16="http://schemas.microsoft.com/office/drawing/2014/main" id="{E92B85AE-76CC-4C0C-80B0-681C83A1855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03" name="Rectangle 3202">
                              <a:extLst>
                                <a:ext uri="{FF2B5EF4-FFF2-40B4-BE49-F238E27FC236}">
                                  <a16:creationId xmlns:a16="http://schemas.microsoft.com/office/drawing/2014/main" id="{1F513052-721D-4C8B-B9DC-0E8DB8F594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204" name="Rectangle 3203">
                              <a:extLst>
                                <a:ext uri="{FF2B5EF4-FFF2-40B4-BE49-F238E27FC236}">
                                  <a16:creationId xmlns:a16="http://schemas.microsoft.com/office/drawing/2014/main" id="{562214EA-F07A-4C12-A8A0-889758F88E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00" name="Group 3199">
                            <a:extLst>
                              <a:ext uri="{FF2B5EF4-FFF2-40B4-BE49-F238E27FC236}">
                                <a16:creationId xmlns:a16="http://schemas.microsoft.com/office/drawing/2014/main" id="{855DD856-E9D7-429A-8157-A519931B33E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01" name="Rectangle 3200">
                              <a:extLst>
                                <a:ext uri="{FF2B5EF4-FFF2-40B4-BE49-F238E27FC236}">
                                  <a16:creationId xmlns:a16="http://schemas.microsoft.com/office/drawing/2014/main" id="{569A22D9-9144-4A46-A531-A8DC07417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202" name="Rectangle 3201">
                              <a:extLst>
                                <a:ext uri="{FF2B5EF4-FFF2-40B4-BE49-F238E27FC236}">
                                  <a16:creationId xmlns:a16="http://schemas.microsoft.com/office/drawing/2014/main" id="{63E3D895-DFE0-44C2-AB4C-BD76CB6BC3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92" name="Group 3191">
                          <a:extLst>
                            <a:ext uri="{FF2B5EF4-FFF2-40B4-BE49-F238E27FC236}">
                              <a16:creationId xmlns:a16="http://schemas.microsoft.com/office/drawing/2014/main" id="{A7CF46E8-C543-49C8-A989-30596B8CC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93" name="Group 3192">
                            <a:extLst>
                              <a:ext uri="{FF2B5EF4-FFF2-40B4-BE49-F238E27FC236}">
                                <a16:creationId xmlns:a16="http://schemas.microsoft.com/office/drawing/2014/main" id="{13B20E17-B4A3-46EE-8DB1-089DE20BD94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97" name="Rectangle 3196">
                              <a:extLst>
                                <a:ext uri="{FF2B5EF4-FFF2-40B4-BE49-F238E27FC236}">
                                  <a16:creationId xmlns:a16="http://schemas.microsoft.com/office/drawing/2014/main" id="{0F6440D1-AC36-4B10-833D-0E793D4C5F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198" name="Rectangle 3197">
                              <a:extLst>
                                <a:ext uri="{FF2B5EF4-FFF2-40B4-BE49-F238E27FC236}">
                                  <a16:creationId xmlns:a16="http://schemas.microsoft.com/office/drawing/2014/main" id="{FCE720F4-E839-4503-99CA-1375065C39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94" name="Group 3193">
                            <a:extLst>
                              <a:ext uri="{FF2B5EF4-FFF2-40B4-BE49-F238E27FC236}">
                                <a16:creationId xmlns:a16="http://schemas.microsoft.com/office/drawing/2014/main" id="{94DF7D8E-67AD-4221-BF64-79489A0CE1C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95" name="Rectangle 3194">
                              <a:extLst>
                                <a:ext uri="{FF2B5EF4-FFF2-40B4-BE49-F238E27FC236}">
                                  <a16:creationId xmlns:a16="http://schemas.microsoft.com/office/drawing/2014/main" id="{4CE49950-1223-4391-9C77-FE7C7B4FB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196" name="Rectangle 3195">
                              <a:extLst>
                                <a:ext uri="{FF2B5EF4-FFF2-40B4-BE49-F238E27FC236}">
                                  <a16:creationId xmlns:a16="http://schemas.microsoft.com/office/drawing/2014/main" id="{C892AC55-D82B-44BE-898A-0F89C795FD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76" name="Group 3175">
                        <a:extLst>
                          <a:ext uri="{FF2B5EF4-FFF2-40B4-BE49-F238E27FC236}">
                            <a16:creationId xmlns:a16="http://schemas.microsoft.com/office/drawing/2014/main" id="{EDD326A5-6426-46C8-987D-DFBD31DED6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77" name="Group 3176">
                          <a:extLst>
                            <a:ext uri="{FF2B5EF4-FFF2-40B4-BE49-F238E27FC236}">
                              <a16:creationId xmlns:a16="http://schemas.microsoft.com/office/drawing/2014/main" id="{4A6DAAEF-5612-4C10-9CA6-ED9F29A317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85" name="Group 3184">
                            <a:extLst>
                              <a:ext uri="{FF2B5EF4-FFF2-40B4-BE49-F238E27FC236}">
                                <a16:creationId xmlns:a16="http://schemas.microsoft.com/office/drawing/2014/main" id="{47451C57-3422-4F52-AB9D-279D6DB05BD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9" name="Rectangle 3188">
                              <a:extLst>
                                <a:ext uri="{FF2B5EF4-FFF2-40B4-BE49-F238E27FC236}">
                                  <a16:creationId xmlns:a16="http://schemas.microsoft.com/office/drawing/2014/main" id="{04643AC0-A509-447E-B5A5-D0A38E732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190" name="Rectangle 3189">
                              <a:extLst>
                                <a:ext uri="{FF2B5EF4-FFF2-40B4-BE49-F238E27FC236}">
                                  <a16:creationId xmlns:a16="http://schemas.microsoft.com/office/drawing/2014/main" id="{86CCC27D-2E7B-4183-89D9-55F9C20E20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86" name="Group 3185">
                            <a:extLst>
                              <a:ext uri="{FF2B5EF4-FFF2-40B4-BE49-F238E27FC236}">
                                <a16:creationId xmlns:a16="http://schemas.microsoft.com/office/drawing/2014/main" id="{2F63418F-CDC7-45BD-B716-0905E5EA74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7" name="Rectangle 3186">
                              <a:extLst>
                                <a:ext uri="{FF2B5EF4-FFF2-40B4-BE49-F238E27FC236}">
                                  <a16:creationId xmlns:a16="http://schemas.microsoft.com/office/drawing/2014/main" id="{B36CF7BA-873A-490E-8174-56FCACA362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188" name="Rectangle 3187">
                              <a:extLst>
                                <a:ext uri="{FF2B5EF4-FFF2-40B4-BE49-F238E27FC236}">
                                  <a16:creationId xmlns:a16="http://schemas.microsoft.com/office/drawing/2014/main" id="{3DA68D16-376A-44BA-AF2D-ECFC0197F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78" name="Group 3177">
                          <a:extLst>
                            <a:ext uri="{FF2B5EF4-FFF2-40B4-BE49-F238E27FC236}">
                              <a16:creationId xmlns:a16="http://schemas.microsoft.com/office/drawing/2014/main" id="{75F8AE96-309A-42A3-B0E0-1ABEB807CE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79" name="Group 3178">
                            <a:extLst>
                              <a:ext uri="{FF2B5EF4-FFF2-40B4-BE49-F238E27FC236}">
                                <a16:creationId xmlns:a16="http://schemas.microsoft.com/office/drawing/2014/main" id="{8CDD71BE-05C8-458D-BB64-39D497E94BC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3" name="Rectangle 3182">
                              <a:extLst>
                                <a:ext uri="{FF2B5EF4-FFF2-40B4-BE49-F238E27FC236}">
                                  <a16:creationId xmlns:a16="http://schemas.microsoft.com/office/drawing/2014/main" id="{81F2639B-A1DA-4717-91E8-390FF8E8EB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184" name="Rectangle 3183">
                              <a:extLst>
                                <a:ext uri="{FF2B5EF4-FFF2-40B4-BE49-F238E27FC236}">
                                  <a16:creationId xmlns:a16="http://schemas.microsoft.com/office/drawing/2014/main" id="{22DC137D-2FFB-4689-956D-2FDE7A103B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80" name="Group 3179">
                            <a:extLst>
                              <a:ext uri="{FF2B5EF4-FFF2-40B4-BE49-F238E27FC236}">
                                <a16:creationId xmlns:a16="http://schemas.microsoft.com/office/drawing/2014/main" id="{04326A48-A893-4251-817E-FBEC1FC348E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1" name="Rectangle 3180">
                              <a:extLst>
                                <a:ext uri="{FF2B5EF4-FFF2-40B4-BE49-F238E27FC236}">
                                  <a16:creationId xmlns:a16="http://schemas.microsoft.com/office/drawing/2014/main" id="{EA18FFF9-440D-46CA-9FE7-F56CD4C119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182" name="Rectangle 3181">
                              <a:extLst>
                                <a:ext uri="{FF2B5EF4-FFF2-40B4-BE49-F238E27FC236}">
                                  <a16:creationId xmlns:a16="http://schemas.microsoft.com/office/drawing/2014/main" id="{AE3C00C0-0934-47D3-9415-B28649A31A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144" name="Group 3143">
                      <a:extLst>
                        <a:ext uri="{FF2B5EF4-FFF2-40B4-BE49-F238E27FC236}">
                          <a16:creationId xmlns:a16="http://schemas.microsoft.com/office/drawing/2014/main" id="{94549F2B-E4F4-4298-9AE2-B6B60D28C4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45" name="Group 3144">
                        <a:extLst>
                          <a:ext uri="{FF2B5EF4-FFF2-40B4-BE49-F238E27FC236}">
                            <a16:creationId xmlns:a16="http://schemas.microsoft.com/office/drawing/2014/main" id="{4873C4AA-0FAA-4CFC-9F1F-5A21924075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61" name="Group 3160">
                          <a:extLst>
                            <a:ext uri="{FF2B5EF4-FFF2-40B4-BE49-F238E27FC236}">
                              <a16:creationId xmlns:a16="http://schemas.microsoft.com/office/drawing/2014/main" id="{F6319776-321F-486C-9A0E-4C75B8062A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69" name="Group 3168">
                            <a:extLst>
                              <a:ext uri="{FF2B5EF4-FFF2-40B4-BE49-F238E27FC236}">
                                <a16:creationId xmlns:a16="http://schemas.microsoft.com/office/drawing/2014/main" id="{11ADAB3A-1C7B-4382-B906-85F1826382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73" name="Rectangle 3172">
                              <a:extLst>
                                <a:ext uri="{FF2B5EF4-FFF2-40B4-BE49-F238E27FC236}">
                                  <a16:creationId xmlns:a16="http://schemas.microsoft.com/office/drawing/2014/main" id="{98652901-BF5A-4F9A-82B7-4D48C43F03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174" name="Rectangle 3173">
                              <a:extLst>
                                <a:ext uri="{FF2B5EF4-FFF2-40B4-BE49-F238E27FC236}">
                                  <a16:creationId xmlns:a16="http://schemas.microsoft.com/office/drawing/2014/main" id="{4593FDAA-15FB-4526-8257-7B501ED2B4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70" name="Group 3169">
                            <a:extLst>
                              <a:ext uri="{FF2B5EF4-FFF2-40B4-BE49-F238E27FC236}">
                                <a16:creationId xmlns:a16="http://schemas.microsoft.com/office/drawing/2014/main" id="{9CEDF3CB-B238-4DE8-B9E3-F91A75B2C97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71" name="Rectangle 3170">
                              <a:extLst>
                                <a:ext uri="{FF2B5EF4-FFF2-40B4-BE49-F238E27FC236}">
                                  <a16:creationId xmlns:a16="http://schemas.microsoft.com/office/drawing/2014/main" id="{48F2A1F0-4AC6-4956-8324-65E63C9F86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172" name="Rectangle 3171">
                              <a:extLst>
                                <a:ext uri="{FF2B5EF4-FFF2-40B4-BE49-F238E27FC236}">
                                  <a16:creationId xmlns:a16="http://schemas.microsoft.com/office/drawing/2014/main" id="{D6F5C6D1-115A-4BD4-BE20-F0B29D1A69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62" name="Group 3161">
                          <a:extLst>
                            <a:ext uri="{FF2B5EF4-FFF2-40B4-BE49-F238E27FC236}">
                              <a16:creationId xmlns:a16="http://schemas.microsoft.com/office/drawing/2014/main" id="{4D40770D-91DB-4984-B106-867C93C013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63" name="Group 3162">
                            <a:extLst>
                              <a:ext uri="{FF2B5EF4-FFF2-40B4-BE49-F238E27FC236}">
                                <a16:creationId xmlns:a16="http://schemas.microsoft.com/office/drawing/2014/main" id="{BD558F4F-422A-4833-8A69-4E95FD88388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67" name="Rectangle 3166">
                              <a:extLst>
                                <a:ext uri="{FF2B5EF4-FFF2-40B4-BE49-F238E27FC236}">
                                  <a16:creationId xmlns:a16="http://schemas.microsoft.com/office/drawing/2014/main" id="{E3FD3B15-34B4-4A98-8460-F89CF0540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168" name="Rectangle 3167">
                              <a:extLst>
                                <a:ext uri="{FF2B5EF4-FFF2-40B4-BE49-F238E27FC236}">
                                  <a16:creationId xmlns:a16="http://schemas.microsoft.com/office/drawing/2014/main" id="{F7467B8D-281D-4C4B-8173-476201F5CC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64" name="Group 3163">
                            <a:extLst>
                              <a:ext uri="{FF2B5EF4-FFF2-40B4-BE49-F238E27FC236}">
                                <a16:creationId xmlns:a16="http://schemas.microsoft.com/office/drawing/2014/main" id="{19CEB3C8-19CD-4AA6-9720-76E0CCD8C82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65" name="Rectangle 3164">
                              <a:extLst>
                                <a:ext uri="{FF2B5EF4-FFF2-40B4-BE49-F238E27FC236}">
                                  <a16:creationId xmlns:a16="http://schemas.microsoft.com/office/drawing/2014/main" id="{CA88AA41-18C2-470E-A200-AD72B530C1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166" name="Rectangle 3165">
                              <a:extLst>
                                <a:ext uri="{FF2B5EF4-FFF2-40B4-BE49-F238E27FC236}">
                                  <a16:creationId xmlns:a16="http://schemas.microsoft.com/office/drawing/2014/main" id="{ECD696B3-C043-494A-836C-7948F1C9F1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46" name="Group 3145">
                        <a:extLst>
                          <a:ext uri="{FF2B5EF4-FFF2-40B4-BE49-F238E27FC236}">
                            <a16:creationId xmlns:a16="http://schemas.microsoft.com/office/drawing/2014/main" id="{755B6283-0546-40EE-9F12-1CA1363B9FE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47" name="Group 3146">
                          <a:extLst>
                            <a:ext uri="{FF2B5EF4-FFF2-40B4-BE49-F238E27FC236}">
                              <a16:creationId xmlns:a16="http://schemas.microsoft.com/office/drawing/2014/main" id="{2B6FC45B-3F3D-46E1-B1A9-D3289467A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55" name="Group 3154">
                            <a:extLst>
                              <a:ext uri="{FF2B5EF4-FFF2-40B4-BE49-F238E27FC236}">
                                <a16:creationId xmlns:a16="http://schemas.microsoft.com/office/drawing/2014/main" id="{9B954D5E-8890-4606-906C-A9CBC7A4C0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9" name="Rectangle 3158">
                              <a:extLst>
                                <a:ext uri="{FF2B5EF4-FFF2-40B4-BE49-F238E27FC236}">
                                  <a16:creationId xmlns:a16="http://schemas.microsoft.com/office/drawing/2014/main" id="{6F478593-A24C-4B14-A9B6-0B46191F1F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160" name="Rectangle 3159">
                              <a:extLst>
                                <a:ext uri="{FF2B5EF4-FFF2-40B4-BE49-F238E27FC236}">
                                  <a16:creationId xmlns:a16="http://schemas.microsoft.com/office/drawing/2014/main" id="{EFA31831-C835-4D31-A515-0AC62772F9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56" name="Group 3155">
                            <a:extLst>
                              <a:ext uri="{FF2B5EF4-FFF2-40B4-BE49-F238E27FC236}">
                                <a16:creationId xmlns:a16="http://schemas.microsoft.com/office/drawing/2014/main" id="{C0F98B94-B26B-4DED-A31B-B51BB6C635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7" name="Rectangle 3156">
                              <a:extLst>
                                <a:ext uri="{FF2B5EF4-FFF2-40B4-BE49-F238E27FC236}">
                                  <a16:creationId xmlns:a16="http://schemas.microsoft.com/office/drawing/2014/main" id="{BB6CBC48-B496-4EA0-B5CC-63935728F9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158" name="Rectangle 3157">
                              <a:extLst>
                                <a:ext uri="{FF2B5EF4-FFF2-40B4-BE49-F238E27FC236}">
                                  <a16:creationId xmlns:a16="http://schemas.microsoft.com/office/drawing/2014/main" id="{71F43309-D9D4-411F-A4D3-D67FEA8D8C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48" name="Group 3147">
                          <a:extLst>
                            <a:ext uri="{FF2B5EF4-FFF2-40B4-BE49-F238E27FC236}">
                              <a16:creationId xmlns:a16="http://schemas.microsoft.com/office/drawing/2014/main" id="{A8B36845-16CC-4EF4-924F-3C9010FBD7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49" name="Group 3148">
                            <a:extLst>
                              <a:ext uri="{FF2B5EF4-FFF2-40B4-BE49-F238E27FC236}">
                                <a16:creationId xmlns:a16="http://schemas.microsoft.com/office/drawing/2014/main" id="{DFA58B34-3402-4F8A-A7C3-DF07F2D2E12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3" name="Rectangle 3152">
                              <a:extLst>
                                <a:ext uri="{FF2B5EF4-FFF2-40B4-BE49-F238E27FC236}">
                                  <a16:creationId xmlns:a16="http://schemas.microsoft.com/office/drawing/2014/main" id="{42D27185-05B7-40B3-BCD5-483532A041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154" name="Rectangle 3153">
                              <a:extLst>
                                <a:ext uri="{FF2B5EF4-FFF2-40B4-BE49-F238E27FC236}">
                                  <a16:creationId xmlns:a16="http://schemas.microsoft.com/office/drawing/2014/main" id="{FB716980-76DF-4988-BFFB-6F18C647E6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50" name="Group 3149">
                            <a:extLst>
                              <a:ext uri="{FF2B5EF4-FFF2-40B4-BE49-F238E27FC236}">
                                <a16:creationId xmlns:a16="http://schemas.microsoft.com/office/drawing/2014/main" id="{A56FC459-AF6A-456A-BF0F-A1D2E468301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1" name="Rectangle 3150">
                              <a:extLst>
                                <a:ext uri="{FF2B5EF4-FFF2-40B4-BE49-F238E27FC236}">
                                  <a16:creationId xmlns:a16="http://schemas.microsoft.com/office/drawing/2014/main" id="{962F9690-741A-4AEE-B4AE-C703E9B79E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152" name="Rectangle 3151">
                              <a:extLst>
                                <a:ext uri="{FF2B5EF4-FFF2-40B4-BE49-F238E27FC236}">
                                  <a16:creationId xmlns:a16="http://schemas.microsoft.com/office/drawing/2014/main" id="{E189A0C5-57AC-4AA0-A950-A683437B8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014" name="Group 3013">
                  <a:extLst>
                    <a:ext uri="{FF2B5EF4-FFF2-40B4-BE49-F238E27FC236}">
                      <a16:creationId xmlns:a16="http://schemas.microsoft.com/office/drawing/2014/main" id="{163B02BB-3965-40A6-9992-88FD0F641720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015" name="Group 3014">
                    <a:extLst>
                      <a:ext uri="{FF2B5EF4-FFF2-40B4-BE49-F238E27FC236}">
                        <a16:creationId xmlns:a16="http://schemas.microsoft.com/office/drawing/2014/main" id="{F8C78718-E06D-4357-8423-13172933034E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079" name="Group 3078">
                      <a:extLst>
                        <a:ext uri="{FF2B5EF4-FFF2-40B4-BE49-F238E27FC236}">
                          <a16:creationId xmlns:a16="http://schemas.microsoft.com/office/drawing/2014/main" id="{C380F854-51AA-4E32-B884-D13A83474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11" name="Group 3110">
                        <a:extLst>
                          <a:ext uri="{FF2B5EF4-FFF2-40B4-BE49-F238E27FC236}">
                            <a16:creationId xmlns:a16="http://schemas.microsoft.com/office/drawing/2014/main" id="{CF7CE293-B2A8-482D-B56B-82CD96432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27" name="Group 3126">
                          <a:extLst>
                            <a:ext uri="{FF2B5EF4-FFF2-40B4-BE49-F238E27FC236}">
                              <a16:creationId xmlns:a16="http://schemas.microsoft.com/office/drawing/2014/main" id="{AF71E139-AD2C-40CD-A8A3-2949A99EA4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35" name="Group 3134">
                            <a:extLst>
                              <a:ext uri="{FF2B5EF4-FFF2-40B4-BE49-F238E27FC236}">
                                <a16:creationId xmlns:a16="http://schemas.microsoft.com/office/drawing/2014/main" id="{ECF52032-75A9-4299-922B-93449DFFFE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9" name="Rectangle 3138">
                              <a:extLst>
                                <a:ext uri="{FF2B5EF4-FFF2-40B4-BE49-F238E27FC236}">
                                  <a16:creationId xmlns:a16="http://schemas.microsoft.com/office/drawing/2014/main" id="{8566F5AF-EDF6-41C6-A04E-DC422A35DC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140" name="Rectangle 3139">
                              <a:extLst>
                                <a:ext uri="{FF2B5EF4-FFF2-40B4-BE49-F238E27FC236}">
                                  <a16:creationId xmlns:a16="http://schemas.microsoft.com/office/drawing/2014/main" id="{1EE63181-520F-4F65-B757-91BD9D3CF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36" name="Group 3135">
                            <a:extLst>
                              <a:ext uri="{FF2B5EF4-FFF2-40B4-BE49-F238E27FC236}">
                                <a16:creationId xmlns:a16="http://schemas.microsoft.com/office/drawing/2014/main" id="{DCCA3526-329A-4753-ADD6-D03A8BE9FA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7" name="Rectangle 3136">
                              <a:extLst>
                                <a:ext uri="{FF2B5EF4-FFF2-40B4-BE49-F238E27FC236}">
                                  <a16:creationId xmlns:a16="http://schemas.microsoft.com/office/drawing/2014/main" id="{FE28A064-51F7-459F-B60C-8B4BE8F1F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138" name="Rectangle 3137">
                              <a:extLst>
                                <a:ext uri="{FF2B5EF4-FFF2-40B4-BE49-F238E27FC236}">
                                  <a16:creationId xmlns:a16="http://schemas.microsoft.com/office/drawing/2014/main" id="{DF64A5D3-B258-43AA-9F3E-F0A7C2B844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28" name="Group 3127">
                          <a:extLst>
                            <a:ext uri="{FF2B5EF4-FFF2-40B4-BE49-F238E27FC236}">
                              <a16:creationId xmlns:a16="http://schemas.microsoft.com/office/drawing/2014/main" id="{A9F16E62-A263-4034-8EC4-5ECABF84D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29" name="Group 3128">
                            <a:extLst>
                              <a:ext uri="{FF2B5EF4-FFF2-40B4-BE49-F238E27FC236}">
                                <a16:creationId xmlns:a16="http://schemas.microsoft.com/office/drawing/2014/main" id="{6ED45C96-5C46-4A9C-A54E-5EBB767FA30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3" name="Rectangle 3132">
                              <a:extLst>
                                <a:ext uri="{FF2B5EF4-FFF2-40B4-BE49-F238E27FC236}">
                                  <a16:creationId xmlns:a16="http://schemas.microsoft.com/office/drawing/2014/main" id="{0DF4475B-5FD5-4AC3-AFD6-E29B153849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134" name="Rectangle 3133">
                              <a:extLst>
                                <a:ext uri="{FF2B5EF4-FFF2-40B4-BE49-F238E27FC236}">
                                  <a16:creationId xmlns:a16="http://schemas.microsoft.com/office/drawing/2014/main" id="{ED35DB2C-E8ED-4C8E-BD1E-827F08DD00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30" name="Group 3129">
                            <a:extLst>
                              <a:ext uri="{FF2B5EF4-FFF2-40B4-BE49-F238E27FC236}">
                                <a16:creationId xmlns:a16="http://schemas.microsoft.com/office/drawing/2014/main" id="{9509BB4F-E5FE-4318-A2AF-D621498735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1" name="Rectangle 3130">
                              <a:extLst>
                                <a:ext uri="{FF2B5EF4-FFF2-40B4-BE49-F238E27FC236}">
                                  <a16:creationId xmlns:a16="http://schemas.microsoft.com/office/drawing/2014/main" id="{570EDE92-E5CB-4AEA-9852-00D31A65E8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132" name="Rectangle 3131">
                              <a:extLst>
                                <a:ext uri="{FF2B5EF4-FFF2-40B4-BE49-F238E27FC236}">
                                  <a16:creationId xmlns:a16="http://schemas.microsoft.com/office/drawing/2014/main" id="{993F5AAD-4823-4501-B095-674C07C708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12" name="Group 3111">
                        <a:extLst>
                          <a:ext uri="{FF2B5EF4-FFF2-40B4-BE49-F238E27FC236}">
                            <a16:creationId xmlns:a16="http://schemas.microsoft.com/office/drawing/2014/main" id="{27F150F8-13C2-4CCE-A665-566E3C05B4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13" name="Group 3112">
                          <a:extLst>
                            <a:ext uri="{FF2B5EF4-FFF2-40B4-BE49-F238E27FC236}">
                              <a16:creationId xmlns:a16="http://schemas.microsoft.com/office/drawing/2014/main" id="{2F830FD3-5640-425A-9BA7-48AA51326D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21" name="Group 3120">
                            <a:extLst>
                              <a:ext uri="{FF2B5EF4-FFF2-40B4-BE49-F238E27FC236}">
                                <a16:creationId xmlns:a16="http://schemas.microsoft.com/office/drawing/2014/main" id="{F63C4943-FBED-48B6-AD9E-1B20DBFED42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25" name="Rectangle 3124">
                              <a:extLst>
                                <a:ext uri="{FF2B5EF4-FFF2-40B4-BE49-F238E27FC236}">
                                  <a16:creationId xmlns:a16="http://schemas.microsoft.com/office/drawing/2014/main" id="{DDD7D876-28C0-4A60-8400-83E82437DE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126" name="Rectangle 3125">
                              <a:extLst>
                                <a:ext uri="{FF2B5EF4-FFF2-40B4-BE49-F238E27FC236}">
                                  <a16:creationId xmlns:a16="http://schemas.microsoft.com/office/drawing/2014/main" id="{0F9E132C-1371-4D28-883F-851BFE8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22" name="Group 3121">
                            <a:extLst>
                              <a:ext uri="{FF2B5EF4-FFF2-40B4-BE49-F238E27FC236}">
                                <a16:creationId xmlns:a16="http://schemas.microsoft.com/office/drawing/2014/main" id="{4074C73E-BCEE-4210-B142-615FAF3987B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23" name="Rectangle 3122">
                              <a:extLst>
                                <a:ext uri="{FF2B5EF4-FFF2-40B4-BE49-F238E27FC236}">
                                  <a16:creationId xmlns:a16="http://schemas.microsoft.com/office/drawing/2014/main" id="{186FBC4C-7DD1-45D4-B64C-D80135526F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124" name="Rectangle 3123">
                              <a:extLst>
                                <a:ext uri="{FF2B5EF4-FFF2-40B4-BE49-F238E27FC236}">
                                  <a16:creationId xmlns:a16="http://schemas.microsoft.com/office/drawing/2014/main" id="{DEF9F43D-330A-439B-8F00-BAFF3BF4E5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14" name="Group 3113">
                          <a:extLst>
                            <a:ext uri="{FF2B5EF4-FFF2-40B4-BE49-F238E27FC236}">
                              <a16:creationId xmlns:a16="http://schemas.microsoft.com/office/drawing/2014/main" id="{DC855A70-DB3C-4B27-B02A-427C3E0133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15" name="Group 3114">
                            <a:extLst>
                              <a:ext uri="{FF2B5EF4-FFF2-40B4-BE49-F238E27FC236}">
                                <a16:creationId xmlns:a16="http://schemas.microsoft.com/office/drawing/2014/main" id="{6768A26F-0190-4146-9CF8-7070B27400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19" name="Rectangle 3118">
                              <a:extLst>
                                <a:ext uri="{FF2B5EF4-FFF2-40B4-BE49-F238E27FC236}">
                                  <a16:creationId xmlns:a16="http://schemas.microsoft.com/office/drawing/2014/main" id="{5C56DA8B-4E02-4EF4-803E-9D61E86B3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120" name="Rectangle 3119">
                              <a:extLst>
                                <a:ext uri="{FF2B5EF4-FFF2-40B4-BE49-F238E27FC236}">
                                  <a16:creationId xmlns:a16="http://schemas.microsoft.com/office/drawing/2014/main" id="{90B17638-9DB1-488E-AA1A-4ECA367EEF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16" name="Group 3115">
                            <a:extLst>
                              <a:ext uri="{FF2B5EF4-FFF2-40B4-BE49-F238E27FC236}">
                                <a16:creationId xmlns:a16="http://schemas.microsoft.com/office/drawing/2014/main" id="{289B1D88-1B16-404C-BDD6-7C76B9F3EF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17" name="Rectangle 3116">
                              <a:extLst>
                                <a:ext uri="{FF2B5EF4-FFF2-40B4-BE49-F238E27FC236}">
                                  <a16:creationId xmlns:a16="http://schemas.microsoft.com/office/drawing/2014/main" id="{B5B525AE-6CFC-421D-85DA-5AB55C138D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118" name="Rectangle 3117">
                              <a:extLst>
                                <a:ext uri="{FF2B5EF4-FFF2-40B4-BE49-F238E27FC236}">
                                  <a16:creationId xmlns:a16="http://schemas.microsoft.com/office/drawing/2014/main" id="{66A2947D-49C0-4699-B500-F294FCCEB8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080" name="Group 3079">
                      <a:extLst>
                        <a:ext uri="{FF2B5EF4-FFF2-40B4-BE49-F238E27FC236}">
                          <a16:creationId xmlns:a16="http://schemas.microsoft.com/office/drawing/2014/main" id="{918B26BA-7255-4EA4-A78E-7344ABB7CB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81" name="Group 3080">
                        <a:extLst>
                          <a:ext uri="{FF2B5EF4-FFF2-40B4-BE49-F238E27FC236}">
                            <a16:creationId xmlns:a16="http://schemas.microsoft.com/office/drawing/2014/main" id="{F6E34055-A9B8-49E2-A033-D061E7A20F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97" name="Group 3096">
                          <a:extLst>
                            <a:ext uri="{FF2B5EF4-FFF2-40B4-BE49-F238E27FC236}">
                              <a16:creationId xmlns:a16="http://schemas.microsoft.com/office/drawing/2014/main" id="{38CCAFC7-38C6-4D5E-834B-E80A6E932A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05" name="Group 3104">
                            <a:extLst>
                              <a:ext uri="{FF2B5EF4-FFF2-40B4-BE49-F238E27FC236}">
                                <a16:creationId xmlns:a16="http://schemas.microsoft.com/office/drawing/2014/main" id="{8667F759-0ADF-4B5A-A2BB-6E49F26D938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9" name="Rectangle 3108">
                              <a:extLst>
                                <a:ext uri="{FF2B5EF4-FFF2-40B4-BE49-F238E27FC236}">
                                  <a16:creationId xmlns:a16="http://schemas.microsoft.com/office/drawing/2014/main" id="{751AA69E-624B-420A-A801-F8FBE282A2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110" name="Rectangle 3109">
                              <a:extLst>
                                <a:ext uri="{FF2B5EF4-FFF2-40B4-BE49-F238E27FC236}">
                                  <a16:creationId xmlns:a16="http://schemas.microsoft.com/office/drawing/2014/main" id="{27F7132D-47A5-4757-AFFB-897555439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06" name="Group 3105">
                            <a:extLst>
                              <a:ext uri="{FF2B5EF4-FFF2-40B4-BE49-F238E27FC236}">
                                <a16:creationId xmlns:a16="http://schemas.microsoft.com/office/drawing/2014/main" id="{F9B61389-13F2-4561-9428-94A6214730B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7" name="Rectangle 3106">
                              <a:extLst>
                                <a:ext uri="{FF2B5EF4-FFF2-40B4-BE49-F238E27FC236}">
                                  <a16:creationId xmlns:a16="http://schemas.microsoft.com/office/drawing/2014/main" id="{E6C01F7D-5E2D-4363-902C-78E728516F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108" name="Rectangle 3107">
                              <a:extLst>
                                <a:ext uri="{FF2B5EF4-FFF2-40B4-BE49-F238E27FC236}">
                                  <a16:creationId xmlns:a16="http://schemas.microsoft.com/office/drawing/2014/main" id="{1F258DDE-1E8D-4D8E-B251-0A3C3289E4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98" name="Group 3097">
                          <a:extLst>
                            <a:ext uri="{FF2B5EF4-FFF2-40B4-BE49-F238E27FC236}">
                              <a16:creationId xmlns:a16="http://schemas.microsoft.com/office/drawing/2014/main" id="{0FCE0242-C813-4B21-A890-9CB45CDA47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99" name="Group 3098">
                            <a:extLst>
                              <a:ext uri="{FF2B5EF4-FFF2-40B4-BE49-F238E27FC236}">
                                <a16:creationId xmlns:a16="http://schemas.microsoft.com/office/drawing/2014/main" id="{29395341-9450-4614-AD28-5E0672E3698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3" name="Rectangle 3102">
                              <a:extLst>
                                <a:ext uri="{FF2B5EF4-FFF2-40B4-BE49-F238E27FC236}">
                                  <a16:creationId xmlns:a16="http://schemas.microsoft.com/office/drawing/2014/main" id="{F5C935E8-C6CA-4180-B86C-E9794EDD71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104" name="Rectangle 3103">
                              <a:extLst>
                                <a:ext uri="{FF2B5EF4-FFF2-40B4-BE49-F238E27FC236}">
                                  <a16:creationId xmlns:a16="http://schemas.microsoft.com/office/drawing/2014/main" id="{7CB2B4E9-1E9A-4503-8552-A039421EF4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00" name="Group 3099">
                            <a:extLst>
                              <a:ext uri="{FF2B5EF4-FFF2-40B4-BE49-F238E27FC236}">
                                <a16:creationId xmlns:a16="http://schemas.microsoft.com/office/drawing/2014/main" id="{F83E80CF-49B5-443A-B721-D772ACB240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1" name="Rectangle 3100">
                              <a:extLst>
                                <a:ext uri="{FF2B5EF4-FFF2-40B4-BE49-F238E27FC236}">
                                  <a16:creationId xmlns:a16="http://schemas.microsoft.com/office/drawing/2014/main" id="{EF62FF38-D38B-4B5D-BFA5-957A101B5A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102" name="Rectangle 3101">
                              <a:extLst>
                                <a:ext uri="{FF2B5EF4-FFF2-40B4-BE49-F238E27FC236}">
                                  <a16:creationId xmlns:a16="http://schemas.microsoft.com/office/drawing/2014/main" id="{153BB22F-D847-49F8-A4BE-B0210D5587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82" name="Group 3081">
                        <a:extLst>
                          <a:ext uri="{FF2B5EF4-FFF2-40B4-BE49-F238E27FC236}">
                            <a16:creationId xmlns:a16="http://schemas.microsoft.com/office/drawing/2014/main" id="{CA7E14A7-B170-42C5-85B0-6B06AA0C52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83" name="Group 3082">
                          <a:extLst>
                            <a:ext uri="{FF2B5EF4-FFF2-40B4-BE49-F238E27FC236}">
                              <a16:creationId xmlns:a16="http://schemas.microsoft.com/office/drawing/2014/main" id="{D452B745-601D-49EC-8450-6F96BE6137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91" name="Group 3090">
                            <a:extLst>
                              <a:ext uri="{FF2B5EF4-FFF2-40B4-BE49-F238E27FC236}">
                                <a16:creationId xmlns:a16="http://schemas.microsoft.com/office/drawing/2014/main" id="{33C13EF9-CBA9-4B60-85B5-2661D7393A1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95" name="Rectangle 3094">
                              <a:extLst>
                                <a:ext uri="{FF2B5EF4-FFF2-40B4-BE49-F238E27FC236}">
                                  <a16:creationId xmlns:a16="http://schemas.microsoft.com/office/drawing/2014/main" id="{1881E2BC-0C7D-4906-86E8-57C30536E7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096" name="Rectangle 3095">
                              <a:extLst>
                                <a:ext uri="{FF2B5EF4-FFF2-40B4-BE49-F238E27FC236}">
                                  <a16:creationId xmlns:a16="http://schemas.microsoft.com/office/drawing/2014/main" id="{53E6AF99-2D75-43D0-8421-020F0272E8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92" name="Group 3091">
                            <a:extLst>
                              <a:ext uri="{FF2B5EF4-FFF2-40B4-BE49-F238E27FC236}">
                                <a16:creationId xmlns:a16="http://schemas.microsoft.com/office/drawing/2014/main" id="{7DBB0D0C-0735-4833-84AB-A0404576CB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93" name="Rectangle 3092">
                              <a:extLst>
                                <a:ext uri="{FF2B5EF4-FFF2-40B4-BE49-F238E27FC236}">
                                  <a16:creationId xmlns:a16="http://schemas.microsoft.com/office/drawing/2014/main" id="{661CDC06-189A-4D6E-A00F-04B497B6F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094" name="Rectangle 3093">
                              <a:extLst>
                                <a:ext uri="{FF2B5EF4-FFF2-40B4-BE49-F238E27FC236}">
                                  <a16:creationId xmlns:a16="http://schemas.microsoft.com/office/drawing/2014/main" id="{6D55ED04-E945-4B9D-A2A9-B3D5DFFBDE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84" name="Group 3083">
                          <a:extLst>
                            <a:ext uri="{FF2B5EF4-FFF2-40B4-BE49-F238E27FC236}">
                              <a16:creationId xmlns:a16="http://schemas.microsoft.com/office/drawing/2014/main" id="{1F2A4C43-972E-40A0-9AA3-30052CE980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85" name="Group 3084">
                            <a:extLst>
                              <a:ext uri="{FF2B5EF4-FFF2-40B4-BE49-F238E27FC236}">
                                <a16:creationId xmlns:a16="http://schemas.microsoft.com/office/drawing/2014/main" id="{F32F9237-39C5-4F2E-9FC5-AEF96725A2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89" name="Rectangle 3088">
                              <a:extLst>
                                <a:ext uri="{FF2B5EF4-FFF2-40B4-BE49-F238E27FC236}">
                                  <a16:creationId xmlns:a16="http://schemas.microsoft.com/office/drawing/2014/main" id="{8ED5B888-1468-49F4-AD85-CDA73568F2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090" name="Rectangle 3089">
                              <a:extLst>
                                <a:ext uri="{FF2B5EF4-FFF2-40B4-BE49-F238E27FC236}">
                                  <a16:creationId xmlns:a16="http://schemas.microsoft.com/office/drawing/2014/main" id="{9CC4365E-4D67-4648-BFF1-079BB075CF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86" name="Group 3085">
                            <a:extLst>
                              <a:ext uri="{FF2B5EF4-FFF2-40B4-BE49-F238E27FC236}">
                                <a16:creationId xmlns:a16="http://schemas.microsoft.com/office/drawing/2014/main" id="{E2681B3B-1E21-46AF-975E-344F5FBB73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87" name="Rectangle 3086">
                              <a:extLst>
                                <a:ext uri="{FF2B5EF4-FFF2-40B4-BE49-F238E27FC236}">
                                  <a16:creationId xmlns:a16="http://schemas.microsoft.com/office/drawing/2014/main" id="{AC1BD89B-F9EC-4554-95E8-A3D88DBA86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088" name="Rectangle 3087">
                              <a:extLst>
                                <a:ext uri="{FF2B5EF4-FFF2-40B4-BE49-F238E27FC236}">
                                  <a16:creationId xmlns:a16="http://schemas.microsoft.com/office/drawing/2014/main" id="{B9B3E037-A02B-42DF-A00E-5C7731D8A8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016" name="Group 3015">
                    <a:extLst>
                      <a:ext uri="{FF2B5EF4-FFF2-40B4-BE49-F238E27FC236}">
                        <a16:creationId xmlns:a16="http://schemas.microsoft.com/office/drawing/2014/main" id="{A67A5D72-BABE-4881-994F-699F8C220CF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017" name="Group 3016">
                      <a:extLst>
                        <a:ext uri="{FF2B5EF4-FFF2-40B4-BE49-F238E27FC236}">
                          <a16:creationId xmlns:a16="http://schemas.microsoft.com/office/drawing/2014/main" id="{DD2745A8-B2DB-4217-9061-4FF389C65B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49" name="Group 3048">
                        <a:extLst>
                          <a:ext uri="{FF2B5EF4-FFF2-40B4-BE49-F238E27FC236}">
                            <a16:creationId xmlns:a16="http://schemas.microsoft.com/office/drawing/2014/main" id="{2173FA6D-3C40-4CD9-AC31-68113C2732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65" name="Group 3064">
                          <a:extLst>
                            <a:ext uri="{FF2B5EF4-FFF2-40B4-BE49-F238E27FC236}">
                              <a16:creationId xmlns:a16="http://schemas.microsoft.com/office/drawing/2014/main" id="{66678BF3-77ED-468E-8CD3-4541FCF1A6B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73" name="Group 3072">
                            <a:extLst>
                              <a:ext uri="{FF2B5EF4-FFF2-40B4-BE49-F238E27FC236}">
                                <a16:creationId xmlns:a16="http://schemas.microsoft.com/office/drawing/2014/main" id="{1E2506AF-1221-4C27-97BC-F0AC290B50B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7" name="Rectangle 3076">
                              <a:extLst>
                                <a:ext uri="{FF2B5EF4-FFF2-40B4-BE49-F238E27FC236}">
                                  <a16:creationId xmlns:a16="http://schemas.microsoft.com/office/drawing/2014/main" id="{D4728C8B-CE3C-458C-B277-F534716BB7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078" name="Rectangle 3077">
                              <a:extLst>
                                <a:ext uri="{FF2B5EF4-FFF2-40B4-BE49-F238E27FC236}">
                                  <a16:creationId xmlns:a16="http://schemas.microsoft.com/office/drawing/2014/main" id="{843DA9FB-324E-457A-8CF9-E95EF73A0D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74" name="Group 3073">
                            <a:extLst>
                              <a:ext uri="{FF2B5EF4-FFF2-40B4-BE49-F238E27FC236}">
                                <a16:creationId xmlns:a16="http://schemas.microsoft.com/office/drawing/2014/main" id="{3CB6DEE7-9846-4F12-A06D-27155E329B6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5" name="Rectangle 3074">
                              <a:extLst>
                                <a:ext uri="{FF2B5EF4-FFF2-40B4-BE49-F238E27FC236}">
                                  <a16:creationId xmlns:a16="http://schemas.microsoft.com/office/drawing/2014/main" id="{25E6051B-F425-4FDF-9DE5-D47552EA4F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076" name="Rectangle 3075">
                              <a:extLst>
                                <a:ext uri="{FF2B5EF4-FFF2-40B4-BE49-F238E27FC236}">
                                  <a16:creationId xmlns:a16="http://schemas.microsoft.com/office/drawing/2014/main" id="{A37424BA-9DCE-48AC-BAD2-8E2450E64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66" name="Group 3065">
                          <a:extLst>
                            <a:ext uri="{FF2B5EF4-FFF2-40B4-BE49-F238E27FC236}">
                              <a16:creationId xmlns:a16="http://schemas.microsoft.com/office/drawing/2014/main" id="{52E9A124-52A1-49EC-AC97-52564927F0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67" name="Group 3066">
                            <a:extLst>
                              <a:ext uri="{FF2B5EF4-FFF2-40B4-BE49-F238E27FC236}">
                                <a16:creationId xmlns:a16="http://schemas.microsoft.com/office/drawing/2014/main" id="{A88E4E9F-4D7F-4413-B2F6-B2B3D29F2C5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1" name="Rectangle 3070">
                              <a:extLst>
                                <a:ext uri="{FF2B5EF4-FFF2-40B4-BE49-F238E27FC236}">
                                  <a16:creationId xmlns:a16="http://schemas.microsoft.com/office/drawing/2014/main" id="{A6D6E51E-DD61-4E74-80C7-36BC35F4BC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072" name="Rectangle 3071">
                              <a:extLst>
                                <a:ext uri="{FF2B5EF4-FFF2-40B4-BE49-F238E27FC236}">
                                  <a16:creationId xmlns:a16="http://schemas.microsoft.com/office/drawing/2014/main" id="{1BF69A08-843B-4F99-8DD7-4B9E2C9E5A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68" name="Group 3067">
                            <a:extLst>
                              <a:ext uri="{FF2B5EF4-FFF2-40B4-BE49-F238E27FC236}">
                                <a16:creationId xmlns:a16="http://schemas.microsoft.com/office/drawing/2014/main" id="{E1CEF4B9-316C-4A51-9DB6-9B12290333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9" name="Rectangle 3068">
                              <a:extLst>
                                <a:ext uri="{FF2B5EF4-FFF2-40B4-BE49-F238E27FC236}">
                                  <a16:creationId xmlns:a16="http://schemas.microsoft.com/office/drawing/2014/main" id="{73AE32F2-C91E-47EA-877C-7EE96D694A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070" name="Rectangle 3069">
                              <a:extLst>
                                <a:ext uri="{FF2B5EF4-FFF2-40B4-BE49-F238E27FC236}">
                                  <a16:creationId xmlns:a16="http://schemas.microsoft.com/office/drawing/2014/main" id="{419934D4-7FEC-42D8-A702-D09F262E8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50" name="Group 3049">
                        <a:extLst>
                          <a:ext uri="{FF2B5EF4-FFF2-40B4-BE49-F238E27FC236}">
                            <a16:creationId xmlns:a16="http://schemas.microsoft.com/office/drawing/2014/main" id="{BE482B33-8927-479F-8296-50F766B6DE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51" name="Group 3050">
                          <a:extLst>
                            <a:ext uri="{FF2B5EF4-FFF2-40B4-BE49-F238E27FC236}">
                              <a16:creationId xmlns:a16="http://schemas.microsoft.com/office/drawing/2014/main" id="{17EF8711-6606-4071-A97D-0A542235B9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59" name="Group 3058">
                            <a:extLst>
                              <a:ext uri="{FF2B5EF4-FFF2-40B4-BE49-F238E27FC236}">
                                <a16:creationId xmlns:a16="http://schemas.microsoft.com/office/drawing/2014/main" id="{053248DB-F914-41F2-A00D-E05D810A36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3" name="Rectangle 3062">
                              <a:extLst>
                                <a:ext uri="{FF2B5EF4-FFF2-40B4-BE49-F238E27FC236}">
                                  <a16:creationId xmlns:a16="http://schemas.microsoft.com/office/drawing/2014/main" id="{12D9618E-6C9C-4D24-8F72-0B8A2E7560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064" name="Rectangle 3063">
                              <a:extLst>
                                <a:ext uri="{FF2B5EF4-FFF2-40B4-BE49-F238E27FC236}">
                                  <a16:creationId xmlns:a16="http://schemas.microsoft.com/office/drawing/2014/main" id="{E352C26F-AC56-43FD-A7FA-42C94362B0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60" name="Group 3059">
                            <a:extLst>
                              <a:ext uri="{FF2B5EF4-FFF2-40B4-BE49-F238E27FC236}">
                                <a16:creationId xmlns:a16="http://schemas.microsoft.com/office/drawing/2014/main" id="{2B204EB6-343C-4310-A98F-44BC6CADB4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1" name="Rectangle 3060">
                              <a:extLst>
                                <a:ext uri="{FF2B5EF4-FFF2-40B4-BE49-F238E27FC236}">
                                  <a16:creationId xmlns:a16="http://schemas.microsoft.com/office/drawing/2014/main" id="{D528D996-D693-4D45-8940-325416ABA7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062" name="Rectangle 3061">
                              <a:extLst>
                                <a:ext uri="{FF2B5EF4-FFF2-40B4-BE49-F238E27FC236}">
                                  <a16:creationId xmlns:a16="http://schemas.microsoft.com/office/drawing/2014/main" id="{0613366D-20F6-47F7-BA2B-AD328EE9A2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52" name="Group 3051">
                          <a:extLst>
                            <a:ext uri="{FF2B5EF4-FFF2-40B4-BE49-F238E27FC236}">
                              <a16:creationId xmlns:a16="http://schemas.microsoft.com/office/drawing/2014/main" id="{D543F487-94A2-4C30-B640-14B362576D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53" name="Group 3052">
                            <a:extLst>
                              <a:ext uri="{FF2B5EF4-FFF2-40B4-BE49-F238E27FC236}">
                                <a16:creationId xmlns:a16="http://schemas.microsoft.com/office/drawing/2014/main" id="{BC2FFD24-9B3E-4E70-BDE6-959B4A7631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57" name="Rectangle 3056">
                              <a:extLst>
                                <a:ext uri="{FF2B5EF4-FFF2-40B4-BE49-F238E27FC236}">
                                  <a16:creationId xmlns:a16="http://schemas.microsoft.com/office/drawing/2014/main" id="{90DAE374-25F6-430D-AE65-056DFD3807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058" name="Rectangle 3057">
                              <a:extLst>
                                <a:ext uri="{FF2B5EF4-FFF2-40B4-BE49-F238E27FC236}">
                                  <a16:creationId xmlns:a16="http://schemas.microsoft.com/office/drawing/2014/main" id="{3E885582-694F-4D73-A354-961190F89D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54" name="Group 3053">
                            <a:extLst>
                              <a:ext uri="{FF2B5EF4-FFF2-40B4-BE49-F238E27FC236}">
                                <a16:creationId xmlns:a16="http://schemas.microsoft.com/office/drawing/2014/main" id="{58D13903-58BB-424D-8730-185D04427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55" name="Rectangle 3054">
                              <a:extLst>
                                <a:ext uri="{FF2B5EF4-FFF2-40B4-BE49-F238E27FC236}">
                                  <a16:creationId xmlns:a16="http://schemas.microsoft.com/office/drawing/2014/main" id="{37A55D76-3D08-4697-B627-E221FE2D5F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056" name="Rectangle 3055">
                              <a:extLst>
                                <a:ext uri="{FF2B5EF4-FFF2-40B4-BE49-F238E27FC236}">
                                  <a16:creationId xmlns:a16="http://schemas.microsoft.com/office/drawing/2014/main" id="{9F65FC9B-6F0F-48F6-B2FA-E5A2D24AB7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018" name="Group 3017">
                      <a:extLst>
                        <a:ext uri="{FF2B5EF4-FFF2-40B4-BE49-F238E27FC236}">
                          <a16:creationId xmlns:a16="http://schemas.microsoft.com/office/drawing/2014/main" id="{A7BC7732-FB41-4EB6-883F-3D86C45F8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19" name="Group 3018">
                        <a:extLst>
                          <a:ext uri="{FF2B5EF4-FFF2-40B4-BE49-F238E27FC236}">
                            <a16:creationId xmlns:a16="http://schemas.microsoft.com/office/drawing/2014/main" id="{55EF08F4-1845-47A5-9D08-067B50A0AFD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35" name="Group 3034">
                          <a:extLst>
                            <a:ext uri="{FF2B5EF4-FFF2-40B4-BE49-F238E27FC236}">
                              <a16:creationId xmlns:a16="http://schemas.microsoft.com/office/drawing/2014/main" id="{D0163655-7D72-4D57-97B3-E9914184EF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43" name="Group 3042">
                            <a:extLst>
                              <a:ext uri="{FF2B5EF4-FFF2-40B4-BE49-F238E27FC236}">
                                <a16:creationId xmlns:a16="http://schemas.microsoft.com/office/drawing/2014/main" id="{9EF76FBD-4C07-44A1-88AC-DA0D9A78E6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7" name="Rectangle 3046">
                              <a:extLst>
                                <a:ext uri="{FF2B5EF4-FFF2-40B4-BE49-F238E27FC236}">
                                  <a16:creationId xmlns:a16="http://schemas.microsoft.com/office/drawing/2014/main" id="{307F9F25-955C-4482-9540-C5283155B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048" name="Rectangle 3047">
                              <a:extLst>
                                <a:ext uri="{FF2B5EF4-FFF2-40B4-BE49-F238E27FC236}">
                                  <a16:creationId xmlns:a16="http://schemas.microsoft.com/office/drawing/2014/main" id="{2F88F4CF-2DC4-40F3-8FA2-2156C9C580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44" name="Group 3043">
                            <a:extLst>
                              <a:ext uri="{FF2B5EF4-FFF2-40B4-BE49-F238E27FC236}">
                                <a16:creationId xmlns:a16="http://schemas.microsoft.com/office/drawing/2014/main" id="{92AFB9BC-5E4C-445A-B82F-EA156C9EFF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5" name="Rectangle 3044">
                              <a:extLst>
                                <a:ext uri="{FF2B5EF4-FFF2-40B4-BE49-F238E27FC236}">
                                  <a16:creationId xmlns:a16="http://schemas.microsoft.com/office/drawing/2014/main" id="{1894CDF2-E507-45B6-8639-7D3744C5C9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046" name="Rectangle 3045">
                              <a:extLst>
                                <a:ext uri="{FF2B5EF4-FFF2-40B4-BE49-F238E27FC236}">
                                  <a16:creationId xmlns:a16="http://schemas.microsoft.com/office/drawing/2014/main" id="{3F17FA79-414B-4D3E-B1A3-F5AF312890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36" name="Group 3035">
                          <a:extLst>
                            <a:ext uri="{FF2B5EF4-FFF2-40B4-BE49-F238E27FC236}">
                              <a16:creationId xmlns:a16="http://schemas.microsoft.com/office/drawing/2014/main" id="{BE6F29FE-655E-4D6F-AEDB-BFBEF24D87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37" name="Group 3036">
                            <a:extLst>
                              <a:ext uri="{FF2B5EF4-FFF2-40B4-BE49-F238E27FC236}">
                                <a16:creationId xmlns:a16="http://schemas.microsoft.com/office/drawing/2014/main" id="{E003FE3B-BE9A-4123-A6C0-9D129DB6707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1" name="Rectangle 3040">
                              <a:extLst>
                                <a:ext uri="{FF2B5EF4-FFF2-40B4-BE49-F238E27FC236}">
                                  <a16:creationId xmlns:a16="http://schemas.microsoft.com/office/drawing/2014/main" id="{406FBB5A-2EDB-48A6-BABC-FBF99890F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042" name="Rectangle 3041">
                              <a:extLst>
                                <a:ext uri="{FF2B5EF4-FFF2-40B4-BE49-F238E27FC236}">
                                  <a16:creationId xmlns:a16="http://schemas.microsoft.com/office/drawing/2014/main" id="{C9FF8365-F86C-440B-A72F-AD528AC693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38" name="Group 3037">
                            <a:extLst>
                              <a:ext uri="{FF2B5EF4-FFF2-40B4-BE49-F238E27FC236}">
                                <a16:creationId xmlns:a16="http://schemas.microsoft.com/office/drawing/2014/main" id="{73C27593-2352-4630-86AC-5E793A0629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9" name="Rectangle 3038">
                              <a:extLst>
                                <a:ext uri="{FF2B5EF4-FFF2-40B4-BE49-F238E27FC236}">
                                  <a16:creationId xmlns:a16="http://schemas.microsoft.com/office/drawing/2014/main" id="{52C1570D-F382-49B8-9B3C-913660D0B9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040" name="Rectangle 3039">
                              <a:extLst>
                                <a:ext uri="{FF2B5EF4-FFF2-40B4-BE49-F238E27FC236}">
                                  <a16:creationId xmlns:a16="http://schemas.microsoft.com/office/drawing/2014/main" id="{40F1B234-BCFB-4B36-840A-99A21C8879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20" name="Group 3019">
                        <a:extLst>
                          <a:ext uri="{FF2B5EF4-FFF2-40B4-BE49-F238E27FC236}">
                            <a16:creationId xmlns:a16="http://schemas.microsoft.com/office/drawing/2014/main" id="{5B74CA27-7FDC-409F-9147-B74B57FBE7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21" name="Group 3020">
                          <a:extLst>
                            <a:ext uri="{FF2B5EF4-FFF2-40B4-BE49-F238E27FC236}">
                              <a16:creationId xmlns:a16="http://schemas.microsoft.com/office/drawing/2014/main" id="{CE6388E5-D3C3-408A-BE57-248AFA9C41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29" name="Group 3028">
                            <a:extLst>
                              <a:ext uri="{FF2B5EF4-FFF2-40B4-BE49-F238E27FC236}">
                                <a16:creationId xmlns:a16="http://schemas.microsoft.com/office/drawing/2014/main" id="{77C8F058-6F7A-44A2-94E0-44EE732EDE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3" name="Rectangle 3032">
                              <a:extLst>
                                <a:ext uri="{FF2B5EF4-FFF2-40B4-BE49-F238E27FC236}">
                                  <a16:creationId xmlns:a16="http://schemas.microsoft.com/office/drawing/2014/main" id="{FD5BB331-1159-4A1C-B704-A040DD1F53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034" name="Rectangle 3033">
                              <a:extLst>
                                <a:ext uri="{FF2B5EF4-FFF2-40B4-BE49-F238E27FC236}">
                                  <a16:creationId xmlns:a16="http://schemas.microsoft.com/office/drawing/2014/main" id="{F786076A-37A0-4FC8-9F64-2419A33D4A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30" name="Group 3029">
                            <a:extLst>
                              <a:ext uri="{FF2B5EF4-FFF2-40B4-BE49-F238E27FC236}">
                                <a16:creationId xmlns:a16="http://schemas.microsoft.com/office/drawing/2014/main" id="{786931D8-4380-4B9A-839A-A61C2EFF6F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1" name="Rectangle 3030">
                              <a:extLst>
                                <a:ext uri="{FF2B5EF4-FFF2-40B4-BE49-F238E27FC236}">
                                  <a16:creationId xmlns:a16="http://schemas.microsoft.com/office/drawing/2014/main" id="{BB9C0D26-EBAD-45F2-9F3E-91C2A58D14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032" name="Rectangle 3031">
                              <a:extLst>
                                <a:ext uri="{FF2B5EF4-FFF2-40B4-BE49-F238E27FC236}">
                                  <a16:creationId xmlns:a16="http://schemas.microsoft.com/office/drawing/2014/main" id="{75A3A57D-0D77-4E13-9404-B6788767C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22" name="Group 3021">
                          <a:extLst>
                            <a:ext uri="{FF2B5EF4-FFF2-40B4-BE49-F238E27FC236}">
                              <a16:creationId xmlns:a16="http://schemas.microsoft.com/office/drawing/2014/main" id="{7F161B20-EB67-4E62-B80F-AD25914469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23" name="Group 3022">
                            <a:extLst>
                              <a:ext uri="{FF2B5EF4-FFF2-40B4-BE49-F238E27FC236}">
                                <a16:creationId xmlns:a16="http://schemas.microsoft.com/office/drawing/2014/main" id="{DF30C5B8-DBAF-435E-B15C-820446E236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27" name="Rectangle 3026">
                              <a:extLst>
                                <a:ext uri="{FF2B5EF4-FFF2-40B4-BE49-F238E27FC236}">
                                  <a16:creationId xmlns:a16="http://schemas.microsoft.com/office/drawing/2014/main" id="{C3D7AFAA-9F91-4597-9001-D192907E5F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028" name="Rectangle 3027">
                              <a:extLst>
                                <a:ext uri="{FF2B5EF4-FFF2-40B4-BE49-F238E27FC236}">
                                  <a16:creationId xmlns:a16="http://schemas.microsoft.com/office/drawing/2014/main" id="{69D311A2-8780-4DAA-AA51-DCBF15DB54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24" name="Group 3023">
                            <a:extLst>
                              <a:ext uri="{FF2B5EF4-FFF2-40B4-BE49-F238E27FC236}">
                                <a16:creationId xmlns:a16="http://schemas.microsoft.com/office/drawing/2014/main" id="{8B4E5FCE-52B0-4F8B-8FFC-30761E6F4B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25" name="Rectangle 3024">
                              <a:extLst>
                                <a:ext uri="{FF2B5EF4-FFF2-40B4-BE49-F238E27FC236}">
                                  <a16:creationId xmlns:a16="http://schemas.microsoft.com/office/drawing/2014/main" id="{CF6D7CB0-251A-4A03-9837-5DD24E777F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026" name="Rectangle 3025">
                              <a:extLst>
                                <a:ext uri="{FF2B5EF4-FFF2-40B4-BE49-F238E27FC236}">
                                  <a16:creationId xmlns:a16="http://schemas.microsoft.com/office/drawing/2014/main" id="{3BDCCB6F-348D-4192-9F06-0820DEC283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0BB1F0DE-15D5-405D-89AF-1F613DBC0F0A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2759" name="Group 2758">
                  <a:extLst>
                    <a:ext uri="{FF2B5EF4-FFF2-40B4-BE49-F238E27FC236}">
                      <a16:creationId xmlns:a16="http://schemas.microsoft.com/office/drawing/2014/main" id="{175AB4BE-1E50-45A0-84F4-89866120409D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2887" name="Group 2886">
                    <a:extLst>
                      <a:ext uri="{FF2B5EF4-FFF2-40B4-BE49-F238E27FC236}">
                        <a16:creationId xmlns:a16="http://schemas.microsoft.com/office/drawing/2014/main" id="{3186A8E4-51B6-48F0-97D4-890B9B8050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951" name="Group 2950">
                      <a:extLst>
                        <a:ext uri="{FF2B5EF4-FFF2-40B4-BE49-F238E27FC236}">
                          <a16:creationId xmlns:a16="http://schemas.microsoft.com/office/drawing/2014/main" id="{CF9E1C3A-8518-4121-A5FC-6ABF9429FF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83" name="Group 2982">
                        <a:extLst>
                          <a:ext uri="{FF2B5EF4-FFF2-40B4-BE49-F238E27FC236}">
                            <a16:creationId xmlns:a16="http://schemas.microsoft.com/office/drawing/2014/main" id="{EA74605B-E52F-47C8-B6B3-A145CB389D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99" name="Group 2998">
                          <a:extLst>
                            <a:ext uri="{FF2B5EF4-FFF2-40B4-BE49-F238E27FC236}">
                              <a16:creationId xmlns:a16="http://schemas.microsoft.com/office/drawing/2014/main" id="{A90968E5-C10A-4197-99BE-15BA124E46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07" name="Group 3006">
                            <a:extLst>
                              <a:ext uri="{FF2B5EF4-FFF2-40B4-BE49-F238E27FC236}">
                                <a16:creationId xmlns:a16="http://schemas.microsoft.com/office/drawing/2014/main" id="{89F3A028-1330-4B48-A7D3-95102165A0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11" name="Rectangle 3010">
                              <a:extLst>
                                <a:ext uri="{FF2B5EF4-FFF2-40B4-BE49-F238E27FC236}">
                                  <a16:creationId xmlns:a16="http://schemas.microsoft.com/office/drawing/2014/main" id="{0B8F074D-EC6C-400B-8C5F-2CCAFB0344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012" name="Rectangle 3011">
                              <a:extLst>
                                <a:ext uri="{FF2B5EF4-FFF2-40B4-BE49-F238E27FC236}">
                                  <a16:creationId xmlns:a16="http://schemas.microsoft.com/office/drawing/2014/main" id="{58A9A906-2604-47A3-B266-64CE20528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08" name="Group 3007">
                            <a:extLst>
                              <a:ext uri="{FF2B5EF4-FFF2-40B4-BE49-F238E27FC236}">
                                <a16:creationId xmlns:a16="http://schemas.microsoft.com/office/drawing/2014/main" id="{AA2B6860-1CF3-463A-B383-FA7D171B7C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9" name="Rectangle 3008">
                              <a:extLst>
                                <a:ext uri="{FF2B5EF4-FFF2-40B4-BE49-F238E27FC236}">
                                  <a16:creationId xmlns:a16="http://schemas.microsoft.com/office/drawing/2014/main" id="{29DF8692-4CB5-46E3-BB63-B34F79CA56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010" name="Rectangle 3009">
                              <a:extLst>
                                <a:ext uri="{FF2B5EF4-FFF2-40B4-BE49-F238E27FC236}">
                                  <a16:creationId xmlns:a16="http://schemas.microsoft.com/office/drawing/2014/main" id="{4567ED83-E128-4B9B-8AEC-9086EBA415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00" name="Group 2999">
                          <a:extLst>
                            <a:ext uri="{FF2B5EF4-FFF2-40B4-BE49-F238E27FC236}">
                              <a16:creationId xmlns:a16="http://schemas.microsoft.com/office/drawing/2014/main" id="{FF3D933D-9261-43FD-AE4A-FBDBFED7D64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01" name="Group 3000">
                            <a:extLst>
                              <a:ext uri="{FF2B5EF4-FFF2-40B4-BE49-F238E27FC236}">
                                <a16:creationId xmlns:a16="http://schemas.microsoft.com/office/drawing/2014/main" id="{EEDC2826-C589-4B1C-8B30-AE0A752319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5" name="Rectangle 3004">
                              <a:extLst>
                                <a:ext uri="{FF2B5EF4-FFF2-40B4-BE49-F238E27FC236}">
                                  <a16:creationId xmlns:a16="http://schemas.microsoft.com/office/drawing/2014/main" id="{4AEEDBCD-3A6D-4965-BC89-1DCCC8EDCF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006" name="Rectangle 3005">
                              <a:extLst>
                                <a:ext uri="{FF2B5EF4-FFF2-40B4-BE49-F238E27FC236}">
                                  <a16:creationId xmlns:a16="http://schemas.microsoft.com/office/drawing/2014/main" id="{6E3C5F3A-8CBC-44A3-B57E-8BA150DCDE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02" name="Group 3001">
                            <a:extLst>
                              <a:ext uri="{FF2B5EF4-FFF2-40B4-BE49-F238E27FC236}">
                                <a16:creationId xmlns:a16="http://schemas.microsoft.com/office/drawing/2014/main" id="{E5C73DA4-DA9E-4730-9781-4599584A47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3" name="Rectangle 3002">
                              <a:extLst>
                                <a:ext uri="{FF2B5EF4-FFF2-40B4-BE49-F238E27FC236}">
                                  <a16:creationId xmlns:a16="http://schemas.microsoft.com/office/drawing/2014/main" id="{B62634A7-188B-418F-8F5A-C1514FD1CE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004" name="Rectangle 3003">
                              <a:extLst>
                                <a:ext uri="{FF2B5EF4-FFF2-40B4-BE49-F238E27FC236}">
                                  <a16:creationId xmlns:a16="http://schemas.microsoft.com/office/drawing/2014/main" id="{D7D6B3F0-4A47-43BC-A90A-D9BA3F75B9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84" name="Group 2983">
                        <a:extLst>
                          <a:ext uri="{FF2B5EF4-FFF2-40B4-BE49-F238E27FC236}">
                            <a16:creationId xmlns:a16="http://schemas.microsoft.com/office/drawing/2014/main" id="{FABD6C4A-6D9C-4848-907C-4CF1D21EEC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85" name="Group 2984">
                          <a:extLst>
                            <a:ext uri="{FF2B5EF4-FFF2-40B4-BE49-F238E27FC236}">
                              <a16:creationId xmlns:a16="http://schemas.microsoft.com/office/drawing/2014/main" id="{00D01F5C-8A5E-4D16-9DAB-0922DB6FA3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93" name="Group 2992">
                            <a:extLst>
                              <a:ext uri="{FF2B5EF4-FFF2-40B4-BE49-F238E27FC236}">
                                <a16:creationId xmlns:a16="http://schemas.microsoft.com/office/drawing/2014/main" id="{E0176EC8-C0A9-4B48-8F98-FA343BB9B8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7" name="Rectangle 2996">
                              <a:extLst>
                                <a:ext uri="{FF2B5EF4-FFF2-40B4-BE49-F238E27FC236}">
                                  <a16:creationId xmlns:a16="http://schemas.microsoft.com/office/drawing/2014/main" id="{5FB65B0D-73E6-4C21-9E1F-B5373C5200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998" name="Rectangle 2997">
                              <a:extLst>
                                <a:ext uri="{FF2B5EF4-FFF2-40B4-BE49-F238E27FC236}">
                                  <a16:creationId xmlns:a16="http://schemas.microsoft.com/office/drawing/2014/main" id="{60A3FAFC-E297-4FCC-9289-6DBA5BE0CB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94" name="Group 2993">
                            <a:extLst>
                              <a:ext uri="{FF2B5EF4-FFF2-40B4-BE49-F238E27FC236}">
                                <a16:creationId xmlns:a16="http://schemas.microsoft.com/office/drawing/2014/main" id="{D3913815-BA78-4F38-BE8A-972E8437C10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5" name="Rectangle 2994">
                              <a:extLst>
                                <a:ext uri="{FF2B5EF4-FFF2-40B4-BE49-F238E27FC236}">
                                  <a16:creationId xmlns:a16="http://schemas.microsoft.com/office/drawing/2014/main" id="{8BC8C5B8-70B7-4FF5-990F-48D796481D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996" name="Rectangle 2995">
                              <a:extLst>
                                <a:ext uri="{FF2B5EF4-FFF2-40B4-BE49-F238E27FC236}">
                                  <a16:creationId xmlns:a16="http://schemas.microsoft.com/office/drawing/2014/main" id="{A5B8D945-304A-44BC-8FAE-3A7E48FB76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86" name="Group 2985">
                          <a:extLst>
                            <a:ext uri="{FF2B5EF4-FFF2-40B4-BE49-F238E27FC236}">
                              <a16:creationId xmlns:a16="http://schemas.microsoft.com/office/drawing/2014/main" id="{C4C942D5-AA5D-4C00-9E3A-81729E8AF0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87" name="Group 2986">
                            <a:extLst>
                              <a:ext uri="{FF2B5EF4-FFF2-40B4-BE49-F238E27FC236}">
                                <a16:creationId xmlns:a16="http://schemas.microsoft.com/office/drawing/2014/main" id="{79CC2B9F-3897-4278-9E8D-C7E71C894D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1" name="Rectangle 2990">
                              <a:extLst>
                                <a:ext uri="{FF2B5EF4-FFF2-40B4-BE49-F238E27FC236}">
                                  <a16:creationId xmlns:a16="http://schemas.microsoft.com/office/drawing/2014/main" id="{72738FE7-12B0-460E-9C63-5F300EBF51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992" name="Rectangle 2991">
                              <a:extLst>
                                <a:ext uri="{FF2B5EF4-FFF2-40B4-BE49-F238E27FC236}">
                                  <a16:creationId xmlns:a16="http://schemas.microsoft.com/office/drawing/2014/main" id="{B55C841D-2E92-4058-B7B8-46D223BC5B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88" name="Group 2987">
                            <a:extLst>
                              <a:ext uri="{FF2B5EF4-FFF2-40B4-BE49-F238E27FC236}">
                                <a16:creationId xmlns:a16="http://schemas.microsoft.com/office/drawing/2014/main" id="{C5C7B66D-9E4F-4A67-BA64-90C89DB854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89" name="Rectangle 2988">
                              <a:extLst>
                                <a:ext uri="{FF2B5EF4-FFF2-40B4-BE49-F238E27FC236}">
                                  <a16:creationId xmlns:a16="http://schemas.microsoft.com/office/drawing/2014/main" id="{4B977F65-0AAB-4E1C-8EE6-EEF61E417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990" name="Rectangle 2989">
                              <a:extLst>
                                <a:ext uri="{FF2B5EF4-FFF2-40B4-BE49-F238E27FC236}">
                                  <a16:creationId xmlns:a16="http://schemas.microsoft.com/office/drawing/2014/main" id="{7C18BFA4-1477-4C26-9F70-37407AF98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952" name="Group 2951">
                      <a:extLst>
                        <a:ext uri="{FF2B5EF4-FFF2-40B4-BE49-F238E27FC236}">
                          <a16:creationId xmlns:a16="http://schemas.microsoft.com/office/drawing/2014/main" id="{DDE0F1CF-4254-43C8-8E3D-4E3EE742F6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53" name="Group 2952">
                        <a:extLst>
                          <a:ext uri="{FF2B5EF4-FFF2-40B4-BE49-F238E27FC236}">
                            <a16:creationId xmlns:a16="http://schemas.microsoft.com/office/drawing/2014/main" id="{86F44784-BD32-4FA5-86EA-BD1E0505F00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69" name="Group 2968">
                          <a:extLst>
                            <a:ext uri="{FF2B5EF4-FFF2-40B4-BE49-F238E27FC236}">
                              <a16:creationId xmlns:a16="http://schemas.microsoft.com/office/drawing/2014/main" id="{8ED9452D-5B7A-4CEB-9FB0-CBA8A71FD8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77" name="Group 2976">
                            <a:extLst>
                              <a:ext uri="{FF2B5EF4-FFF2-40B4-BE49-F238E27FC236}">
                                <a16:creationId xmlns:a16="http://schemas.microsoft.com/office/drawing/2014/main" id="{6E870185-C76F-4840-A2D9-F539C5FA0F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81" name="Rectangle 2980">
                              <a:extLst>
                                <a:ext uri="{FF2B5EF4-FFF2-40B4-BE49-F238E27FC236}">
                                  <a16:creationId xmlns:a16="http://schemas.microsoft.com/office/drawing/2014/main" id="{423DC332-2CC7-46DA-AE41-117DC6E9AF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982" name="Rectangle 2981">
                              <a:extLst>
                                <a:ext uri="{FF2B5EF4-FFF2-40B4-BE49-F238E27FC236}">
                                  <a16:creationId xmlns:a16="http://schemas.microsoft.com/office/drawing/2014/main" id="{AA70C922-1461-47DD-8083-140A6F888B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78" name="Group 2977">
                            <a:extLst>
                              <a:ext uri="{FF2B5EF4-FFF2-40B4-BE49-F238E27FC236}">
                                <a16:creationId xmlns:a16="http://schemas.microsoft.com/office/drawing/2014/main" id="{7B85369C-4E2D-4676-AF4E-ACFADF4959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9" name="Rectangle 2978">
                              <a:extLst>
                                <a:ext uri="{FF2B5EF4-FFF2-40B4-BE49-F238E27FC236}">
                                  <a16:creationId xmlns:a16="http://schemas.microsoft.com/office/drawing/2014/main" id="{E322197D-B07F-4011-A415-8900EA0B7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980" name="Rectangle 2979">
                              <a:extLst>
                                <a:ext uri="{FF2B5EF4-FFF2-40B4-BE49-F238E27FC236}">
                                  <a16:creationId xmlns:a16="http://schemas.microsoft.com/office/drawing/2014/main" id="{325D8D06-156D-4338-85DB-E5E5DD9C1D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70" name="Group 2969">
                          <a:extLst>
                            <a:ext uri="{FF2B5EF4-FFF2-40B4-BE49-F238E27FC236}">
                              <a16:creationId xmlns:a16="http://schemas.microsoft.com/office/drawing/2014/main" id="{0B172875-1307-419A-A0F6-E507D15B1D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71" name="Group 2970">
                            <a:extLst>
                              <a:ext uri="{FF2B5EF4-FFF2-40B4-BE49-F238E27FC236}">
                                <a16:creationId xmlns:a16="http://schemas.microsoft.com/office/drawing/2014/main" id="{B3BA17E6-D718-4829-BDC6-142386D25A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5" name="Rectangle 2974">
                              <a:extLst>
                                <a:ext uri="{FF2B5EF4-FFF2-40B4-BE49-F238E27FC236}">
                                  <a16:creationId xmlns:a16="http://schemas.microsoft.com/office/drawing/2014/main" id="{7C04EA4A-DD8F-48F5-BC31-7699B2048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976" name="Rectangle 2975">
                              <a:extLst>
                                <a:ext uri="{FF2B5EF4-FFF2-40B4-BE49-F238E27FC236}">
                                  <a16:creationId xmlns:a16="http://schemas.microsoft.com/office/drawing/2014/main" id="{7355D9D6-D8BD-4B25-B5A2-345E163968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72" name="Group 2971">
                            <a:extLst>
                              <a:ext uri="{FF2B5EF4-FFF2-40B4-BE49-F238E27FC236}">
                                <a16:creationId xmlns:a16="http://schemas.microsoft.com/office/drawing/2014/main" id="{4E853788-70DB-4920-BA93-BCD81B4FDC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3" name="Rectangle 2972">
                              <a:extLst>
                                <a:ext uri="{FF2B5EF4-FFF2-40B4-BE49-F238E27FC236}">
                                  <a16:creationId xmlns:a16="http://schemas.microsoft.com/office/drawing/2014/main" id="{C9AF0C64-FBC3-4835-BED4-DAC7A6C54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974" name="Rectangle 2973">
                              <a:extLst>
                                <a:ext uri="{FF2B5EF4-FFF2-40B4-BE49-F238E27FC236}">
                                  <a16:creationId xmlns:a16="http://schemas.microsoft.com/office/drawing/2014/main" id="{71A89227-D3AB-4571-ADCB-9D4E65B8B9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54" name="Group 2953">
                        <a:extLst>
                          <a:ext uri="{FF2B5EF4-FFF2-40B4-BE49-F238E27FC236}">
                            <a16:creationId xmlns:a16="http://schemas.microsoft.com/office/drawing/2014/main" id="{635A9EA9-706D-495E-BC05-E30F051C78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55" name="Group 2954">
                          <a:extLst>
                            <a:ext uri="{FF2B5EF4-FFF2-40B4-BE49-F238E27FC236}">
                              <a16:creationId xmlns:a16="http://schemas.microsoft.com/office/drawing/2014/main" id="{933917A5-13DF-4040-AF97-59C6AFE9FF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63" name="Group 2962">
                            <a:extLst>
                              <a:ext uri="{FF2B5EF4-FFF2-40B4-BE49-F238E27FC236}">
                                <a16:creationId xmlns:a16="http://schemas.microsoft.com/office/drawing/2014/main" id="{53DBD39C-404C-4DE6-BB9A-BF5B5B6FCF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7" name="Rectangle 2966">
                              <a:extLst>
                                <a:ext uri="{FF2B5EF4-FFF2-40B4-BE49-F238E27FC236}">
                                  <a16:creationId xmlns:a16="http://schemas.microsoft.com/office/drawing/2014/main" id="{4F64E4E3-95FA-455F-9ACC-B567DA98E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968" name="Rectangle 2967">
                              <a:extLst>
                                <a:ext uri="{FF2B5EF4-FFF2-40B4-BE49-F238E27FC236}">
                                  <a16:creationId xmlns:a16="http://schemas.microsoft.com/office/drawing/2014/main" id="{5B24D66C-06CA-48F6-88E5-410C3EF2F1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64" name="Group 2963">
                            <a:extLst>
                              <a:ext uri="{FF2B5EF4-FFF2-40B4-BE49-F238E27FC236}">
                                <a16:creationId xmlns:a16="http://schemas.microsoft.com/office/drawing/2014/main" id="{1FB8BA2D-E3B5-45D7-828B-4D5514EAD34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5" name="Rectangle 2964">
                              <a:extLst>
                                <a:ext uri="{FF2B5EF4-FFF2-40B4-BE49-F238E27FC236}">
                                  <a16:creationId xmlns:a16="http://schemas.microsoft.com/office/drawing/2014/main" id="{43A5696A-DF96-4C2D-BE62-E66F5E5F46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966" name="Rectangle 2965">
                              <a:extLst>
                                <a:ext uri="{FF2B5EF4-FFF2-40B4-BE49-F238E27FC236}">
                                  <a16:creationId xmlns:a16="http://schemas.microsoft.com/office/drawing/2014/main" id="{4E3A39DE-B26A-4897-8CBF-737987F2BD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56" name="Group 2955">
                          <a:extLst>
                            <a:ext uri="{FF2B5EF4-FFF2-40B4-BE49-F238E27FC236}">
                              <a16:creationId xmlns:a16="http://schemas.microsoft.com/office/drawing/2014/main" id="{D7CDC58D-2436-48C6-ADA2-685B663842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57" name="Group 2956">
                            <a:extLst>
                              <a:ext uri="{FF2B5EF4-FFF2-40B4-BE49-F238E27FC236}">
                                <a16:creationId xmlns:a16="http://schemas.microsoft.com/office/drawing/2014/main" id="{E7733D27-518C-42D7-84FB-0031A17C013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1" name="Rectangle 2960">
                              <a:extLst>
                                <a:ext uri="{FF2B5EF4-FFF2-40B4-BE49-F238E27FC236}">
                                  <a16:creationId xmlns:a16="http://schemas.microsoft.com/office/drawing/2014/main" id="{29AF5C21-F84D-4C1B-84CD-1F23BA68FE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962" name="Rectangle 2961">
                              <a:extLst>
                                <a:ext uri="{FF2B5EF4-FFF2-40B4-BE49-F238E27FC236}">
                                  <a16:creationId xmlns:a16="http://schemas.microsoft.com/office/drawing/2014/main" id="{6F58D89D-2E40-412A-823C-F7EC801781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58" name="Group 2957">
                            <a:extLst>
                              <a:ext uri="{FF2B5EF4-FFF2-40B4-BE49-F238E27FC236}">
                                <a16:creationId xmlns:a16="http://schemas.microsoft.com/office/drawing/2014/main" id="{DD1AFF36-3298-4EA2-A23C-4C5000270E3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59" name="Rectangle 2958">
                              <a:extLst>
                                <a:ext uri="{FF2B5EF4-FFF2-40B4-BE49-F238E27FC236}">
                                  <a16:creationId xmlns:a16="http://schemas.microsoft.com/office/drawing/2014/main" id="{7CACAB32-348C-4C76-B974-B0EB8480E2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960" name="Rectangle 2959">
                              <a:extLst>
                                <a:ext uri="{FF2B5EF4-FFF2-40B4-BE49-F238E27FC236}">
                                  <a16:creationId xmlns:a16="http://schemas.microsoft.com/office/drawing/2014/main" id="{A96F3BAC-807F-4456-821D-EC275115A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2888" name="Group 2887">
                    <a:extLst>
                      <a:ext uri="{FF2B5EF4-FFF2-40B4-BE49-F238E27FC236}">
                        <a16:creationId xmlns:a16="http://schemas.microsoft.com/office/drawing/2014/main" id="{24C8467A-79CF-4215-B705-21B8EAFAB07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889" name="Group 2888">
                      <a:extLst>
                        <a:ext uri="{FF2B5EF4-FFF2-40B4-BE49-F238E27FC236}">
                          <a16:creationId xmlns:a16="http://schemas.microsoft.com/office/drawing/2014/main" id="{29AC9137-80E2-4431-9886-BAE3C3F283A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21" name="Group 2920">
                        <a:extLst>
                          <a:ext uri="{FF2B5EF4-FFF2-40B4-BE49-F238E27FC236}">
                            <a16:creationId xmlns:a16="http://schemas.microsoft.com/office/drawing/2014/main" id="{3FA62FAC-9F8F-4FF3-A5AF-3CD6ED582C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37" name="Group 2936">
                          <a:extLst>
                            <a:ext uri="{FF2B5EF4-FFF2-40B4-BE49-F238E27FC236}">
                              <a16:creationId xmlns:a16="http://schemas.microsoft.com/office/drawing/2014/main" id="{44795CF6-E5BE-4B48-8914-92A1B734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45" name="Group 2944">
                            <a:extLst>
                              <a:ext uri="{FF2B5EF4-FFF2-40B4-BE49-F238E27FC236}">
                                <a16:creationId xmlns:a16="http://schemas.microsoft.com/office/drawing/2014/main" id="{F42B192F-0BDF-46A5-B811-39039959C6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9" name="Rectangle 2948">
                              <a:extLst>
                                <a:ext uri="{FF2B5EF4-FFF2-40B4-BE49-F238E27FC236}">
                                  <a16:creationId xmlns:a16="http://schemas.microsoft.com/office/drawing/2014/main" id="{94A83956-3813-45F0-B734-8D800A98D2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950" name="Rectangle 2949">
                              <a:extLst>
                                <a:ext uri="{FF2B5EF4-FFF2-40B4-BE49-F238E27FC236}">
                                  <a16:creationId xmlns:a16="http://schemas.microsoft.com/office/drawing/2014/main" id="{3C526467-4D22-433C-8BEE-4E6DA9ED59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46" name="Group 2945">
                            <a:extLst>
                              <a:ext uri="{FF2B5EF4-FFF2-40B4-BE49-F238E27FC236}">
                                <a16:creationId xmlns:a16="http://schemas.microsoft.com/office/drawing/2014/main" id="{F791DF9F-88A1-4126-9C50-42197429A14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7" name="Rectangle 2946">
                              <a:extLst>
                                <a:ext uri="{FF2B5EF4-FFF2-40B4-BE49-F238E27FC236}">
                                  <a16:creationId xmlns:a16="http://schemas.microsoft.com/office/drawing/2014/main" id="{4943E34B-1535-4789-BB7B-3E370A8EF2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948" name="Rectangle 2947">
                              <a:extLst>
                                <a:ext uri="{FF2B5EF4-FFF2-40B4-BE49-F238E27FC236}">
                                  <a16:creationId xmlns:a16="http://schemas.microsoft.com/office/drawing/2014/main" id="{5CB2541C-5464-4DB0-A77C-0D34C38A4F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38" name="Group 2937">
                          <a:extLst>
                            <a:ext uri="{FF2B5EF4-FFF2-40B4-BE49-F238E27FC236}">
                              <a16:creationId xmlns:a16="http://schemas.microsoft.com/office/drawing/2014/main" id="{E766DFFF-3834-41A3-8797-562AB4ED50B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39" name="Group 2938">
                            <a:extLst>
                              <a:ext uri="{FF2B5EF4-FFF2-40B4-BE49-F238E27FC236}">
                                <a16:creationId xmlns:a16="http://schemas.microsoft.com/office/drawing/2014/main" id="{A7B91782-F220-4C48-96F8-14DBA11978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3" name="Rectangle 2942">
                              <a:extLst>
                                <a:ext uri="{FF2B5EF4-FFF2-40B4-BE49-F238E27FC236}">
                                  <a16:creationId xmlns:a16="http://schemas.microsoft.com/office/drawing/2014/main" id="{B4DE33A5-4CCD-42D2-9E98-5FD533147D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944" name="Rectangle 2943">
                              <a:extLst>
                                <a:ext uri="{FF2B5EF4-FFF2-40B4-BE49-F238E27FC236}">
                                  <a16:creationId xmlns:a16="http://schemas.microsoft.com/office/drawing/2014/main" id="{6F9098B4-AFC6-4CA1-B920-D271EC52BE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40" name="Group 2939">
                            <a:extLst>
                              <a:ext uri="{FF2B5EF4-FFF2-40B4-BE49-F238E27FC236}">
                                <a16:creationId xmlns:a16="http://schemas.microsoft.com/office/drawing/2014/main" id="{708B8A64-871C-4A2D-85DD-7CE0D2345B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1" name="Rectangle 2940">
                              <a:extLst>
                                <a:ext uri="{FF2B5EF4-FFF2-40B4-BE49-F238E27FC236}">
                                  <a16:creationId xmlns:a16="http://schemas.microsoft.com/office/drawing/2014/main" id="{AAA55260-71E3-4FFC-AF54-34F90D93CA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942" name="Rectangle 2941">
                              <a:extLst>
                                <a:ext uri="{FF2B5EF4-FFF2-40B4-BE49-F238E27FC236}">
                                  <a16:creationId xmlns:a16="http://schemas.microsoft.com/office/drawing/2014/main" id="{738B031E-5C90-4107-960B-A631CC64B4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22" name="Group 2921">
                        <a:extLst>
                          <a:ext uri="{FF2B5EF4-FFF2-40B4-BE49-F238E27FC236}">
                            <a16:creationId xmlns:a16="http://schemas.microsoft.com/office/drawing/2014/main" id="{42DDFA29-E52C-42A8-93C4-9B7C5020D5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23" name="Group 2922">
                          <a:extLst>
                            <a:ext uri="{FF2B5EF4-FFF2-40B4-BE49-F238E27FC236}">
                              <a16:creationId xmlns:a16="http://schemas.microsoft.com/office/drawing/2014/main" id="{772E0F3B-41B1-4973-9005-894F1B9C4F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31" name="Group 2930">
                            <a:extLst>
                              <a:ext uri="{FF2B5EF4-FFF2-40B4-BE49-F238E27FC236}">
                                <a16:creationId xmlns:a16="http://schemas.microsoft.com/office/drawing/2014/main" id="{90A904E8-C75A-4697-A137-3BBFCE8CEF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35" name="Rectangle 2934">
                              <a:extLst>
                                <a:ext uri="{FF2B5EF4-FFF2-40B4-BE49-F238E27FC236}">
                                  <a16:creationId xmlns:a16="http://schemas.microsoft.com/office/drawing/2014/main" id="{B9554575-2087-4B64-8200-EE2BF6531A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936" name="Rectangle 2935">
                              <a:extLst>
                                <a:ext uri="{FF2B5EF4-FFF2-40B4-BE49-F238E27FC236}">
                                  <a16:creationId xmlns:a16="http://schemas.microsoft.com/office/drawing/2014/main" id="{48F85E8A-9100-4C98-B56D-4BF6E9B962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32" name="Group 2931">
                            <a:extLst>
                              <a:ext uri="{FF2B5EF4-FFF2-40B4-BE49-F238E27FC236}">
                                <a16:creationId xmlns:a16="http://schemas.microsoft.com/office/drawing/2014/main" id="{D436D2F9-F4CC-4529-8050-C364AB700C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33" name="Rectangle 2932">
                              <a:extLst>
                                <a:ext uri="{FF2B5EF4-FFF2-40B4-BE49-F238E27FC236}">
                                  <a16:creationId xmlns:a16="http://schemas.microsoft.com/office/drawing/2014/main" id="{1427DDBB-D31C-4456-BF35-46EE213F83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934" name="Rectangle 2933">
                              <a:extLst>
                                <a:ext uri="{FF2B5EF4-FFF2-40B4-BE49-F238E27FC236}">
                                  <a16:creationId xmlns:a16="http://schemas.microsoft.com/office/drawing/2014/main" id="{46963025-6F69-491A-9D98-AB05AAA50A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24" name="Group 2923">
                          <a:extLst>
                            <a:ext uri="{FF2B5EF4-FFF2-40B4-BE49-F238E27FC236}">
                              <a16:creationId xmlns:a16="http://schemas.microsoft.com/office/drawing/2014/main" id="{187DAD6E-27A3-43B3-9782-BD419C23A0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25" name="Group 2924">
                            <a:extLst>
                              <a:ext uri="{FF2B5EF4-FFF2-40B4-BE49-F238E27FC236}">
                                <a16:creationId xmlns:a16="http://schemas.microsoft.com/office/drawing/2014/main" id="{578CE34F-091C-41CE-85FC-AE927F7D6B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29" name="Rectangle 2928">
                              <a:extLst>
                                <a:ext uri="{FF2B5EF4-FFF2-40B4-BE49-F238E27FC236}">
                                  <a16:creationId xmlns:a16="http://schemas.microsoft.com/office/drawing/2014/main" id="{34BD79FA-223C-4542-BFB3-24D39B2635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930" name="Rectangle 2929">
                              <a:extLst>
                                <a:ext uri="{FF2B5EF4-FFF2-40B4-BE49-F238E27FC236}">
                                  <a16:creationId xmlns:a16="http://schemas.microsoft.com/office/drawing/2014/main" id="{85D83D36-D319-4298-9ACC-0678812013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26" name="Group 2925">
                            <a:extLst>
                              <a:ext uri="{FF2B5EF4-FFF2-40B4-BE49-F238E27FC236}">
                                <a16:creationId xmlns:a16="http://schemas.microsoft.com/office/drawing/2014/main" id="{6FC4CA4A-9E35-476A-8DD5-B7D9B663E31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27" name="Rectangle 2926">
                              <a:extLst>
                                <a:ext uri="{FF2B5EF4-FFF2-40B4-BE49-F238E27FC236}">
                                  <a16:creationId xmlns:a16="http://schemas.microsoft.com/office/drawing/2014/main" id="{5D36F075-8CB1-40CC-A89B-AF1D00211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928" name="Rectangle 2927">
                              <a:extLst>
                                <a:ext uri="{FF2B5EF4-FFF2-40B4-BE49-F238E27FC236}">
                                  <a16:creationId xmlns:a16="http://schemas.microsoft.com/office/drawing/2014/main" id="{684C8D23-D064-4583-AB83-2643A5FFA1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890" name="Group 2889">
                      <a:extLst>
                        <a:ext uri="{FF2B5EF4-FFF2-40B4-BE49-F238E27FC236}">
                          <a16:creationId xmlns:a16="http://schemas.microsoft.com/office/drawing/2014/main" id="{8D06CE8C-6994-4032-B9D2-ED317837F9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91" name="Group 2890">
                        <a:extLst>
                          <a:ext uri="{FF2B5EF4-FFF2-40B4-BE49-F238E27FC236}">
                            <a16:creationId xmlns:a16="http://schemas.microsoft.com/office/drawing/2014/main" id="{04D615D0-9770-49B9-8FA2-2F454B9476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07" name="Group 2906">
                          <a:extLst>
                            <a:ext uri="{FF2B5EF4-FFF2-40B4-BE49-F238E27FC236}">
                              <a16:creationId xmlns:a16="http://schemas.microsoft.com/office/drawing/2014/main" id="{4C7E8ACC-0277-4957-BC8B-3A9740F378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15" name="Group 2914">
                            <a:extLst>
                              <a:ext uri="{FF2B5EF4-FFF2-40B4-BE49-F238E27FC236}">
                                <a16:creationId xmlns:a16="http://schemas.microsoft.com/office/drawing/2014/main" id="{3CDBDE03-64EB-4EB9-9F8C-44D8A1BB10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9" name="Rectangle 2918">
                              <a:extLst>
                                <a:ext uri="{FF2B5EF4-FFF2-40B4-BE49-F238E27FC236}">
                                  <a16:creationId xmlns:a16="http://schemas.microsoft.com/office/drawing/2014/main" id="{EB0186C8-7D07-4147-90FE-852F687740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920" name="Rectangle 2919">
                              <a:extLst>
                                <a:ext uri="{FF2B5EF4-FFF2-40B4-BE49-F238E27FC236}">
                                  <a16:creationId xmlns:a16="http://schemas.microsoft.com/office/drawing/2014/main" id="{B13CAB9F-7DF3-4FD1-B7A4-A4D8366085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16" name="Group 2915">
                            <a:extLst>
                              <a:ext uri="{FF2B5EF4-FFF2-40B4-BE49-F238E27FC236}">
                                <a16:creationId xmlns:a16="http://schemas.microsoft.com/office/drawing/2014/main" id="{C178030C-9AA3-4B4E-9346-C41D7BFC90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7" name="Rectangle 2916">
                              <a:extLst>
                                <a:ext uri="{FF2B5EF4-FFF2-40B4-BE49-F238E27FC236}">
                                  <a16:creationId xmlns:a16="http://schemas.microsoft.com/office/drawing/2014/main" id="{5DE8C6C1-CD95-4B9D-BDB1-DFC7E5DA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918" name="Rectangle 2917">
                              <a:extLst>
                                <a:ext uri="{FF2B5EF4-FFF2-40B4-BE49-F238E27FC236}">
                                  <a16:creationId xmlns:a16="http://schemas.microsoft.com/office/drawing/2014/main" id="{94C2B8DA-CDE7-4719-B957-ED99990E35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08" name="Group 2907">
                          <a:extLst>
                            <a:ext uri="{FF2B5EF4-FFF2-40B4-BE49-F238E27FC236}">
                              <a16:creationId xmlns:a16="http://schemas.microsoft.com/office/drawing/2014/main" id="{50B35576-CB44-4FB5-82E7-EE17430766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09" name="Group 2908">
                            <a:extLst>
                              <a:ext uri="{FF2B5EF4-FFF2-40B4-BE49-F238E27FC236}">
                                <a16:creationId xmlns:a16="http://schemas.microsoft.com/office/drawing/2014/main" id="{73873612-07C2-4FC0-9E53-85051F100F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3" name="Rectangle 2912">
                              <a:extLst>
                                <a:ext uri="{FF2B5EF4-FFF2-40B4-BE49-F238E27FC236}">
                                  <a16:creationId xmlns:a16="http://schemas.microsoft.com/office/drawing/2014/main" id="{FBCB0FDD-E5F2-4D1C-A5A1-D0FD83960F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914" name="Rectangle 2913">
                              <a:extLst>
                                <a:ext uri="{FF2B5EF4-FFF2-40B4-BE49-F238E27FC236}">
                                  <a16:creationId xmlns:a16="http://schemas.microsoft.com/office/drawing/2014/main" id="{1314C490-EFA7-4038-944B-A8309537BC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10" name="Group 2909">
                            <a:extLst>
                              <a:ext uri="{FF2B5EF4-FFF2-40B4-BE49-F238E27FC236}">
                                <a16:creationId xmlns:a16="http://schemas.microsoft.com/office/drawing/2014/main" id="{9D255B7B-6910-4CC9-8160-E395A0C174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1" name="Rectangle 2910">
                              <a:extLst>
                                <a:ext uri="{FF2B5EF4-FFF2-40B4-BE49-F238E27FC236}">
                                  <a16:creationId xmlns:a16="http://schemas.microsoft.com/office/drawing/2014/main" id="{F7BDAC27-4C57-41F6-88FF-4E52B59E98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912" name="Rectangle 2911">
                              <a:extLst>
                                <a:ext uri="{FF2B5EF4-FFF2-40B4-BE49-F238E27FC236}">
                                  <a16:creationId xmlns:a16="http://schemas.microsoft.com/office/drawing/2014/main" id="{FA913057-792E-4F35-826D-D8DFFBFDB1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92" name="Group 2891">
                        <a:extLst>
                          <a:ext uri="{FF2B5EF4-FFF2-40B4-BE49-F238E27FC236}">
                            <a16:creationId xmlns:a16="http://schemas.microsoft.com/office/drawing/2014/main" id="{737BA61E-81A4-4D85-84E7-46F96349A5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93" name="Group 2892">
                          <a:extLst>
                            <a:ext uri="{FF2B5EF4-FFF2-40B4-BE49-F238E27FC236}">
                              <a16:creationId xmlns:a16="http://schemas.microsoft.com/office/drawing/2014/main" id="{C34A85E9-6A1C-4227-AA00-DE6DCBE3F4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01" name="Group 2900">
                            <a:extLst>
                              <a:ext uri="{FF2B5EF4-FFF2-40B4-BE49-F238E27FC236}">
                                <a16:creationId xmlns:a16="http://schemas.microsoft.com/office/drawing/2014/main" id="{184A8813-721D-4BDE-B1E9-B782F918E0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05" name="Rectangle 2904">
                              <a:extLst>
                                <a:ext uri="{FF2B5EF4-FFF2-40B4-BE49-F238E27FC236}">
                                  <a16:creationId xmlns:a16="http://schemas.microsoft.com/office/drawing/2014/main" id="{F49A9FE4-FCCC-4D15-8795-F79A8A8265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906" name="Rectangle 2905">
                              <a:extLst>
                                <a:ext uri="{FF2B5EF4-FFF2-40B4-BE49-F238E27FC236}">
                                  <a16:creationId xmlns:a16="http://schemas.microsoft.com/office/drawing/2014/main" id="{E7A1718D-EBE7-4342-8F34-339D9ED44B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02" name="Group 2901">
                            <a:extLst>
                              <a:ext uri="{FF2B5EF4-FFF2-40B4-BE49-F238E27FC236}">
                                <a16:creationId xmlns:a16="http://schemas.microsoft.com/office/drawing/2014/main" id="{3765898C-36E0-4EEB-92B4-FFDA41312D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03" name="Rectangle 2902">
                              <a:extLst>
                                <a:ext uri="{FF2B5EF4-FFF2-40B4-BE49-F238E27FC236}">
                                  <a16:creationId xmlns:a16="http://schemas.microsoft.com/office/drawing/2014/main" id="{27194612-20C5-45B1-9161-D7F4F23B17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904" name="Rectangle 2903">
                              <a:extLst>
                                <a:ext uri="{FF2B5EF4-FFF2-40B4-BE49-F238E27FC236}">
                                  <a16:creationId xmlns:a16="http://schemas.microsoft.com/office/drawing/2014/main" id="{26E49204-3112-4B9A-AF7C-622931B743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94" name="Group 2893">
                          <a:extLst>
                            <a:ext uri="{FF2B5EF4-FFF2-40B4-BE49-F238E27FC236}">
                              <a16:creationId xmlns:a16="http://schemas.microsoft.com/office/drawing/2014/main" id="{E5612A69-D8DE-4CFB-8271-6361102F78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95" name="Group 2894">
                            <a:extLst>
                              <a:ext uri="{FF2B5EF4-FFF2-40B4-BE49-F238E27FC236}">
                                <a16:creationId xmlns:a16="http://schemas.microsoft.com/office/drawing/2014/main" id="{B25C78D9-A3FF-4A72-8265-78B66BE60A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99" name="Rectangle 2898">
                              <a:extLst>
                                <a:ext uri="{FF2B5EF4-FFF2-40B4-BE49-F238E27FC236}">
                                  <a16:creationId xmlns:a16="http://schemas.microsoft.com/office/drawing/2014/main" id="{510B1D64-608A-401B-ABF8-710B9DFD4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900" name="Rectangle 2899">
                              <a:extLst>
                                <a:ext uri="{FF2B5EF4-FFF2-40B4-BE49-F238E27FC236}">
                                  <a16:creationId xmlns:a16="http://schemas.microsoft.com/office/drawing/2014/main" id="{09E8562F-D221-46A5-B450-772EEC8401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96" name="Group 2895">
                            <a:extLst>
                              <a:ext uri="{FF2B5EF4-FFF2-40B4-BE49-F238E27FC236}">
                                <a16:creationId xmlns:a16="http://schemas.microsoft.com/office/drawing/2014/main" id="{5AF30479-739B-49D0-BC14-DA587523BB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97" name="Rectangle 2896">
                              <a:extLst>
                                <a:ext uri="{FF2B5EF4-FFF2-40B4-BE49-F238E27FC236}">
                                  <a16:creationId xmlns:a16="http://schemas.microsoft.com/office/drawing/2014/main" id="{977229A1-DB04-4240-B24C-AA950DC3F1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898" name="Rectangle 2897">
                              <a:extLst>
                                <a:ext uri="{FF2B5EF4-FFF2-40B4-BE49-F238E27FC236}">
                                  <a16:creationId xmlns:a16="http://schemas.microsoft.com/office/drawing/2014/main" id="{923B2842-2FCD-48B7-9026-FA0FD10C97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2760" name="Group 2759">
                  <a:extLst>
                    <a:ext uri="{FF2B5EF4-FFF2-40B4-BE49-F238E27FC236}">
                      <a16:creationId xmlns:a16="http://schemas.microsoft.com/office/drawing/2014/main" id="{4C108AC8-623C-4D65-8597-CB42E24F7EF4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2761" name="Group 2760">
                    <a:extLst>
                      <a:ext uri="{FF2B5EF4-FFF2-40B4-BE49-F238E27FC236}">
                        <a16:creationId xmlns:a16="http://schemas.microsoft.com/office/drawing/2014/main" id="{1B17FA46-C122-47C1-9117-4B15D0A5BBA2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825" name="Group 2824">
                      <a:extLst>
                        <a:ext uri="{FF2B5EF4-FFF2-40B4-BE49-F238E27FC236}">
                          <a16:creationId xmlns:a16="http://schemas.microsoft.com/office/drawing/2014/main" id="{AF9295AC-F79F-426B-9A68-9F0FFE188E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57" name="Group 2856">
                        <a:extLst>
                          <a:ext uri="{FF2B5EF4-FFF2-40B4-BE49-F238E27FC236}">
                            <a16:creationId xmlns:a16="http://schemas.microsoft.com/office/drawing/2014/main" id="{D5237812-6856-40FF-945C-BF3B833D0F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73" name="Group 2872">
                          <a:extLst>
                            <a:ext uri="{FF2B5EF4-FFF2-40B4-BE49-F238E27FC236}">
                              <a16:creationId xmlns:a16="http://schemas.microsoft.com/office/drawing/2014/main" id="{8C1BA265-8248-413F-8457-B2F90B12D3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81" name="Group 2880">
                            <a:extLst>
                              <a:ext uri="{FF2B5EF4-FFF2-40B4-BE49-F238E27FC236}">
                                <a16:creationId xmlns:a16="http://schemas.microsoft.com/office/drawing/2014/main" id="{FD0CFB70-BDD8-488E-8868-AA6308685CC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85" name="Rectangle 2884">
                              <a:extLst>
                                <a:ext uri="{FF2B5EF4-FFF2-40B4-BE49-F238E27FC236}">
                                  <a16:creationId xmlns:a16="http://schemas.microsoft.com/office/drawing/2014/main" id="{95DBF8AC-8AAE-44D8-93B7-FD80726A45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886" name="Rectangle 2885">
                              <a:extLst>
                                <a:ext uri="{FF2B5EF4-FFF2-40B4-BE49-F238E27FC236}">
                                  <a16:creationId xmlns:a16="http://schemas.microsoft.com/office/drawing/2014/main" id="{E19159AF-012A-4F6B-8719-074C46E84C7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82" name="Group 2881">
                            <a:extLst>
                              <a:ext uri="{FF2B5EF4-FFF2-40B4-BE49-F238E27FC236}">
                                <a16:creationId xmlns:a16="http://schemas.microsoft.com/office/drawing/2014/main" id="{1452A0CA-0954-4782-A29F-427BE0278E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83" name="Rectangle 2882">
                              <a:extLst>
                                <a:ext uri="{FF2B5EF4-FFF2-40B4-BE49-F238E27FC236}">
                                  <a16:creationId xmlns:a16="http://schemas.microsoft.com/office/drawing/2014/main" id="{54F77F46-3E6F-4F0D-BE90-0BEB501E24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884" name="Rectangle 2883">
                              <a:extLst>
                                <a:ext uri="{FF2B5EF4-FFF2-40B4-BE49-F238E27FC236}">
                                  <a16:creationId xmlns:a16="http://schemas.microsoft.com/office/drawing/2014/main" id="{A49F6DCE-662E-48D8-B004-D5B705AA0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74" name="Group 2873">
                          <a:extLst>
                            <a:ext uri="{FF2B5EF4-FFF2-40B4-BE49-F238E27FC236}">
                              <a16:creationId xmlns:a16="http://schemas.microsoft.com/office/drawing/2014/main" id="{9CB074C5-8F8A-4153-B3B4-FD8510074E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75" name="Group 2874">
                            <a:extLst>
                              <a:ext uri="{FF2B5EF4-FFF2-40B4-BE49-F238E27FC236}">
                                <a16:creationId xmlns:a16="http://schemas.microsoft.com/office/drawing/2014/main" id="{11F5073D-4072-484D-92C2-9B7F1BD33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9" name="Rectangle 2878">
                              <a:extLst>
                                <a:ext uri="{FF2B5EF4-FFF2-40B4-BE49-F238E27FC236}">
                                  <a16:creationId xmlns:a16="http://schemas.microsoft.com/office/drawing/2014/main" id="{CBF28DB7-A090-4383-A9D1-B6689B33CD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880" name="Rectangle 2879">
                              <a:extLst>
                                <a:ext uri="{FF2B5EF4-FFF2-40B4-BE49-F238E27FC236}">
                                  <a16:creationId xmlns:a16="http://schemas.microsoft.com/office/drawing/2014/main" id="{A7AB7B8C-1AF6-4973-B68E-640DFFBA1E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76" name="Group 2875">
                            <a:extLst>
                              <a:ext uri="{FF2B5EF4-FFF2-40B4-BE49-F238E27FC236}">
                                <a16:creationId xmlns:a16="http://schemas.microsoft.com/office/drawing/2014/main" id="{4A2F23C7-2EAF-4034-B577-D0A56ACE6AB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7" name="Rectangle 2876">
                              <a:extLst>
                                <a:ext uri="{FF2B5EF4-FFF2-40B4-BE49-F238E27FC236}">
                                  <a16:creationId xmlns:a16="http://schemas.microsoft.com/office/drawing/2014/main" id="{F715D38D-0A2E-4D82-BE08-A9E3093CED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878" name="Rectangle 2877">
                              <a:extLst>
                                <a:ext uri="{FF2B5EF4-FFF2-40B4-BE49-F238E27FC236}">
                                  <a16:creationId xmlns:a16="http://schemas.microsoft.com/office/drawing/2014/main" id="{B84C2507-26E6-4B7D-8E72-B6E1C2D021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58" name="Group 2857">
                        <a:extLst>
                          <a:ext uri="{FF2B5EF4-FFF2-40B4-BE49-F238E27FC236}">
                            <a16:creationId xmlns:a16="http://schemas.microsoft.com/office/drawing/2014/main" id="{5764AAAB-6A1A-4D8A-9EAA-79AF6210810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59" name="Group 2858">
                          <a:extLst>
                            <a:ext uri="{FF2B5EF4-FFF2-40B4-BE49-F238E27FC236}">
                              <a16:creationId xmlns:a16="http://schemas.microsoft.com/office/drawing/2014/main" id="{2001CA68-EA10-4107-A813-6006ADC5FE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67" name="Group 2866">
                            <a:extLst>
                              <a:ext uri="{FF2B5EF4-FFF2-40B4-BE49-F238E27FC236}">
                                <a16:creationId xmlns:a16="http://schemas.microsoft.com/office/drawing/2014/main" id="{741C82A6-BA55-4350-A627-BB62D619A9E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1" name="Rectangle 2870">
                              <a:extLst>
                                <a:ext uri="{FF2B5EF4-FFF2-40B4-BE49-F238E27FC236}">
                                  <a16:creationId xmlns:a16="http://schemas.microsoft.com/office/drawing/2014/main" id="{DB601CAB-8CAD-417B-8483-6E54CD0F2E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872" name="Rectangle 2871">
                              <a:extLst>
                                <a:ext uri="{FF2B5EF4-FFF2-40B4-BE49-F238E27FC236}">
                                  <a16:creationId xmlns:a16="http://schemas.microsoft.com/office/drawing/2014/main" id="{951F3B53-DB72-4008-BAFC-8EC288138A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68" name="Group 2867">
                            <a:extLst>
                              <a:ext uri="{FF2B5EF4-FFF2-40B4-BE49-F238E27FC236}">
                                <a16:creationId xmlns:a16="http://schemas.microsoft.com/office/drawing/2014/main" id="{75D996F1-8853-4D85-B269-5A3F2D08EC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9" name="Rectangle 2868">
                              <a:extLst>
                                <a:ext uri="{FF2B5EF4-FFF2-40B4-BE49-F238E27FC236}">
                                  <a16:creationId xmlns:a16="http://schemas.microsoft.com/office/drawing/2014/main" id="{14519682-4664-4694-B72E-3B9EAF2867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870" name="Rectangle 2869">
                              <a:extLst>
                                <a:ext uri="{FF2B5EF4-FFF2-40B4-BE49-F238E27FC236}">
                                  <a16:creationId xmlns:a16="http://schemas.microsoft.com/office/drawing/2014/main" id="{BA6ABAE4-7BAD-48E8-A4F6-A10EB24DDD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60" name="Group 2859">
                          <a:extLst>
                            <a:ext uri="{FF2B5EF4-FFF2-40B4-BE49-F238E27FC236}">
                              <a16:creationId xmlns:a16="http://schemas.microsoft.com/office/drawing/2014/main" id="{1BD9DB01-0578-4195-AE8D-02524F00BF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61" name="Group 2860">
                            <a:extLst>
                              <a:ext uri="{FF2B5EF4-FFF2-40B4-BE49-F238E27FC236}">
                                <a16:creationId xmlns:a16="http://schemas.microsoft.com/office/drawing/2014/main" id="{B73CA17A-C7FE-4964-889D-CD0A33C82C2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5" name="Rectangle 2864">
                              <a:extLst>
                                <a:ext uri="{FF2B5EF4-FFF2-40B4-BE49-F238E27FC236}">
                                  <a16:creationId xmlns:a16="http://schemas.microsoft.com/office/drawing/2014/main" id="{42E71DF4-BF26-4CE3-99D7-08D39B73EA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866" name="Rectangle 2865">
                              <a:extLst>
                                <a:ext uri="{FF2B5EF4-FFF2-40B4-BE49-F238E27FC236}">
                                  <a16:creationId xmlns:a16="http://schemas.microsoft.com/office/drawing/2014/main" id="{FCFFEBC9-17D5-4E9A-9515-AA84FE4788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62" name="Group 2861">
                            <a:extLst>
                              <a:ext uri="{FF2B5EF4-FFF2-40B4-BE49-F238E27FC236}">
                                <a16:creationId xmlns:a16="http://schemas.microsoft.com/office/drawing/2014/main" id="{2AE55FB7-641A-4B10-95B8-3C05960778C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3" name="Rectangle 2862">
                              <a:extLst>
                                <a:ext uri="{FF2B5EF4-FFF2-40B4-BE49-F238E27FC236}">
                                  <a16:creationId xmlns:a16="http://schemas.microsoft.com/office/drawing/2014/main" id="{095F995E-649F-4797-8307-11780AF1C3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864" name="Rectangle 2863">
                              <a:extLst>
                                <a:ext uri="{FF2B5EF4-FFF2-40B4-BE49-F238E27FC236}">
                                  <a16:creationId xmlns:a16="http://schemas.microsoft.com/office/drawing/2014/main" id="{306827DB-387E-42A6-860B-397AFD5175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826" name="Group 2825">
                      <a:extLst>
                        <a:ext uri="{FF2B5EF4-FFF2-40B4-BE49-F238E27FC236}">
                          <a16:creationId xmlns:a16="http://schemas.microsoft.com/office/drawing/2014/main" id="{5BB60C65-CD04-4EBC-B0A6-04E8BE5CC0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27" name="Group 2826">
                        <a:extLst>
                          <a:ext uri="{FF2B5EF4-FFF2-40B4-BE49-F238E27FC236}">
                            <a16:creationId xmlns:a16="http://schemas.microsoft.com/office/drawing/2014/main" id="{89905B88-A01F-47E2-A877-24989E1917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43" name="Group 2842">
                          <a:extLst>
                            <a:ext uri="{FF2B5EF4-FFF2-40B4-BE49-F238E27FC236}">
                              <a16:creationId xmlns:a16="http://schemas.microsoft.com/office/drawing/2014/main" id="{DAAF738C-AAFE-4355-895D-B799E6EC62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51" name="Group 2850">
                            <a:extLst>
                              <a:ext uri="{FF2B5EF4-FFF2-40B4-BE49-F238E27FC236}">
                                <a16:creationId xmlns:a16="http://schemas.microsoft.com/office/drawing/2014/main" id="{72FC8DD9-9409-4624-8D8E-85446E6461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55" name="Rectangle 2854">
                              <a:extLst>
                                <a:ext uri="{FF2B5EF4-FFF2-40B4-BE49-F238E27FC236}">
                                  <a16:creationId xmlns:a16="http://schemas.microsoft.com/office/drawing/2014/main" id="{C39AB707-7B8C-43AB-BAB6-5CD0F95963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856" name="Rectangle 2855">
                              <a:extLst>
                                <a:ext uri="{FF2B5EF4-FFF2-40B4-BE49-F238E27FC236}">
                                  <a16:creationId xmlns:a16="http://schemas.microsoft.com/office/drawing/2014/main" id="{DD52FCEE-40C7-4F71-9475-441CBFA772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52" name="Group 2851">
                            <a:extLst>
                              <a:ext uri="{FF2B5EF4-FFF2-40B4-BE49-F238E27FC236}">
                                <a16:creationId xmlns:a16="http://schemas.microsoft.com/office/drawing/2014/main" id="{179C965E-F24D-461A-9116-45A7F25402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53" name="Rectangle 2852">
                              <a:extLst>
                                <a:ext uri="{FF2B5EF4-FFF2-40B4-BE49-F238E27FC236}">
                                  <a16:creationId xmlns:a16="http://schemas.microsoft.com/office/drawing/2014/main" id="{4077A7EE-E4B7-4D07-AB1E-8337285907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854" name="Rectangle 2853">
                              <a:extLst>
                                <a:ext uri="{FF2B5EF4-FFF2-40B4-BE49-F238E27FC236}">
                                  <a16:creationId xmlns:a16="http://schemas.microsoft.com/office/drawing/2014/main" id="{7CA64EFF-8281-4834-8370-6568940975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44" name="Group 2843">
                          <a:extLst>
                            <a:ext uri="{FF2B5EF4-FFF2-40B4-BE49-F238E27FC236}">
                              <a16:creationId xmlns:a16="http://schemas.microsoft.com/office/drawing/2014/main" id="{61E6DD6B-09F4-4754-A0D7-1415A24C09C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45" name="Group 2844">
                            <a:extLst>
                              <a:ext uri="{FF2B5EF4-FFF2-40B4-BE49-F238E27FC236}">
                                <a16:creationId xmlns:a16="http://schemas.microsoft.com/office/drawing/2014/main" id="{5BD1B35B-A737-4A40-B724-A292BFA2156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9" name="Rectangle 2848">
                              <a:extLst>
                                <a:ext uri="{FF2B5EF4-FFF2-40B4-BE49-F238E27FC236}">
                                  <a16:creationId xmlns:a16="http://schemas.microsoft.com/office/drawing/2014/main" id="{5530073D-2A33-4E7F-8501-B45A327608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850" name="Rectangle 2849">
                              <a:extLst>
                                <a:ext uri="{FF2B5EF4-FFF2-40B4-BE49-F238E27FC236}">
                                  <a16:creationId xmlns:a16="http://schemas.microsoft.com/office/drawing/2014/main" id="{EA3BDAC7-EDBD-4739-9A8A-BCF6C98631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46" name="Group 2845">
                            <a:extLst>
                              <a:ext uri="{FF2B5EF4-FFF2-40B4-BE49-F238E27FC236}">
                                <a16:creationId xmlns:a16="http://schemas.microsoft.com/office/drawing/2014/main" id="{326F77B7-3E56-473A-938E-1B4928A246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7" name="Rectangle 2846">
                              <a:extLst>
                                <a:ext uri="{FF2B5EF4-FFF2-40B4-BE49-F238E27FC236}">
                                  <a16:creationId xmlns:a16="http://schemas.microsoft.com/office/drawing/2014/main" id="{120BDCE6-4C5B-4E08-BEE5-BED55CC5D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848" name="Rectangle 2847">
                              <a:extLst>
                                <a:ext uri="{FF2B5EF4-FFF2-40B4-BE49-F238E27FC236}">
                                  <a16:creationId xmlns:a16="http://schemas.microsoft.com/office/drawing/2014/main" id="{E4D5BB76-4DF9-4149-A4DC-5EF2457758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28" name="Group 2827">
                        <a:extLst>
                          <a:ext uri="{FF2B5EF4-FFF2-40B4-BE49-F238E27FC236}">
                            <a16:creationId xmlns:a16="http://schemas.microsoft.com/office/drawing/2014/main" id="{C5CCAA9B-4E34-4C1F-BA1E-DA6D1232AA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29" name="Group 2828">
                          <a:extLst>
                            <a:ext uri="{FF2B5EF4-FFF2-40B4-BE49-F238E27FC236}">
                              <a16:creationId xmlns:a16="http://schemas.microsoft.com/office/drawing/2014/main" id="{419BEE22-493C-4633-A961-135EA4D981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37" name="Group 2836">
                            <a:extLst>
                              <a:ext uri="{FF2B5EF4-FFF2-40B4-BE49-F238E27FC236}">
                                <a16:creationId xmlns:a16="http://schemas.microsoft.com/office/drawing/2014/main" id="{2848A5A5-7BDA-4693-8922-BA0F9DC712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1" name="Rectangle 2840">
                              <a:extLst>
                                <a:ext uri="{FF2B5EF4-FFF2-40B4-BE49-F238E27FC236}">
                                  <a16:creationId xmlns:a16="http://schemas.microsoft.com/office/drawing/2014/main" id="{EE1907C2-9A11-4C03-B72B-FED203DD9D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842" name="Rectangle 2841">
                              <a:extLst>
                                <a:ext uri="{FF2B5EF4-FFF2-40B4-BE49-F238E27FC236}">
                                  <a16:creationId xmlns:a16="http://schemas.microsoft.com/office/drawing/2014/main" id="{E3204A77-2A5A-403C-B69C-44DB714B92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38" name="Group 2837">
                            <a:extLst>
                              <a:ext uri="{FF2B5EF4-FFF2-40B4-BE49-F238E27FC236}">
                                <a16:creationId xmlns:a16="http://schemas.microsoft.com/office/drawing/2014/main" id="{C0150171-F83F-46E4-9F2C-599DDCA696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9" name="Rectangle 2838">
                              <a:extLst>
                                <a:ext uri="{FF2B5EF4-FFF2-40B4-BE49-F238E27FC236}">
                                  <a16:creationId xmlns:a16="http://schemas.microsoft.com/office/drawing/2014/main" id="{02CAE3A3-791C-4F2D-8537-E86482698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840" name="Rectangle 2839">
                              <a:extLst>
                                <a:ext uri="{FF2B5EF4-FFF2-40B4-BE49-F238E27FC236}">
                                  <a16:creationId xmlns:a16="http://schemas.microsoft.com/office/drawing/2014/main" id="{CFB8891E-EE0C-4B51-AF2F-8400D37787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30" name="Group 2829">
                          <a:extLst>
                            <a:ext uri="{FF2B5EF4-FFF2-40B4-BE49-F238E27FC236}">
                              <a16:creationId xmlns:a16="http://schemas.microsoft.com/office/drawing/2014/main" id="{F8611B27-35C2-4D94-98B9-5640CE2C000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31" name="Group 2830">
                            <a:extLst>
                              <a:ext uri="{FF2B5EF4-FFF2-40B4-BE49-F238E27FC236}">
                                <a16:creationId xmlns:a16="http://schemas.microsoft.com/office/drawing/2014/main" id="{313A5036-0846-4631-B91D-092CFC26A6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5" name="Rectangle 2834">
                              <a:extLst>
                                <a:ext uri="{FF2B5EF4-FFF2-40B4-BE49-F238E27FC236}">
                                  <a16:creationId xmlns:a16="http://schemas.microsoft.com/office/drawing/2014/main" id="{E2576C2C-C114-4E6A-9EF7-38C99F69C1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836" name="Rectangle 2835">
                              <a:extLst>
                                <a:ext uri="{FF2B5EF4-FFF2-40B4-BE49-F238E27FC236}">
                                  <a16:creationId xmlns:a16="http://schemas.microsoft.com/office/drawing/2014/main" id="{5E663EF7-6DF7-48E8-A5C2-9480E87638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32" name="Group 2831">
                            <a:extLst>
                              <a:ext uri="{FF2B5EF4-FFF2-40B4-BE49-F238E27FC236}">
                                <a16:creationId xmlns:a16="http://schemas.microsoft.com/office/drawing/2014/main" id="{8791C217-495D-495D-BBDD-275D3705BA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3" name="Rectangle 2832">
                              <a:extLst>
                                <a:ext uri="{FF2B5EF4-FFF2-40B4-BE49-F238E27FC236}">
                                  <a16:creationId xmlns:a16="http://schemas.microsoft.com/office/drawing/2014/main" id="{25108D9F-ED39-4E90-8C13-FA70F215B5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834" name="Rectangle 2833">
                              <a:extLst>
                                <a:ext uri="{FF2B5EF4-FFF2-40B4-BE49-F238E27FC236}">
                                  <a16:creationId xmlns:a16="http://schemas.microsoft.com/office/drawing/2014/main" id="{FE1F885B-579D-4B79-ACDF-E6929DF111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2762" name="Group 2761">
                    <a:extLst>
                      <a:ext uri="{FF2B5EF4-FFF2-40B4-BE49-F238E27FC236}">
                        <a16:creationId xmlns:a16="http://schemas.microsoft.com/office/drawing/2014/main" id="{80ACC2FD-DF1D-4B87-A5DC-59256B5F120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763" name="Group 2762">
                      <a:extLst>
                        <a:ext uri="{FF2B5EF4-FFF2-40B4-BE49-F238E27FC236}">
                          <a16:creationId xmlns:a16="http://schemas.microsoft.com/office/drawing/2014/main" id="{51ABEF39-6F3A-4A40-8A22-021FE199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795" name="Group 2794">
                        <a:extLst>
                          <a:ext uri="{FF2B5EF4-FFF2-40B4-BE49-F238E27FC236}">
                            <a16:creationId xmlns:a16="http://schemas.microsoft.com/office/drawing/2014/main" id="{B8AF6760-C730-4D0E-A5E9-FC28D5B368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11" name="Group 2810">
                          <a:extLst>
                            <a:ext uri="{FF2B5EF4-FFF2-40B4-BE49-F238E27FC236}">
                              <a16:creationId xmlns:a16="http://schemas.microsoft.com/office/drawing/2014/main" id="{46B99DAE-CCF9-4F6C-B8E2-93215DD6D3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19" name="Group 2818">
                            <a:extLst>
                              <a:ext uri="{FF2B5EF4-FFF2-40B4-BE49-F238E27FC236}">
                                <a16:creationId xmlns:a16="http://schemas.microsoft.com/office/drawing/2014/main" id="{DDFE7AD5-6D8E-4A4D-ADEB-7E89B6F70F3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23" name="Rectangle 2822">
                              <a:extLst>
                                <a:ext uri="{FF2B5EF4-FFF2-40B4-BE49-F238E27FC236}">
                                  <a16:creationId xmlns:a16="http://schemas.microsoft.com/office/drawing/2014/main" id="{6E03B505-BFA9-4B5E-A0DB-69923BF94C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824" name="Rectangle 2823">
                              <a:extLst>
                                <a:ext uri="{FF2B5EF4-FFF2-40B4-BE49-F238E27FC236}">
                                  <a16:creationId xmlns:a16="http://schemas.microsoft.com/office/drawing/2014/main" id="{D91D880E-0820-4B48-AD91-F704A50CC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20" name="Group 2819">
                            <a:extLst>
                              <a:ext uri="{FF2B5EF4-FFF2-40B4-BE49-F238E27FC236}">
                                <a16:creationId xmlns:a16="http://schemas.microsoft.com/office/drawing/2014/main" id="{9F4C7437-B033-4490-890B-FC7C5E6673F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21" name="Rectangle 2820">
                              <a:extLst>
                                <a:ext uri="{FF2B5EF4-FFF2-40B4-BE49-F238E27FC236}">
                                  <a16:creationId xmlns:a16="http://schemas.microsoft.com/office/drawing/2014/main" id="{09F8015F-9014-4D4A-9886-50E009CE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822" name="Rectangle 2821">
                              <a:extLst>
                                <a:ext uri="{FF2B5EF4-FFF2-40B4-BE49-F238E27FC236}">
                                  <a16:creationId xmlns:a16="http://schemas.microsoft.com/office/drawing/2014/main" id="{DD359E29-B88A-4C3C-BC58-A1C07511EC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12" name="Group 2811">
                          <a:extLst>
                            <a:ext uri="{FF2B5EF4-FFF2-40B4-BE49-F238E27FC236}">
                              <a16:creationId xmlns:a16="http://schemas.microsoft.com/office/drawing/2014/main" id="{1861C236-FC9E-4074-914D-EF7362B45A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13" name="Group 2812">
                            <a:extLst>
                              <a:ext uri="{FF2B5EF4-FFF2-40B4-BE49-F238E27FC236}">
                                <a16:creationId xmlns:a16="http://schemas.microsoft.com/office/drawing/2014/main" id="{495F573F-6262-4BE3-BE60-5BEBD761232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17" name="Rectangle 2816">
                              <a:extLst>
                                <a:ext uri="{FF2B5EF4-FFF2-40B4-BE49-F238E27FC236}">
                                  <a16:creationId xmlns:a16="http://schemas.microsoft.com/office/drawing/2014/main" id="{53E946B3-5CA6-43FB-AFE4-108B6603D3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818" name="Rectangle 2817">
                              <a:extLst>
                                <a:ext uri="{FF2B5EF4-FFF2-40B4-BE49-F238E27FC236}">
                                  <a16:creationId xmlns:a16="http://schemas.microsoft.com/office/drawing/2014/main" id="{E2A0D914-35C9-4758-B56B-4713F9BDD1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14" name="Group 2813">
                            <a:extLst>
                              <a:ext uri="{FF2B5EF4-FFF2-40B4-BE49-F238E27FC236}">
                                <a16:creationId xmlns:a16="http://schemas.microsoft.com/office/drawing/2014/main" id="{7A751B7A-1408-4EEC-889F-9C85F68DB1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15" name="Rectangle 2814">
                              <a:extLst>
                                <a:ext uri="{FF2B5EF4-FFF2-40B4-BE49-F238E27FC236}">
                                  <a16:creationId xmlns:a16="http://schemas.microsoft.com/office/drawing/2014/main" id="{C07921E8-29F9-4E48-A639-DE61B8F229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816" name="Rectangle 2815">
                              <a:extLst>
                                <a:ext uri="{FF2B5EF4-FFF2-40B4-BE49-F238E27FC236}">
                                  <a16:creationId xmlns:a16="http://schemas.microsoft.com/office/drawing/2014/main" id="{7C0EE37D-9569-480A-823A-A5473994BC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796" name="Group 2795">
                        <a:extLst>
                          <a:ext uri="{FF2B5EF4-FFF2-40B4-BE49-F238E27FC236}">
                            <a16:creationId xmlns:a16="http://schemas.microsoft.com/office/drawing/2014/main" id="{62C05590-7F1C-4412-9C61-6DC6D9BA7E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97" name="Group 2796">
                          <a:extLst>
                            <a:ext uri="{FF2B5EF4-FFF2-40B4-BE49-F238E27FC236}">
                              <a16:creationId xmlns:a16="http://schemas.microsoft.com/office/drawing/2014/main" id="{43B7E099-4B33-49C8-B649-84502260DBA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05" name="Group 2804">
                            <a:extLst>
                              <a:ext uri="{FF2B5EF4-FFF2-40B4-BE49-F238E27FC236}">
                                <a16:creationId xmlns:a16="http://schemas.microsoft.com/office/drawing/2014/main" id="{7C793450-23FB-4FBB-A0B2-D3DB5A5DF22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9" name="Rectangle 2808">
                              <a:extLst>
                                <a:ext uri="{FF2B5EF4-FFF2-40B4-BE49-F238E27FC236}">
                                  <a16:creationId xmlns:a16="http://schemas.microsoft.com/office/drawing/2014/main" id="{8F6418F4-FECA-4BF3-9B27-DF1C30ABBA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810" name="Rectangle 2809">
                              <a:extLst>
                                <a:ext uri="{FF2B5EF4-FFF2-40B4-BE49-F238E27FC236}">
                                  <a16:creationId xmlns:a16="http://schemas.microsoft.com/office/drawing/2014/main" id="{90AE3BF4-2FDE-4DBB-A99F-4D2C33A992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06" name="Group 2805">
                            <a:extLst>
                              <a:ext uri="{FF2B5EF4-FFF2-40B4-BE49-F238E27FC236}">
                                <a16:creationId xmlns:a16="http://schemas.microsoft.com/office/drawing/2014/main" id="{C90B85BD-A887-4C3C-9CAD-09EEFD63E8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7" name="Rectangle 2806">
                              <a:extLst>
                                <a:ext uri="{FF2B5EF4-FFF2-40B4-BE49-F238E27FC236}">
                                  <a16:creationId xmlns:a16="http://schemas.microsoft.com/office/drawing/2014/main" id="{E5F35307-0E8F-4EC1-B33A-C7B51DA810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808" name="Rectangle 2807">
                              <a:extLst>
                                <a:ext uri="{FF2B5EF4-FFF2-40B4-BE49-F238E27FC236}">
                                  <a16:creationId xmlns:a16="http://schemas.microsoft.com/office/drawing/2014/main" id="{52259098-0007-4AEF-96AA-381ED4E715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98" name="Group 2797">
                          <a:extLst>
                            <a:ext uri="{FF2B5EF4-FFF2-40B4-BE49-F238E27FC236}">
                              <a16:creationId xmlns:a16="http://schemas.microsoft.com/office/drawing/2014/main" id="{97AAE218-9D69-412B-A228-6B9332BD01D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99" name="Group 2798">
                            <a:extLst>
                              <a:ext uri="{FF2B5EF4-FFF2-40B4-BE49-F238E27FC236}">
                                <a16:creationId xmlns:a16="http://schemas.microsoft.com/office/drawing/2014/main" id="{B4B22C95-133B-4777-BB58-D7C466FABF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3" name="Rectangle 2802">
                              <a:extLst>
                                <a:ext uri="{FF2B5EF4-FFF2-40B4-BE49-F238E27FC236}">
                                  <a16:creationId xmlns:a16="http://schemas.microsoft.com/office/drawing/2014/main" id="{C3840B95-8B69-4B87-A0BC-8188E62935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804" name="Rectangle 2803">
                              <a:extLst>
                                <a:ext uri="{FF2B5EF4-FFF2-40B4-BE49-F238E27FC236}">
                                  <a16:creationId xmlns:a16="http://schemas.microsoft.com/office/drawing/2014/main" id="{ED8CA84E-0734-45C4-A54B-F0A2ABA508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00" name="Group 2799">
                            <a:extLst>
                              <a:ext uri="{FF2B5EF4-FFF2-40B4-BE49-F238E27FC236}">
                                <a16:creationId xmlns:a16="http://schemas.microsoft.com/office/drawing/2014/main" id="{E77EBE80-09AD-4CEA-850E-672CA6080C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1" name="Rectangle 2800">
                              <a:extLst>
                                <a:ext uri="{FF2B5EF4-FFF2-40B4-BE49-F238E27FC236}">
                                  <a16:creationId xmlns:a16="http://schemas.microsoft.com/office/drawing/2014/main" id="{706E6DD5-5594-4049-9344-B4BD52C80D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802" name="Rectangle 2801">
                              <a:extLst>
                                <a:ext uri="{FF2B5EF4-FFF2-40B4-BE49-F238E27FC236}">
                                  <a16:creationId xmlns:a16="http://schemas.microsoft.com/office/drawing/2014/main" id="{6808D942-3561-4D51-B8DE-B1B4D550AA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764" name="Group 2763">
                      <a:extLst>
                        <a:ext uri="{FF2B5EF4-FFF2-40B4-BE49-F238E27FC236}">
                          <a16:creationId xmlns:a16="http://schemas.microsoft.com/office/drawing/2014/main" id="{6A401ABE-CC14-47EB-AFD1-908561113F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765" name="Group 2764">
                        <a:extLst>
                          <a:ext uri="{FF2B5EF4-FFF2-40B4-BE49-F238E27FC236}">
                            <a16:creationId xmlns:a16="http://schemas.microsoft.com/office/drawing/2014/main" id="{9D328005-2584-49F0-B7C2-748FD23360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81" name="Group 2780">
                          <a:extLst>
                            <a:ext uri="{FF2B5EF4-FFF2-40B4-BE49-F238E27FC236}">
                              <a16:creationId xmlns:a16="http://schemas.microsoft.com/office/drawing/2014/main" id="{34D13775-6769-4A7A-8307-14F565D4C4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89" name="Group 2788">
                            <a:extLst>
                              <a:ext uri="{FF2B5EF4-FFF2-40B4-BE49-F238E27FC236}">
                                <a16:creationId xmlns:a16="http://schemas.microsoft.com/office/drawing/2014/main" id="{9DAADD0A-813E-43E1-B500-9BD15F09E70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93" name="Rectangle 2792">
                              <a:extLst>
                                <a:ext uri="{FF2B5EF4-FFF2-40B4-BE49-F238E27FC236}">
                                  <a16:creationId xmlns:a16="http://schemas.microsoft.com/office/drawing/2014/main" id="{6D7BC27C-997F-4842-820B-E427583A56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794" name="Rectangle 2793">
                              <a:extLst>
                                <a:ext uri="{FF2B5EF4-FFF2-40B4-BE49-F238E27FC236}">
                                  <a16:creationId xmlns:a16="http://schemas.microsoft.com/office/drawing/2014/main" id="{4E4D083F-75BE-44CC-B058-1648DB5A0D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90" name="Group 2789">
                            <a:extLst>
                              <a:ext uri="{FF2B5EF4-FFF2-40B4-BE49-F238E27FC236}">
                                <a16:creationId xmlns:a16="http://schemas.microsoft.com/office/drawing/2014/main" id="{E6DF1BF3-ECC1-4F44-91CC-0460911A8F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91" name="Rectangle 2790">
                              <a:extLst>
                                <a:ext uri="{FF2B5EF4-FFF2-40B4-BE49-F238E27FC236}">
                                  <a16:creationId xmlns:a16="http://schemas.microsoft.com/office/drawing/2014/main" id="{DDA85053-DB98-4359-A54F-1C705E7F90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792" name="Rectangle 2791">
                              <a:extLst>
                                <a:ext uri="{FF2B5EF4-FFF2-40B4-BE49-F238E27FC236}">
                                  <a16:creationId xmlns:a16="http://schemas.microsoft.com/office/drawing/2014/main" id="{7587F9C4-147D-4ACF-8D60-BE0B332DA7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82" name="Group 2781">
                          <a:extLst>
                            <a:ext uri="{FF2B5EF4-FFF2-40B4-BE49-F238E27FC236}">
                              <a16:creationId xmlns:a16="http://schemas.microsoft.com/office/drawing/2014/main" id="{9FC7A214-B5CD-4F17-9598-020954847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83" name="Group 2782">
                            <a:extLst>
                              <a:ext uri="{FF2B5EF4-FFF2-40B4-BE49-F238E27FC236}">
                                <a16:creationId xmlns:a16="http://schemas.microsoft.com/office/drawing/2014/main" id="{0035A472-C32E-41FC-A161-9A939C497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87" name="Rectangle 2786">
                              <a:extLst>
                                <a:ext uri="{FF2B5EF4-FFF2-40B4-BE49-F238E27FC236}">
                                  <a16:creationId xmlns:a16="http://schemas.microsoft.com/office/drawing/2014/main" id="{02E329BE-7664-463E-A43C-334714E48F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788" name="Rectangle 2787">
                              <a:extLst>
                                <a:ext uri="{FF2B5EF4-FFF2-40B4-BE49-F238E27FC236}">
                                  <a16:creationId xmlns:a16="http://schemas.microsoft.com/office/drawing/2014/main" id="{487E8A4F-3E8C-4F94-B1ED-D05D275679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84" name="Group 2783">
                            <a:extLst>
                              <a:ext uri="{FF2B5EF4-FFF2-40B4-BE49-F238E27FC236}">
                                <a16:creationId xmlns:a16="http://schemas.microsoft.com/office/drawing/2014/main" id="{44CAED49-6FFC-4A92-939A-FF075577F4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85" name="Rectangle 2784">
                              <a:extLst>
                                <a:ext uri="{FF2B5EF4-FFF2-40B4-BE49-F238E27FC236}">
                                  <a16:creationId xmlns:a16="http://schemas.microsoft.com/office/drawing/2014/main" id="{A2FBA574-F7B4-4B47-9B76-83041E99F6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786" name="Rectangle 2785">
                              <a:extLst>
                                <a:ext uri="{FF2B5EF4-FFF2-40B4-BE49-F238E27FC236}">
                                  <a16:creationId xmlns:a16="http://schemas.microsoft.com/office/drawing/2014/main" id="{E0E38FCD-5DBD-4AE9-A875-708C49A5C6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766" name="Group 2765">
                        <a:extLst>
                          <a:ext uri="{FF2B5EF4-FFF2-40B4-BE49-F238E27FC236}">
                            <a16:creationId xmlns:a16="http://schemas.microsoft.com/office/drawing/2014/main" id="{DF681251-176B-4EC9-8B5B-881274CAA4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67" name="Group 2766">
                          <a:extLst>
                            <a:ext uri="{FF2B5EF4-FFF2-40B4-BE49-F238E27FC236}">
                              <a16:creationId xmlns:a16="http://schemas.microsoft.com/office/drawing/2014/main" id="{14CACC08-59A0-4529-BD41-E2C737CCA1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75" name="Group 2774">
                            <a:extLst>
                              <a:ext uri="{FF2B5EF4-FFF2-40B4-BE49-F238E27FC236}">
                                <a16:creationId xmlns:a16="http://schemas.microsoft.com/office/drawing/2014/main" id="{214526B2-9814-48C0-9BF9-2A42B76917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9" name="Rectangle 2778">
                              <a:extLst>
                                <a:ext uri="{FF2B5EF4-FFF2-40B4-BE49-F238E27FC236}">
                                  <a16:creationId xmlns:a16="http://schemas.microsoft.com/office/drawing/2014/main" id="{F4ACF4F2-9E10-426C-BD34-14CCC33AF2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780" name="Rectangle 2779">
                              <a:extLst>
                                <a:ext uri="{FF2B5EF4-FFF2-40B4-BE49-F238E27FC236}">
                                  <a16:creationId xmlns:a16="http://schemas.microsoft.com/office/drawing/2014/main" id="{D99A91D2-100F-4BDB-A34E-DE442E304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76" name="Group 2775">
                            <a:extLst>
                              <a:ext uri="{FF2B5EF4-FFF2-40B4-BE49-F238E27FC236}">
                                <a16:creationId xmlns:a16="http://schemas.microsoft.com/office/drawing/2014/main" id="{CE72CB40-6CD9-4C82-AFE7-98470205E3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7" name="Rectangle 2776">
                              <a:extLst>
                                <a:ext uri="{FF2B5EF4-FFF2-40B4-BE49-F238E27FC236}">
                                  <a16:creationId xmlns:a16="http://schemas.microsoft.com/office/drawing/2014/main" id="{C7AE7EF2-3734-4C4D-BCD1-CD3433B7CC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778" name="Rectangle 2777">
                              <a:extLst>
                                <a:ext uri="{FF2B5EF4-FFF2-40B4-BE49-F238E27FC236}">
                                  <a16:creationId xmlns:a16="http://schemas.microsoft.com/office/drawing/2014/main" id="{5CD971CA-338B-49A3-9548-224762E44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68" name="Group 2767">
                          <a:extLst>
                            <a:ext uri="{FF2B5EF4-FFF2-40B4-BE49-F238E27FC236}">
                              <a16:creationId xmlns:a16="http://schemas.microsoft.com/office/drawing/2014/main" id="{363A8415-9A2E-4894-B144-A365D1B02E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69" name="Group 2768">
                            <a:extLst>
                              <a:ext uri="{FF2B5EF4-FFF2-40B4-BE49-F238E27FC236}">
                                <a16:creationId xmlns:a16="http://schemas.microsoft.com/office/drawing/2014/main" id="{90403278-F25F-4156-BC05-666DE487F0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3" name="Rectangle 2772">
                              <a:extLst>
                                <a:ext uri="{FF2B5EF4-FFF2-40B4-BE49-F238E27FC236}">
                                  <a16:creationId xmlns:a16="http://schemas.microsoft.com/office/drawing/2014/main" id="{11A23FE9-51CC-4A4F-AD0A-9594E3C25F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774" name="Rectangle 2773">
                              <a:extLst>
                                <a:ext uri="{FF2B5EF4-FFF2-40B4-BE49-F238E27FC236}">
                                  <a16:creationId xmlns:a16="http://schemas.microsoft.com/office/drawing/2014/main" id="{083BD535-C14F-43EB-89D7-7BE7947475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70" name="Group 2769">
                            <a:extLst>
                              <a:ext uri="{FF2B5EF4-FFF2-40B4-BE49-F238E27FC236}">
                                <a16:creationId xmlns:a16="http://schemas.microsoft.com/office/drawing/2014/main" id="{E107413F-26B3-475F-A1F9-52C1A6798E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1" name="Rectangle 2770">
                              <a:extLst>
                                <a:ext uri="{FF2B5EF4-FFF2-40B4-BE49-F238E27FC236}">
                                  <a16:creationId xmlns:a16="http://schemas.microsoft.com/office/drawing/2014/main" id="{C7EC0EB9-B988-43AB-9F5A-C538C51996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772" name="Rectangle 2771">
                              <a:extLst>
                                <a:ext uri="{FF2B5EF4-FFF2-40B4-BE49-F238E27FC236}">
                                  <a16:creationId xmlns:a16="http://schemas.microsoft.com/office/drawing/2014/main" id="{81D3CEDD-BDB6-427A-BB59-7636826BB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  <p:grpSp>
          <p:nvGrpSpPr>
            <p:cNvPr id="3267" name="Group 3266">
              <a:extLst>
                <a:ext uri="{FF2B5EF4-FFF2-40B4-BE49-F238E27FC236}">
                  <a16:creationId xmlns:a16="http://schemas.microsoft.com/office/drawing/2014/main" id="{C5E52BC6-1856-4B18-AE9C-4F4A34B6D973}"/>
                </a:ext>
              </a:extLst>
            </p:cNvPr>
            <p:cNvGrpSpPr/>
            <p:nvPr/>
          </p:nvGrpSpPr>
          <p:grpSpPr>
            <a:xfrm>
              <a:off x="56543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3268" name="Group 3267">
                <a:extLst>
                  <a:ext uri="{FF2B5EF4-FFF2-40B4-BE49-F238E27FC236}">
                    <a16:creationId xmlns:a16="http://schemas.microsoft.com/office/drawing/2014/main" id="{DB8411CF-C388-46DA-8E73-F98912F2D66B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524" name="Group 3523">
                  <a:extLst>
                    <a:ext uri="{FF2B5EF4-FFF2-40B4-BE49-F238E27FC236}">
                      <a16:creationId xmlns:a16="http://schemas.microsoft.com/office/drawing/2014/main" id="{7F5709EA-BEDF-48EE-A0E2-8071CAF47F4F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652" name="Group 3651">
                    <a:extLst>
                      <a:ext uri="{FF2B5EF4-FFF2-40B4-BE49-F238E27FC236}">
                        <a16:creationId xmlns:a16="http://schemas.microsoft.com/office/drawing/2014/main" id="{D24A0A13-1556-4340-A501-AD1F0EFF898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716" name="Group 3715">
                      <a:extLst>
                        <a:ext uri="{FF2B5EF4-FFF2-40B4-BE49-F238E27FC236}">
                          <a16:creationId xmlns:a16="http://schemas.microsoft.com/office/drawing/2014/main" id="{89B94036-12A3-4213-BB46-0717F5D261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48" name="Group 3747">
                        <a:extLst>
                          <a:ext uri="{FF2B5EF4-FFF2-40B4-BE49-F238E27FC236}">
                            <a16:creationId xmlns:a16="http://schemas.microsoft.com/office/drawing/2014/main" id="{D965271A-3328-4704-A7BB-1B7C1A8D7E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64" name="Group 3763">
                          <a:extLst>
                            <a:ext uri="{FF2B5EF4-FFF2-40B4-BE49-F238E27FC236}">
                              <a16:creationId xmlns:a16="http://schemas.microsoft.com/office/drawing/2014/main" id="{CBB287FF-2B6D-4BE4-9B4C-EEDFFCAD7B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72" name="Group 3771">
                            <a:extLst>
                              <a:ext uri="{FF2B5EF4-FFF2-40B4-BE49-F238E27FC236}">
                                <a16:creationId xmlns:a16="http://schemas.microsoft.com/office/drawing/2014/main" id="{5E072CD8-70DC-4B82-9DA8-E23322F662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6" name="Rectangle 3775">
                              <a:extLst>
                                <a:ext uri="{FF2B5EF4-FFF2-40B4-BE49-F238E27FC236}">
                                  <a16:creationId xmlns:a16="http://schemas.microsoft.com/office/drawing/2014/main" id="{712199C5-6FDB-49F4-8914-20C147EEB5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777" name="Rectangle 3776">
                              <a:extLst>
                                <a:ext uri="{FF2B5EF4-FFF2-40B4-BE49-F238E27FC236}">
                                  <a16:creationId xmlns:a16="http://schemas.microsoft.com/office/drawing/2014/main" id="{D45DCF80-0E8C-43A9-BAA9-0CAB1F8F2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73" name="Group 3772">
                            <a:extLst>
                              <a:ext uri="{FF2B5EF4-FFF2-40B4-BE49-F238E27FC236}">
                                <a16:creationId xmlns:a16="http://schemas.microsoft.com/office/drawing/2014/main" id="{B0108169-2CA6-4B1F-A7D4-AB8A6A6EA4A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4" name="Rectangle 3773">
                              <a:extLst>
                                <a:ext uri="{FF2B5EF4-FFF2-40B4-BE49-F238E27FC236}">
                                  <a16:creationId xmlns:a16="http://schemas.microsoft.com/office/drawing/2014/main" id="{FC99C732-6FCF-4CC7-A6F9-5D37228AE3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775" name="Rectangle 3774">
                              <a:extLst>
                                <a:ext uri="{FF2B5EF4-FFF2-40B4-BE49-F238E27FC236}">
                                  <a16:creationId xmlns:a16="http://schemas.microsoft.com/office/drawing/2014/main" id="{504743C4-122E-4B35-A6C7-3B546850EC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65" name="Group 3764">
                          <a:extLst>
                            <a:ext uri="{FF2B5EF4-FFF2-40B4-BE49-F238E27FC236}">
                              <a16:creationId xmlns:a16="http://schemas.microsoft.com/office/drawing/2014/main" id="{B1C0F191-AE5D-4904-B724-287056F236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66" name="Group 3765">
                            <a:extLst>
                              <a:ext uri="{FF2B5EF4-FFF2-40B4-BE49-F238E27FC236}">
                                <a16:creationId xmlns:a16="http://schemas.microsoft.com/office/drawing/2014/main" id="{EC3F3D7F-007F-4B95-90C1-786D602536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0" name="Rectangle 3769">
                              <a:extLst>
                                <a:ext uri="{FF2B5EF4-FFF2-40B4-BE49-F238E27FC236}">
                                  <a16:creationId xmlns:a16="http://schemas.microsoft.com/office/drawing/2014/main" id="{A323537E-00CA-4316-AFE4-7737BCE807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771" name="Rectangle 3770">
                              <a:extLst>
                                <a:ext uri="{FF2B5EF4-FFF2-40B4-BE49-F238E27FC236}">
                                  <a16:creationId xmlns:a16="http://schemas.microsoft.com/office/drawing/2014/main" id="{F3E99262-007A-41D8-8B5E-8894CAEA6C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67" name="Group 3766">
                            <a:extLst>
                              <a:ext uri="{FF2B5EF4-FFF2-40B4-BE49-F238E27FC236}">
                                <a16:creationId xmlns:a16="http://schemas.microsoft.com/office/drawing/2014/main" id="{04838A83-A2DF-4D0C-BB2F-91C1D6816E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8" name="Rectangle 3767">
                              <a:extLst>
                                <a:ext uri="{FF2B5EF4-FFF2-40B4-BE49-F238E27FC236}">
                                  <a16:creationId xmlns:a16="http://schemas.microsoft.com/office/drawing/2014/main" id="{EC540FD6-071B-4C36-A7FE-594358C74F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769" name="Rectangle 3768">
                              <a:extLst>
                                <a:ext uri="{FF2B5EF4-FFF2-40B4-BE49-F238E27FC236}">
                                  <a16:creationId xmlns:a16="http://schemas.microsoft.com/office/drawing/2014/main" id="{C0E13FF1-97E6-455E-9AE0-6220BBC3D8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49" name="Group 3748">
                        <a:extLst>
                          <a:ext uri="{FF2B5EF4-FFF2-40B4-BE49-F238E27FC236}">
                            <a16:creationId xmlns:a16="http://schemas.microsoft.com/office/drawing/2014/main" id="{8A69BF89-FE7F-4A66-91CB-8CAFE8B06A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50" name="Group 3749">
                          <a:extLst>
                            <a:ext uri="{FF2B5EF4-FFF2-40B4-BE49-F238E27FC236}">
                              <a16:creationId xmlns:a16="http://schemas.microsoft.com/office/drawing/2014/main" id="{B10C2E09-767B-49F0-95CB-AA892402EE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58" name="Group 3757">
                            <a:extLst>
                              <a:ext uri="{FF2B5EF4-FFF2-40B4-BE49-F238E27FC236}">
                                <a16:creationId xmlns:a16="http://schemas.microsoft.com/office/drawing/2014/main" id="{FC61BF98-7D32-4C67-BF97-2CA8443EAC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2" name="Rectangle 3761">
                              <a:extLst>
                                <a:ext uri="{FF2B5EF4-FFF2-40B4-BE49-F238E27FC236}">
                                  <a16:creationId xmlns:a16="http://schemas.microsoft.com/office/drawing/2014/main" id="{EBA4E857-8D27-4901-BD5C-11322A0FCB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763" name="Rectangle 3762">
                              <a:extLst>
                                <a:ext uri="{FF2B5EF4-FFF2-40B4-BE49-F238E27FC236}">
                                  <a16:creationId xmlns:a16="http://schemas.microsoft.com/office/drawing/2014/main" id="{6CD3CFE2-40B2-4A87-9105-2988B8ACDC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59" name="Group 3758">
                            <a:extLst>
                              <a:ext uri="{FF2B5EF4-FFF2-40B4-BE49-F238E27FC236}">
                                <a16:creationId xmlns:a16="http://schemas.microsoft.com/office/drawing/2014/main" id="{DD3FF746-ABFA-4E54-8712-2E971DF327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0" name="Rectangle 3759">
                              <a:extLst>
                                <a:ext uri="{FF2B5EF4-FFF2-40B4-BE49-F238E27FC236}">
                                  <a16:creationId xmlns:a16="http://schemas.microsoft.com/office/drawing/2014/main" id="{955876A8-0357-4F0B-95B7-008424EB5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761" name="Rectangle 3760">
                              <a:extLst>
                                <a:ext uri="{FF2B5EF4-FFF2-40B4-BE49-F238E27FC236}">
                                  <a16:creationId xmlns:a16="http://schemas.microsoft.com/office/drawing/2014/main" id="{C03D997C-1815-42ED-AF2F-1E7CC7C787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51" name="Group 3750">
                          <a:extLst>
                            <a:ext uri="{FF2B5EF4-FFF2-40B4-BE49-F238E27FC236}">
                              <a16:creationId xmlns:a16="http://schemas.microsoft.com/office/drawing/2014/main" id="{2E2755D0-06FD-4EFA-9F1A-E9160CB8EE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52" name="Group 3751">
                            <a:extLst>
                              <a:ext uri="{FF2B5EF4-FFF2-40B4-BE49-F238E27FC236}">
                                <a16:creationId xmlns:a16="http://schemas.microsoft.com/office/drawing/2014/main" id="{CFF13611-859C-481A-8E8A-C3A33FC2B2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56" name="Rectangle 3755">
                              <a:extLst>
                                <a:ext uri="{FF2B5EF4-FFF2-40B4-BE49-F238E27FC236}">
                                  <a16:creationId xmlns:a16="http://schemas.microsoft.com/office/drawing/2014/main" id="{F6915886-4229-4426-9203-EA9202BF4B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757" name="Rectangle 3756">
                              <a:extLst>
                                <a:ext uri="{FF2B5EF4-FFF2-40B4-BE49-F238E27FC236}">
                                  <a16:creationId xmlns:a16="http://schemas.microsoft.com/office/drawing/2014/main" id="{DC3DA7CE-85FD-4E28-962B-DD6CAE6CAB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53" name="Group 3752">
                            <a:extLst>
                              <a:ext uri="{FF2B5EF4-FFF2-40B4-BE49-F238E27FC236}">
                                <a16:creationId xmlns:a16="http://schemas.microsoft.com/office/drawing/2014/main" id="{BBD68E7E-DF39-4191-BDDE-3771CDB676C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54" name="Rectangle 3753">
                              <a:extLst>
                                <a:ext uri="{FF2B5EF4-FFF2-40B4-BE49-F238E27FC236}">
                                  <a16:creationId xmlns:a16="http://schemas.microsoft.com/office/drawing/2014/main" id="{F00857C4-01FC-427F-8838-025D222807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755" name="Rectangle 3754">
                              <a:extLst>
                                <a:ext uri="{FF2B5EF4-FFF2-40B4-BE49-F238E27FC236}">
                                  <a16:creationId xmlns:a16="http://schemas.microsoft.com/office/drawing/2014/main" id="{3EC57436-CA42-4498-AB3A-ECA4115ED4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717" name="Group 3716">
                      <a:extLst>
                        <a:ext uri="{FF2B5EF4-FFF2-40B4-BE49-F238E27FC236}">
                          <a16:creationId xmlns:a16="http://schemas.microsoft.com/office/drawing/2014/main" id="{4AB31806-AB14-4132-AC9C-6BB78D5249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18" name="Group 3717">
                        <a:extLst>
                          <a:ext uri="{FF2B5EF4-FFF2-40B4-BE49-F238E27FC236}">
                            <a16:creationId xmlns:a16="http://schemas.microsoft.com/office/drawing/2014/main" id="{E1EB60D6-D86B-422F-B8DF-7E75A732DD0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34" name="Group 3733">
                          <a:extLst>
                            <a:ext uri="{FF2B5EF4-FFF2-40B4-BE49-F238E27FC236}">
                              <a16:creationId xmlns:a16="http://schemas.microsoft.com/office/drawing/2014/main" id="{EF504DFB-0F59-4465-BD84-DB25503B6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42" name="Group 3741">
                            <a:extLst>
                              <a:ext uri="{FF2B5EF4-FFF2-40B4-BE49-F238E27FC236}">
                                <a16:creationId xmlns:a16="http://schemas.microsoft.com/office/drawing/2014/main" id="{93967A81-E7A8-4316-AB9E-F5B87CCC6E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6" name="Rectangle 3745">
                              <a:extLst>
                                <a:ext uri="{FF2B5EF4-FFF2-40B4-BE49-F238E27FC236}">
                                  <a16:creationId xmlns:a16="http://schemas.microsoft.com/office/drawing/2014/main" id="{C2279F37-2115-4F44-A1F1-160F7A471C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747" name="Rectangle 3746">
                              <a:extLst>
                                <a:ext uri="{FF2B5EF4-FFF2-40B4-BE49-F238E27FC236}">
                                  <a16:creationId xmlns:a16="http://schemas.microsoft.com/office/drawing/2014/main" id="{AB59914E-9F6B-4805-B4C2-55D1CCA8B5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43" name="Group 3742">
                            <a:extLst>
                              <a:ext uri="{FF2B5EF4-FFF2-40B4-BE49-F238E27FC236}">
                                <a16:creationId xmlns:a16="http://schemas.microsoft.com/office/drawing/2014/main" id="{A096FD80-F5F7-4511-9570-C96A980C5C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4" name="Rectangle 3743">
                              <a:extLst>
                                <a:ext uri="{FF2B5EF4-FFF2-40B4-BE49-F238E27FC236}">
                                  <a16:creationId xmlns:a16="http://schemas.microsoft.com/office/drawing/2014/main" id="{9CA8C806-8B7F-404B-A9A1-0E5E719064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745" name="Rectangle 3744">
                              <a:extLst>
                                <a:ext uri="{FF2B5EF4-FFF2-40B4-BE49-F238E27FC236}">
                                  <a16:creationId xmlns:a16="http://schemas.microsoft.com/office/drawing/2014/main" id="{A0FCEBAA-E7D0-4C6E-87D6-03B16776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35" name="Group 3734">
                          <a:extLst>
                            <a:ext uri="{FF2B5EF4-FFF2-40B4-BE49-F238E27FC236}">
                              <a16:creationId xmlns:a16="http://schemas.microsoft.com/office/drawing/2014/main" id="{CA02F938-685D-48C0-99A2-6A1B6CD355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36" name="Group 3735">
                            <a:extLst>
                              <a:ext uri="{FF2B5EF4-FFF2-40B4-BE49-F238E27FC236}">
                                <a16:creationId xmlns:a16="http://schemas.microsoft.com/office/drawing/2014/main" id="{5CBAF10B-D51C-46CB-8475-4E25B121B6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0" name="Rectangle 3739">
                              <a:extLst>
                                <a:ext uri="{FF2B5EF4-FFF2-40B4-BE49-F238E27FC236}">
                                  <a16:creationId xmlns:a16="http://schemas.microsoft.com/office/drawing/2014/main" id="{DD273BEF-9ACD-4D2F-8B26-3E0C0D0BE5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741" name="Rectangle 3740">
                              <a:extLst>
                                <a:ext uri="{FF2B5EF4-FFF2-40B4-BE49-F238E27FC236}">
                                  <a16:creationId xmlns:a16="http://schemas.microsoft.com/office/drawing/2014/main" id="{8CCD45D8-605F-4D7B-B0AB-B221371ED4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37" name="Group 3736">
                            <a:extLst>
                              <a:ext uri="{FF2B5EF4-FFF2-40B4-BE49-F238E27FC236}">
                                <a16:creationId xmlns:a16="http://schemas.microsoft.com/office/drawing/2014/main" id="{17852B86-04B7-4BFB-BD05-8B71E59B0D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8" name="Rectangle 3737">
                              <a:extLst>
                                <a:ext uri="{FF2B5EF4-FFF2-40B4-BE49-F238E27FC236}">
                                  <a16:creationId xmlns:a16="http://schemas.microsoft.com/office/drawing/2014/main" id="{6DD90EA5-A5CB-40E6-BD4B-35F5CAC94C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739" name="Rectangle 3738">
                              <a:extLst>
                                <a:ext uri="{FF2B5EF4-FFF2-40B4-BE49-F238E27FC236}">
                                  <a16:creationId xmlns:a16="http://schemas.microsoft.com/office/drawing/2014/main" id="{EFB4D4D8-AF3D-494D-B80A-11AC0FBA35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19" name="Group 3718">
                        <a:extLst>
                          <a:ext uri="{FF2B5EF4-FFF2-40B4-BE49-F238E27FC236}">
                            <a16:creationId xmlns:a16="http://schemas.microsoft.com/office/drawing/2014/main" id="{36030EAF-6B38-4BA9-817E-20B090C6CD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20" name="Group 3719">
                          <a:extLst>
                            <a:ext uri="{FF2B5EF4-FFF2-40B4-BE49-F238E27FC236}">
                              <a16:creationId xmlns:a16="http://schemas.microsoft.com/office/drawing/2014/main" id="{38842854-C9D7-4627-89C4-027D1548F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28" name="Group 3727">
                            <a:extLst>
                              <a:ext uri="{FF2B5EF4-FFF2-40B4-BE49-F238E27FC236}">
                                <a16:creationId xmlns:a16="http://schemas.microsoft.com/office/drawing/2014/main" id="{08D60B4D-F901-4DA9-B657-69638735FE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2" name="Rectangle 3731">
                              <a:extLst>
                                <a:ext uri="{FF2B5EF4-FFF2-40B4-BE49-F238E27FC236}">
                                  <a16:creationId xmlns:a16="http://schemas.microsoft.com/office/drawing/2014/main" id="{35D60000-3313-4157-BAE1-64748C903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733" name="Rectangle 3732">
                              <a:extLst>
                                <a:ext uri="{FF2B5EF4-FFF2-40B4-BE49-F238E27FC236}">
                                  <a16:creationId xmlns:a16="http://schemas.microsoft.com/office/drawing/2014/main" id="{067E802C-78B3-40F6-BEF5-F8FCEC7C83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29" name="Group 3728">
                            <a:extLst>
                              <a:ext uri="{FF2B5EF4-FFF2-40B4-BE49-F238E27FC236}">
                                <a16:creationId xmlns:a16="http://schemas.microsoft.com/office/drawing/2014/main" id="{536E925B-D7F9-4F9A-8447-D1CCDC1EF4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0" name="Rectangle 3729">
                              <a:extLst>
                                <a:ext uri="{FF2B5EF4-FFF2-40B4-BE49-F238E27FC236}">
                                  <a16:creationId xmlns:a16="http://schemas.microsoft.com/office/drawing/2014/main" id="{CB76AD1A-C7F7-4953-BB40-2A6B79DD63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731" name="Rectangle 3730">
                              <a:extLst>
                                <a:ext uri="{FF2B5EF4-FFF2-40B4-BE49-F238E27FC236}">
                                  <a16:creationId xmlns:a16="http://schemas.microsoft.com/office/drawing/2014/main" id="{1C170EB9-5615-473C-9E0C-0E0037EE0B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21" name="Group 3720">
                          <a:extLst>
                            <a:ext uri="{FF2B5EF4-FFF2-40B4-BE49-F238E27FC236}">
                              <a16:creationId xmlns:a16="http://schemas.microsoft.com/office/drawing/2014/main" id="{E116DB22-6D7E-45F3-ADF3-430EC78575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22" name="Group 3721">
                            <a:extLst>
                              <a:ext uri="{FF2B5EF4-FFF2-40B4-BE49-F238E27FC236}">
                                <a16:creationId xmlns:a16="http://schemas.microsoft.com/office/drawing/2014/main" id="{0679E5C7-9FFE-4748-8012-8F5434D200B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26" name="Rectangle 3725">
                              <a:extLst>
                                <a:ext uri="{FF2B5EF4-FFF2-40B4-BE49-F238E27FC236}">
                                  <a16:creationId xmlns:a16="http://schemas.microsoft.com/office/drawing/2014/main" id="{DED968AA-2F0B-41D9-81E3-75FD9E9D16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727" name="Rectangle 3726">
                              <a:extLst>
                                <a:ext uri="{FF2B5EF4-FFF2-40B4-BE49-F238E27FC236}">
                                  <a16:creationId xmlns:a16="http://schemas.microsoft.com/office/drawing/2014/main" id="{20CF1D4C-4A69-480B-9A6A-1D39318717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23" name="Group 3722">
                            <a:extLst>
                              <a:ext uri="{FF2B5EF4-FFF2-40B4-BE49-F238E27FC236}">
                                <a16:creationId xmlns:a16="http://schemas.microsoft.com/office/drawing/2014/main" id="{797FE5BB-0C17-4561-8BD6-A38E6FBFD54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24" name="Rectangle 3723">
                              <a:extLst>
                                <a:ext uri="{FF2B5EF4-FFF2-40B4-BE49-F238E27FC236}">
                                  <a16:creationId xmlns:a16="http://schemas.microsoft.com/office/drawing/2014/main" id="{D15FD0F2-03BB-4F0E-ABE8-13A4DB20DD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725" name="Rectangle 3724">
                              <a:extLst>
                                <a:ext uri="{FF2B5EF4-FFF2-40B4-BE49-F238E27FC236}">
                                  <a16:creationId xmlns:a16="http://schemas.microsoft.com/office/drawing/2014/main" id="{3CD3BC9D-69D5-4455-AAD9-F8838C60AB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653" name="Group 3652">
                    <a:extLst>
                      <a:ext uri="{FF2B5EF4-FFF2-40B4-BE49-F238E27FC236}">
                        <a16:creationId xmlns:a16="http://schemas.microsoft.com/office/drawing/2014/main" id="{0723D02A-49A9-4F50-982B-FB8B54F7C26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654" name="Group 3653">
                      <a:extLst>
                        <a:ext uri="{FF2B5EF4-FFF2-40B4-BE49-F238E27FC236}">
                          <a16:creationId xmlns:a16="http://schemas.microsoft.com/office/drawing/2014/main" id="{3977C0EB-A00B-444F-A86A-A157A9C82B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86" name="Group 3685">
                        <a:extLst>
                          <a:ext uri="{FF2B5EF4-FFF2-40B4-BE49-F238E27FC236}">
                            <a16:creationId xmlns:a16="http://schemas.microsoft.com/office/drawing/2014/main" id="{D59DE9F0-7E0A-4E56-AADC-B757F4C99C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02" name="Group 3701">
                          <a:extLst>
                            <a:ext uri="{FF2B5EF4-FFF2-40B4-BE49-F238E27FC236}">
                              <a16:creationId xmlns:a16="http://schemas.microsoft.com/office/drawing/2014/main" id="{2A5F8718-4A88-4675-BC57-E22A9FBF59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10" name="Group 3709">
                            <a:extLst>
                              <a:ext uri="{FF2B5EF4-FFF2-40B4-BE49-F238E27FC236}">
                                <a16:creationId xmlns:a16="http://schemas.microsoft.com/office/drawing/2014/main" id="{2EA700FB-E515-491A-9DC1-96C79955F5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14" name="Rectangle 3713">
                              <a:extLst>
                                <a:ext uri="{FF2B5EF4-FFF2-40B4-BE49-F238E27FC236}">
                                  <a16:creationId xmlns:a16="http://schemas.microsoft.com/office/drawing/2014/main" id="{B89123D0-24D6-4D08-8037-2B233537AD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715" name="Rectangle 3714">
                              <a:extLst>
                                <a:ext uri="{FF2B5EF4-FFF2-40B4-BE49-F238E27FC236}">
                                  <a16:creationId xmlns:a16="http://schemas.microsoft.com/office/drawing/2014/main" id="{24CC43EC-AF9E-4E86-80C2-238603E05E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11" name="Group 3710">
                            <a:extLst>
                              <a:ext uri="{FF2B5EF4-FFF2-40B4-BE49-F238E27FC236}">
                                <a16:creationId xmlns:a16="http://schemas.microsoft.com/office/drawing/2014/main" id="{DA913328-2DD8-4C03-9B09-9A29DC17FD5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12" name="Rectangle 3711">
                              <a:extLst>
                                <a:ext uri="{FF2B5EF4-FFF2-40B4-BE49-F238E27FC236}">
                                  <a16:creationId xmlns:a16="http://schemas.microsoft.com/office/drawing/2014/main" id="{8BF5679F-B24E-4F31-82FF-1264E6940A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713" name="Rectangle 3712">
                              <a:extLst>
                                <a:ext uri="{FF2B5EF4-FFF2-40B4-BE49-F238E27FC236}">
                                  <a16:creationId xmlns:a16="http://schemas.microsoft.com/office/drawing/2014/main" id="{72BD9A69-3ABA-4EAA-9106-C180CDF480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03" name="Group 3702">
                          <a:extLst>
                            <a:ext uri="{FF2B5EF4-FFF2-40B4-BE49-F238E27FC236}">
                              <a16:creationId xmlns:a16="http://schemas.microsoft.com/office/drawing/2014/main" id="{4F172400-78C7-483F-B265-42E4FB96F0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04" name="Group 3703">
                            <a:extLst>
                              <a:ext uri="{FF2B5EF4-FFF2-40B4-BE49-F238E27FC236}">
                                <a16:creationId xmlns:a16="http://schemas.microsoft.com/office/drawing/2014/main" id="{2D189C3A-0054-4423-8AA6-5C64612958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8" name="Rectangle 3707">
                              <a:extLst>
                                <a:ext uri="{FF2B5EF4-FFF2-40B4-BE49-F238E27FC236}">
                                  <a16:creationId xmlns:a16="http://schemas.microsoft.com/office/drawing/2014/main" id="{1F5C4606-D581-4C76-BAAD-55131B02A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709" name="Rectangle 3708">
                              <a:extLst>
                                <a:ext uri="{FF2B5EF4-FFF2-40B4-BE49-F238E27FC236}">
                                  <a16:creationId xmlns:a16="http://schemas.microsoft.com/office/drawing/2014/main" id="{80D9209E-9E01-43E3-A267-937B429DFD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05" name="Group 3704">
                            <a:extLst>
                              <a:ext uri="{FF2B5EF4-FFF2-40B4-BE49-F238E27FC236}">
                                <a16:creationId xmlns:a16="http://schemas.microsoft.com/office/drawing/2014/main" id="{512670D1-0BC2-4F96-8D3D-2DE9CC4616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6" name="Rectangle 3705">
                              <a:extLst>
                                <a:ext uri="{FF2B5EF4-FFF2-40B4-BE49-F238E27FC236}">
                                  <a16:creationId xmlns:a16="http://schemas.microsoft.com/office/drawing/2014/main" id="{0121DA71-F17F-4D04-BBDB-5AE338C2D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707" name="Rectangle 3706">
                              <a:extLst>
                                <a:ext uri="{FF2B5EF4-FFF2-40B4-BE49-F238E27FC236}">
                                  <a16:creationId xmlns:a16="http://schemas.microsoft.com/office/drawing/2014/main" id="{0138D292-08F3-4F18-96E9-351D292E0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87" name="Group 3686">
                        <a:extLst>
                          <a:ext uri="{FF2B5EF4-FFF2-40B4-BE49-F238E27FC236}">
                            <a16:creationId xmlns:a16="http://schemas.microsoft.com/office/drawing/2014/main" id="{0FE8B098-1E95-4A3B-86FA-9323A8A15A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88" name="Group 3687">
                          <a:extLst>
                            <a:ext uri="{FF2B5EF4-FFF2-40B4-BE49-F238E27FC236}">
                              <a16:creationId xmlns:a16="http://schemas.microsoft.com/office/drawing/2014/main" id="{4152C806-D6A4-4D05-839D-2399DF8EFB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96" name="Group 3695">
                            <a:extLst>
                              <a:ext uri="{FF2B5EF4-FFF2-40B4-BE49-F238E27FC236}">
                                <a16:creationId xmlns:a16="http://schemas.microsoft.com/office/drawing/2014/main" id="{304718E7-9F54-41F5-8EF9-8185F8F5C0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0" name="Rectangle 3699">
                              <a:extLst>
                                <a:ext uri="{FF2B5EF4-FFF2-40B4-BE49-F238E27FC236}">
                                  <a16:creationId xmlns:a16="http://schemas.microsoft.com/office/drawing/2014/main" id="{B38C4F10-C194-46C1-A062-B1B5A50A75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701" name="Rectangle 3700">
                              <a:extLst>
                                <a:ext uri="{FF2B5EF4-FFF2-40B4-BE49-F238E27FC236}">
                                  <a16:creationId xmlns:a16="http://schemas.microsoft.com/office/drawing/2014/main" id="{F5E46998-4B93-4C04-B1B9-4CB05C0B79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97" name="Group 3696">
                            <a:extLst>
                              <a:ext uri="{FF2B5EF4-FFF2-40B4-BE49-F238E27FC236}">
                                <a16:creationId xmlns:a16="http://schemas.microsoft.com/office/drawing/2014/main" id="{55565D20-EC4B-4996-A686-90A121821BA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8" name="Rectangle 3697">
                              <a:extLst>
                                <a:ext uri="{FF2B5EF4-FFF2-40B4-BE49-F238E27FC236}">
                                  <a16:creationId xmlns:a16="http://schemas.microsoft.com/office/drawing/2014/main" id="{5B5E0CF4-AB00-4055-9291-03125406CC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699" name="Rectangle 3698">
                              <a:extLst>
                                <a:ext uri="{FF2B5EF4-FFF2-40B4-BE49-F238E27FC236}">
                                  <a16:creationId xmlns:a16="http://schemas.microsoft.com/office/drawing/2014/main" id="{5A4D3113-DDA7-4EAF-A8E2-9EB516A594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89" name="Group 3688">
                          <a:extLst>
                            <a:ext uri="{FF2B5EF4-FFF2-40B4-BE49-F238E27FC236}">
                              <a16:creationId xmlns:a16="http://schemas.microsoft.com/office/drawing/2014/main" id="{2C1C5565-D425-4C78-A198-8CE6F69A40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90" name="Group 3689">
                            <a:extLst>
                              <a:ext uri="{FF2B5EF4-FFF2-40B4-BE49-F238E27FC236}">
                                <a16:creationId xmlns:a16="http://schemas.microsoft.com/office/drawing/2014/main" id="{68BCDC71-E79A-4C1E-BC2D-F0C6074644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4" name="Rectangle 3693">
                              <a:extLst>
                                <a:ext uri="{FF2B5EF4-FFF2-40B4-BE49-F238E27FC236}">
                                  <a16:creationId xmlns:a16="http://schemas.microsoft.com/office/drawing/2014/main" id="{B4BCE65B-246F-490A-959D-40BB993383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695" name="Rectangle 3694">
                              <a:extLst>
                                <a:ext uri="{FF2B5EF4-FFF2-40B4-BE49-F238E27FC236}">
                                  <a16:creationId xmlns:a16="http://schemas.microsoft.com/office/drawing/2014/main" id="{42EF311F-7EA1-4733-83E5-DDACF2026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91" name="Group 3690">
                            <a:extLst>
                              <a:ext uri="{FF2B5EF4-FFF2-40B4-BE49-F238E27FC236}">
                                <a16:creationId xmlns:a16="http://schemas.microsoft.com/office/drawing/2014/main" id="{134DCDE3-2EB9-48AC-8ABA-7F1D6D153FF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2" name="Rectangle 3691">
                              <a:extLst>
                                <a:ext uri="{FF2B5EF4-FFF2-40B4-BE49-F238E27FC236}">
                                  <a16:creationId xmlns:a16="http://schemas.microsoft.com/office/drawing/2014/main" id="{638ACCC5-2888-4FDC-AC47-0D48AB7C75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693" name="Rectangle 3692">
                              <a:extLst>
                                <a:ext uri="{FF2B5EF4-FFF2-40B4-BE49-F238E27FC236}">
                                  <a16:creationId xmlns:a16="http://schemas.microsoft.com/office/drawing/2014/main" id="{CF2AE4C9-1CBA-4935-A05C-F72A75EC24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655" name="Group 3654">
                      <a:extLst>
                        <a:ext uri="{FF2B5EF4-FFF2-40B4-BE49-F238E27FC236}">
                          <a16:creationId xmlns:a16="http://schemas.microsoft.com/office/drawing/2014/main" id="{DBA833B0-8CE9-481F-918A-51032FF5F3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56" name="Group 3655">
                        <a:extLst>
                          <a:ext uri="{FF2B5EF4-FFF2-40B4-BE49-F238E27FC236}">
                            <a16:creationId xmlns:a16="http://schemas.microsoft.com/office/drawing/2014/main" id="{8412852E-C98E-4A05-BA6D-9B0B28618F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72" name="Group 3671">
                          <a:extLst>
                            <a:ext uri="{FF2B5EF4-FFF2-40B4-BE49-F238E27FC236}">
                              <a16:creationId xmlns:a16="http://schemas.microsoft.com/office/drawing/2014/main" id="{DDCBCAE2-03BC-42A1-89BA-A7B43D4C61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80" name="Group 3679">
                            <a:extLst>
                              <a:ext uri="{FF2B5EF4-FFF2-40B4-BE49-F238E27FC236}">
                                <a16:creationId xmlns:a16="http://schemas.microsoft.com/office/drawing/2014/main" id="{7AFD1BBF-3BD5-473A-BDB1-F3CA039587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84" name="Rectangle 3683">
                              <a:extLst>
                                <a:ext uri="{FF2B5EF4-FFF2-40B4-BE49-F238E27FC236}">
                                  <a16:creationId xmlns:a16="http://schemas.microsoft.com/office/drawing/2014/main" id="{4B1AFC70-05B6-42FC-AF2C-F588E4A12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685" name="Rectangle 3684">
                              <a:extLst>
                                <a:ext uri="{FF2B5EF4-FFF2-40B4-BE49-F238E27FC236}">
                                  <a16:creationId xmlns:a16="http://schemas.microsoft.com/office/drawing/2014/main" id="{204403D3-9AB6-4567-8E62-276C3704CE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81" name="Group 3680">
                            <a:extLst>
                              <a:ext uri="{FF2B5EF4-FFF2-40B4-BE49-F238E27FC236}">
                                <a16:creationId xmlns:a16="http://schemas.microsoft.com/office/drawing/2014/main" id="{CC16DB05-4568-4164-9E01-2EA4C376B5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82" name="Rectangle 3681">
                              <a:extLst>
                                <a:ext uri="{FF2B5EF4-FFF2-40B4-BE49-F238E27FC236}">
                                  <a16:creationId xmlns:a16="http://schemas.microsoft.com/office/drawing/2014/main" id="{55C6C24C-78DA-4D45-B634-4651E91A85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683" name="Rectangle 3682">
                              <a:extLst>
                                <a:ext uri="{FF2B5EF4-FFF2-40B4-BE49-F238E27FC236}">
                                  <a16:creationId xmlns:a16="http://schemas.microsoft.com/office/drawing/2014/main" id="{B1EB35A3-D7A6-49F5-9E84-EBD746B896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73" name="Group 3672">
                          <a:extLst>
                            <a:ext uri="{FF2B5EF4-FFF2-40B4-BE49-F238E27FC236}">
                              <a16:creationId xmlns:a16="http://schemas.microsoft.com/office/drawing/2014/main" id="{994827BF-E238-4A92-8B4B-06A140D91F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74" name="Group 3673">
                            <a:extLst>
                              <a:ext uri="{FF2B5EF4-FFF2-40B4-BE49-F238E27FC236}">
                                <a16:creationId xmlns:a16="http://schemas.microsoft.com/office/drawing/2014/main" id="{B4E45B2F-E146-4F51-835B-2033CB6DE6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8" name="Rectangle 3677">
                              <a:extLst>
                                <a:ext uri="{FF2B5EF4-FFF2-40B4-BE49-F238E27FC236}">
                                  <a16:creationId xmlns:a16="http://schemas.microsoft.com/office/drawing/2014/main" id="{2AC008A4-8F3E-41D6-9E5B-DD16717A12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679" name="Rectangle 3678">
                              <a:extLst>
                                <a:ext uri="{FF2B5EF4-FFF2-40B4-BE49-F238E27FC236}">
                                  <a16:creationId xmlns:a16="http://schemas.microsoft.com/office/drawing/2014/main" id="{7A7E58EC-53B3-4B21-9B69-CCFE8A25CE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75" name="Group 3674">
                            <a:extLst>
                              <a:ext uri="{FF2B5EF4-FFF2-40B4-BE49-F238E27FC236}">
                                <a16:creationId xmlns:a16="http://schemas.microsoft.com/office/drawing/2014/main" id="{27728E13-871D-4916-BEF1-7336905F96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6" name="Rectangle 3675">
                              <a:extLst>
                                <a:ext uri="{FF2B5EF4-FFF2-40B4-BE49-F238E27FC236}">
                                  <a16:creationId xmlns:a16="http://schemas.microsoft.com/office/drawing/2014/main" id="{CA435267-1AFA-40CD-9CBB-292F3DA124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677" name="Rectangle 3676">
                              <a:extLst>
                                <a:ext uri="{FF2B5EF4-FFF2-40B4-BE49-F238E27FC236}">
                                  <a16:creationId xmlns:a16="http://schemas.microsoft.com/office/drawing/2014/main" id="{02D842A9-9BD0-44D8-BD16-436BC97F88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57" name="Group 3656">
                        <a:extLst>
                          <a:ext uri="{FF2B5EF4-FFF2-40B4-BE49-F238E27FC236}">
                            <a16:creationId xmlns:a16="http://schemas.microsoft.com/office/drawing/2014/main" id="{10A35F55-18D4-4630-838C-F9AB4A9772C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58" name="Group 3657">
                          <a:extLst>
                            <a:ext uri="{FF2B5EF4-FFF2-40B4-BE49-F238E27FC236}">
                              <a16:creationId xmlns:a16="http://schemas.microsoft.com/office/drawing/2014/main" id="{AADE45E3-9B44-4E62-B15C-2D9D4A34A0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66" name="Group 3665">
                            <a:extLst>
                              <a:ext uri="{FF2B5EF4-FFF2-40B4-BE49-F238E27FC236}">
                                <a16:creationId xmlns:a16="http://schemas.microsoft.com/office/drawing/2014/main" id="{AB641A9E-8BC4-4645-A551-E54D435A84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0" name="Rectangle 3669">
                              <a:extLst>
                                <a:ext uri="{FF2B5EF4-FFF2-40B4-BE49-F238E27FC236}">
                                  <a16:creationId xmlns:a16="http://schemas.microsoft.com/office/drawing/2014/main" id="{2F97F831-5FDF-437E-86B9-96E4AC7B3D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671" name="Rectangle 3670">
                              <a:extLst>
                                <a:ext uri="{FF2B5EF4-FFF2-40B4-BE49-F238E27FC236}">
                                  <a16:creationId xmlns:a16="http://schemas.microsoft.com/office/drawing/2014/main" id="{014EBED2-9ACC-4B72-9C13-694A5C10F8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67" name="Group 3666">
                            <a:extLst>
                              <a:ext uri="{FF2B5EF4-FFF2-40B4-BE49-F238E27FC236}">
                                <a16:creationId xmlns:a16="http://schemas.microsoft.com/office/drawing/2014/main" id="{59699E07-247F-493F-AA5C-F731854BE4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8" name="Rectangle 3667">
                              <a:extLst>
                                <a:ext uri="{FF2B5EF4-FFF2-40B4-BE49-F238E27FC236}">
                                  <a16:creationId xmlns:a16="http://schemas.microsoft.com/office/drawing/2014/main" id="{6A369F31-7CD8-4DE7-8D02-C969467AD1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669" name="Rectangle 3668">
                              <a:extLst>
                                <a:ext uri="{FF2B5EF4-FFF2-40B4-BE49-F238E27FC236}">
                                  <a16:creationId xmlns:a16="http://schemas.microsoft.com/office/drawing/2014/main" id="{80D928E5-E9A0-4E89-BF6A-8237AA6D80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59" name="Group 3658">
                          <a:extLst>
                            <a:ext uri="{FF2B5EF4-FFF2-40B4-BE49-F238E27FC236}">
                              <a16:creationId xmlns:a16="http://schemas.microsoft.com/office/drawing/2014/main" id="{423143CE-92A8-479D-9C76-3011287946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60" name="Group 3659">
                            <a:extLst>
                              <a:ext uri="{FF2B5EF4-FFF2-40B4-BE49-F238E27FC236}">
                                <a16:creationId xmlns:a16="http://schemas.microsoft.com/office/drawing/2014/main" id="{31A58BF9-88AB-4D63-B311-989D5B1CE9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4" name="Rectangle 3663">
                              <a:extLst>
                                <a:ext uri="{FF2B5EF4-FFF2-40B4-BE49-F238E27FC236}">
                                  <a16:creationId xmlns:a16="http://schemas.microsoft.com/office/drawing/2014/main" id="{BAF4BAF9-1AD9-4391-ACA5-9D5492C0BC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665" name="Rectangle 3664">
                              <a:extLst>
                                <a:ext uri="{FF2B5EF4-FFF2-40B4-BE49-F238E27FC236}">
                                  <a16:creationId xmlns:a16="http://schemas.microsoft.com/office/drawing/2014/main" id="{C1A0D022-3487-4447-9A87-FC8C7B923A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61" name="Group 3660">
                            <a:extLst>
                              <a:ext uri="{FF2B5EF4-FFF2-40B4-BE49-F238E27FC236}">
                                <a16:creationId xmlns:a16="http://schemas.microsoft.com/office/drawing/2014/main" id="{E4F7030D-2E1F-4150-A967-C3317F0E7D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2" name="Rectangle 3661">
                              <a:extLst>
                                <a:ext uri="{FF2B5EF4-FFF2-40B4-BE49-F238E27FC236}">
                                  <a16:creationId xmlns:a16="http://schemas.microsoft.com/office/drawing/2014/main" id="{61977460-9FF1-4FB7-951B-AFE874FBE1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663" name="Rectangle 3662">
                              <a:extLst>
                                <a:ext uri="{FF2B5EF4-FFF2-40B4-BE49-F238E27FC236}">
                                  <a16:creationId xmlns:a16="http://schemas.microsoft.com/office/drawing/2014/main" id="{2F6ACDDB-F689-4211-B860-1877B1264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525" name="Group 3524">
                  <a:extLst>
                    <a:ext uri="{FF2B5EF4-FFF2-40B4-BE49-F238E27FC236}">
                      <a16:creationId xmlns:a16="http://schemas.microsoft.com/office/drawing/2014/main" id="{77DF8869-89E8-4C69-8743-CB84977CEC03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526" name="Group 3525">
                    <a:extLst>
                      <a:ext uri="{FF2B5EF4-FFF2-40B4-BE49-F238E27FC236}">
                        <a16:creationId xmlns:a16="http://schemas.microsoft.com/office/drawing/2014/main" id="{C0E366A5-2EFF-4156-A52A-93D76DFDDE5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590" name="Group 3589">
                      <a:extLst>
                        <a:ext uri="{FF2B5EF4-FFF2-40B4-BE49-F238E27FC236}">
                          <a16:creationId xmlns:a16="http://schemas.microsoft.com/office/drawing/2014/main" id="{EB5423A9-7C4C-4442-9643-02BA04716A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22" name="Group 3621">
                        <a:extLst>
                          <a:ext uri="{FF2B5EF4-FFF2-40B4-BE49-F238E27FC236}">
                            <a16:creationId xmlns:a16="http://schemas.microsoft.com/office/drawing/2014/main" id="{271E0AF8-1A05-4B98-814C-6E3A60A148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38" name="Group 3637">
                          <a:extLst>
                            <a:ext uri="{FF2B5EF4-FFF2-40B4-BE49-F238E27FC236}">
                              <a16:creationId xmlns:a16="http://schemas.microsoft.com/office/drawing/2014/main" id="{03200905-0596-4A12-972D-8C9DC6ACF1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46" name="Group 3645">
                            <a:extLst>
                              <a:ext uri="{FF2B5EF4-FFF2-40B4-BE49-F238E27FC236}">
                                <a16:creationId xmlns:a16="http://schemas.microsoft.com/office/drawing/2014/main" id="{B7443DBD-97A0-4895-9A08-82257591D1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50" name="Rectangle 3649">
                              <a:extLst>
                                <a:ext uri="{FF2B5EF4-FFF2-40B4-BE49-F238E27FC236}">
                                  <a16:creationId xmlns:a16="http://schemas.microsoft.com/office/drawing/2014/main" id="{FE62D7DA-4772-4A11-9717-D235826BE4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651" name="Rectangle 3650">
                              <a:extLst>
                                <a:ext uri="{FF2B5EF4-FFF2-40B4-BE49-F238E27FC236}">
                                  <a16:creationId xmlns:a16="http://schemas.microsoft.com/office/drawing/2014/main" id="{BD24C03D-3B80-4C20-A6C9-E9EB6B954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47" name="Group 3646">
                            <a:extLst>
                              <a:ext uri="{FF2B5EF4-FFF2-40B4-BE49-F238E27FC236}">
                                <a16:creationId xmlns:a16="http://schemas.microsoft.com/office/drawing/2014/main" id="{BAE5AB83-42C9-4B6A-8A54-790FE6C581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8" name="Rectangle 3647">
                              <a:extLst>
                                <a:ext uri="{FF2B5EF4-FFF2-40B4-BE49-F238E27FC236}">
                                  <a16:creationId xmlns:a16="http://schemas.microsoft.com/office/drawing/2014/main" id="{B9F98390-D885-4E9F-AEC6-CBB853455E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649" name="Rectangle 3648">
                              <a:extLst>
                                <a:ext uri="{FF2B5EF4-FFF2-40B4-BE49-F238E27FC236}">
                                  <a16:creationId xmlns:a16="http://schemas.microsoft.com/office/drawing/2014/main" id="{070F5ECF-AB18-49B8-9623-58601E9F39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39" name="Group 3638">
                          <a:extLst>
                            <a:ext uri="{FF2B5EF4-FFF2-40B4-BE49-F238E27FC236}">
                              <a16:creationId xmlns:a16="http://schemas.microsoft.com/office/drawing/2014/main" id="{2BDDA63C-D54C-42EE-8437-9F110C54584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40" name="Group 3639">
                            <a:extLst>
                              <a:ext uri="{FF2B5EF4-FFF2-40B4-BE49-F238E27FC236}">
                                <a16:creationId xmlns:a16="http://schemas.microsoft.com/office/drawing/2014/main" id="{AA2938FA-39AC-4161-A224-B82CB32F6F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4" name="Rectangle 3643">
                              <a:extLst>
                                <a:ext uri="{FF2B5EF4-FFF2-40B4-BE49-F238E27FC236}">
                                  <a16:creationId xmlns:a16="http://schemas.microsoft.com/office/drawing/2014/main" id="{9FF1C7AB-68DB-4E64-B738-00A0FBCCFD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645" name="Rectangle 3644">
                              <a:extLst>
                                <a:ext uri="{FF2B5EF4-FFF2-40B4-BE49-F238E27FC236}">
                                  <a16:creationId xmlns:a16="http://schemas.microsoft.com/office/drawing/2014/main" id="{710D178D-5235-47C3-A12E-DAB21C6028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41" name="Group 3640">
                            <a:extLst>
                              <a:ext uri="{FF2B5EF4-FFF2-40B4-BE49-F238E27FC236}">
                                <a16:creationId xmlns:a16="http://schemas.microsoft.com/office/drawing/2014/main" id="{BFB0484C-CA63-4764-8E01-95B90010690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2" name="Rectangle 3641">
                              <a:extLst>
                                <a:ext uri="{FF2B5EF4-FFF2-40B4-BE49-F238E27FC236}">
                                  <a16:creationId xmlns:a16="http://schemas.microsoft.com/office/drawing/2014/main" id="{8839AF14-8261-4F2F-AD1F-42C8AB1B2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643" name="Rectangle 3642">
                              <a:extLst>
                                <a:ext uri="{FF2B5EF4-FFF2-40B4-BE49-F238E27FC236}">
                                  <a16:creationId xmlns:a16="http://schemas.microsoft.com/office/drawing/2014/main" id="{5103879D-F66F-45C9-BFD1-47639E9B6E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23" name="Group 3622">
                        <a:extLst>
                          <a:ext uri="{FF2B5EF4-FFF2-40B4-BE49-F238E27FC236}">
                            <a16:creationId xmlns:a16="http://schemas.microsoft.com/office/drawing/2014/main" id="{B0669E5C-50A1-4D88-AB1C-C5E0828D8B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24" name="Group 3623">
                          <a:extLst>
                            <a:ext uri="{FF2B5EF4-FFF2-40B4-BE49-F238E27FC236}">
                              <a16:creationId xmlns:a16="http://schemas.microsoft.com/office/drawing/2014/main" id="{F1C44548-832C-4F47-A8E5-B881608DC4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32" name="Group 3631">
                            <a:extLst>
                              <a:ext uri="{FF2B5EF4-FFF2-40B4-BE49-F238E27FC236}">
                                <a16:creationId xmlns:a16="http://schemas.microsoft.com/office/drawing/2014/main" id="{D68D42DA-5C2E-44A2-A229-EE930849B80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6" name="Rectangle 3635">
                              <a:extLst>
                                <a:ext uri="{FF2B5EF4-FFF2-40B4-BE49-F238E27FC236}">
                                  <a16:creationId xmlns:a16="http://schemas.microsoft.com/office/drawing/2014/main" id="{66418009-58EC-4E27-9876-8A5917595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637" name="Rectangle 3636">
                              <a:extLst>
                                <a:ext uri="{FF2B5EF4-FFF2-40B4-BE49-F238E27FC236}">
                                  <a16:creationId xmlns:a16="http://schemas.microsoft.com/office/drawing/2014/main" id="{073E1882-0DCB-4468-B195-0F34887D8F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33" name="Group 3632">
                            <a:extLst>
                              <a:ext uri="{FF2B5EF4-FFF2-40B4-BE49-F238E27FC236}">
                                <a16:creationId xmlns:a16="http://schemas.microsoft.com/office/drawing/2014/main" id="{A8320EF5-9C86-4140-B166-1DBF96E9B8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4" name="Rectangle 3633">
                              <a:extLst>
                                <a:ext uri="{FF2B5EF4-FFF2-40B4-BE49-F238E27FC236}">
                                  <a16:creationId xmlns:a16="http://schemas.microsoft.com/office/drawing/2014/main" id="{BAE6BA33-3150-4B3C-A3C0-1699C53354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635" name="Rectangle 3634">
                              <a:extLst>
                                <a:ext uri="{FF2B5EF4-FFF2-40B4-BE49-F238E27FC236}">
                                  <a16:creationId xmlns:a16="http://schemas.microsoft.com/office/drawing/2014/main" id="{C5506A34-2C48-4F33-B855-ABD8A907E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25" name="Group 3624">
                          <a:extLst>
                            <a:ext uri="{FF2B5EF4-FFF2-40B4-BE49-F238E27FC236}">
                              <a16:creationId xmlns:a16="http://schemas.microsoft.com/office/drawing/2014/main" id="{15654835-413E-4B2B-BF20-16ED8BAAF2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26" name="Group 3625">
                            <a:extLst>
                              <a:ext uri="{FF2B5EF4-FFF2-40B4-BE49-F238E27FC236}">
                                <a16:creationId xmlns:a16="http://schemas.microsoft.com/office/drawing/2014/main" id="{123613DB-DD79-4D55-928C-60F68F3C2C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0" name="Rectangle 3629">
                              <a:extLst>
                                <a:ext uri="{FF2B5EF4-FFF2-40B4-BE49-F238E27FC236}">
                                  <a16:creationId xmlns:a16="http://schemas.microsoft.com/office/drawing/2014/main" id="{591695E4-91D6-4207-B199-E0009670FC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631" name="Rectangle 3630">
                              <a:extLst>
                                <a:ext uri="{FF2B5EF4-FFF2-40B4-BE49-F238E27FC236}">
                                  <a16:creationId xmlns:a16="http://schemas.microsoft.com/office/drawing/2014/main" id="{9F9AC631-B634-43FC-BE29-FA021051F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27" name="Group 3626">
                            <a:extLst>
                              <a:ext uri="{FF2B5EF4-FFF2-40B4-BE49-F238E27FC236}">
                                <a16:creationId xmlns:a16="http://schemas.microsoft.com/office/drawing/2014/main" id="{4C8F8AA2-95FF-4581-89E9-45CD2EC056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28" name="Rectangle 3627">
                              <a:extLst>
                                <a:ext uri="{FF2B5EF4-FFF2-40B4-BE49-F238E27FC236}">
                                  <a16:creationId xmlns:a16="http://schemas.microsoft.com/office/drawing/2014/main" id="{C5E8BBF1-E193-413D-A670-081C75E171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629" name="Rectangle 3628">
                              <a:extLst>
                                <a:ext uri="{FF2B5EF4-FFF2-40B4-BE49-F238E27FC236}">
                                  <a16:creationId xmlns:a16="http://schemas.microsoft.com/office/drawing/2014/main" id="{4094FCF9-A36D-4DF4-A3D1-071F6918CA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591" name="Group 3590">
                      <a:extLst>
                        <a:ext uri="{FF2B5EF4-FFF2-40B4-BE49-F238E27FC236}">
                          <a16:creationId xmlns:a16="http://schemas.microsoft.com/office/drawing/2014/main" id="{40E705B9-B29B-40CD-8902-02F3830A15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92" name="Group 3591">
                        <a:extLst>
                          <a:ext uri="{FF2B5EF4-FFF2-40B4-BE49-F238E27FC236}">
                            <a16:creationId xmlns:a16="http://schemas.microsoft.com/office/drawing/2014/main" id="{DD91CD10-3044-4988-88B6-ABAA9C709A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08" name="Group 3607">
                          <a:extLst>
                            <a:ext uri="{FF2B5EF4-FFF2-40B4-BE49-F238E27FC236}">
                              <a16:creationId xmlns:a16="http://schemas.microsoft.com/office/drawing/2014/main" id="{CCC6723A-F5D8-4A04-914A-A9C3DB206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16" name="Group 3615">
                            <a:extLst>
                              <a:ext uri="{FF2B5EF4-FFF2-40B4-BE49-F238E27FC236}">
                                <a16:creationId xmlns:a16="http://schemas.microsoft.com/office/drawing/2014/main" id="{EBEEDDBD-3C66-45B3-A4B4-C8B3461D3D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20" name="Rectangle 3619">
                              <a:extLst>
                                <a:ext uri="{FF2B5EF4-FFF2-40B4-BE49-F238E27FC236}">
                                  <a16:creationId xmlns:a16="http://schemas.microsoft.com/office/drawing/2014/main" id="{3BC551C3-015A-427C-9585-2017463C3A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621" name="Rectangle 3620">
                              <a:extLst>
                                <a:ext uri="{FF2B5EF4-FFF2-40B4-BE49-F238E27FC236}">
                                  <a16:creationId xmlns:a16="http://schemas.microsoft.com/office/drawing/2014/main" id="{9439895A-9A4E-46F9-9DC8-3D106253E0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17" name="Group 3616">
                            <a:extLst>
                              <a:ext uri="{FF2B5EF4-FFF2-40B4-BE49-F238E27FC236}">
                                <a16:creationId xmlns:a16="http://schemas.microsoft.com/office/drawing/2014/main" id="{1DF9157D-AB57-4111-BFF5-082DD38327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8" name="Rectangle 3617">
                              <a:extLst>
                                <a:ext uri="{FF2B5EF4-FFF2-40B4-BE49-F238E27FC236}">
                                  <a16:creationId xmlns:a16="http://schemas.microsoft.com/office/drawing/2014/main" id="{491CB23B-3221-4361-9D44-EAF36888B6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619" name="Rectangle 3618">
                              <a:extLst>
                                <a:ext uri="{FF2B5EF4-FFF2-40B4-BE49-F238E27FC236}">
                                  <a16:creationId xmlns:a16="http://schemas.microsoft.com/office/drawing/2014/main" id="{66998EDB-A474-4859-B848-577554091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09" name="Group 3608">
                          <a:extLst>
                            <a:ext uri="{FF2B5EF4-FFF2-40B4-BE49-F238E27FC236}">
                              <a16:creationId xmlns:a16="http://schemas.microsoft.com/office/drawing/2014/main" id="{BFF3725E-84D5-44ED-9F22-08E393D04CA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10" name="Group 3609">
                            <a:extLst>
                              <a:ext uri="{FF2B5EF4-FFF2-40B4-BE49-F238E27FC236}">
                                <a16:creationId xmlns:a16="http://schemas.microsoft.com/office/drawing/2014/main" id="{47A039C4-A45F-426B-8210-EBDB4AF99E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4" name="Rectangle 3613">
                              <a:extLst>
                                <a:ext uri="{FF2B5EF4-FFF2-40B4-BE49-F238E27FC236}">
                                  <a16:creationId xmlns:a16="http://schemas.microsoft.com/office/drawing/2014/main" id="{053E5092-B9C2-422F-86A1-C7ECB3562F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615" name="Rectangle 3614">
                              <a:extLst>
                                <a:ext uri="{FF2B5EF4-FFF2-40B4-BE49-F238E27FC236}">
                                  <a16:creationId xmlns:a16="http://schemas.microsoft.com/office/drawing/2014/main" id="{263D8126-7125-4AE6-A121-027A98A923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11" name="Group 3610">
                            <a:extLst>
                              <a:ext uri="{FF2B5EF4-FFF2-40B4-BE49-F238E27FC236}">
                                <a16:creationId xmlns:a16="http://schemas.microsoft.com/office/drawing/2014/main" id="{60D640A5-FAE9-4A57-8D03-ADCBF6CF6D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2" name="Rectangle 3611">
                              <a:extLst>
                                <a:ext uri="{FF2B5EF4-FFF2-40B4-BE49-F238E27FC236}">
                                  <a16:creationId xmlns:a16="http://schemas.microsoft.com/office/drawing/2014/main" id="{04474CD9-B66F-40C0-8D30-F117A2A5E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613" name="Rectangle 3612">
                              <a:extLst>
                                <a:ext uri="{FF2B5EF4-FFF2-40B4-BE49-F238E27FC236}">
                                  <a16:creationId xmlns:a16="http://schemas.microsoft.com/office/drawing/2014/main" id="{DBFE089B-A96C-46B1-885D-CEFCDC4549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93" name="Group 3592">
                        <a:extLst>
                          <a:ext uri="{FF2B5EF4-FFF2-40B4-BE49-F238E27FC236}">
                            <a16:creationId xmlns:a16="http://schemas.microsoft.com/office/drawing/2014/main" id="{08B2292C-E6CC-4B05-901C-35873EE89DA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94" name="Group 3593">
                          <a:extLst>
                            <a:ext uri="{FF2B5EF4-FFF2-40B4-BE49-F238E27FC236}">
                              <a16:creationId xmlns:a16="http://schemas.microsoft.com/office/drawing/2014/main" id="{FB639305-C0E8-4FC0-9209-7763859220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02" name="Group 3601">
                            <a:extLst>
                              <a:ext uri="{FF2B5EF4-FFF2-40B4-BE49-F238E27FC236}">
                                <a16:creationId xmlns:a16="http://schemas.microsoft.com/office/drawing/2014/main" id="{FA15CF6A-C445-4FC0-B3BF-DA8AC0FF3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6" name="Rectangle 3605">
                              <a:extLst>
                                <a:ext uri="{FF2B5EF4-FFF2-40B4-BE49-F238E27FC236}">
                                  <a16:creationId xmlns:a16="http://schemas.microsoft.com/office/drawing/2014/main" id="{F7249263-2442-47FA-80C0-68FB81F369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607" name="Rectangle 3606">
                              <a:extLst>
                                <a:ext uri="{FF2B5EF4-FFF2-40B4-BE49-F238E27FC236}">
                                  <a16:creationId xmlns:a16="http://schemas.microsoft.com/office/drawing/2014/main" id="{35B3CE40-A524-42D6-8924-794010A2F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03" name="Group 3602">
                            <a:extLst>
                              <a:ext uri="{FF2B5EF4-FFF2-40B4-BE49-F238E27FC236}">
                                <a16:creationId xmlns:a16="http://schemas.microsoft.com/office/drawing/2014/main" id="{7A7B97C1-83EB-487D-9411-EE28341C57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4" name="Rectangle 3603">
                              <a:extLst>
                                <a:ext uri="{FF2B5EF4-FFF2-40B4-BE49-F238E27FC236}">
                                  <a16:creationId xmlns:a16="http://schemas.microsoft.com/office/drawing/2014/main" id="{09BA8848-9378-4305-AA1A-A88AF0F314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605" name="Rectangle 3604">
                              <a:extLst>
                                <a:ext uri="{FF2B5EF4-FFF2-40B4-BE49-F238E27FC236}">
                                  <a16:creationId xmlns:a16="http://schemas.microsoft.com/office/drawing/2014/main" id="{AA20E9A6-6EE6-416D-9561-9AADA34B13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95" name="Group 3594">
                          <a:extLst>
                            <a:ext uri="{FF2B5EF4-FFF2-40B4-BE49-F238E27FC236}">
                              <a16:creationId xmlns:a16="http://schemas.microsoft.com/office/drawing/2014/main" id="{0AB43E70-22E0-44BC-A9D0-7C11F7837C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96" name="Group 3595">
                            <a:extLst>
                              <a:ext uri="{FF2B5EF4-FFF2-40B4-BE49-F238E27FC236}">
                                <a16:creationId xmlns:a16="http://schemas.microsoft.com/office/drawing/2014/main" id="{6DD4592D-7A27-4ECD-AF3A-AC1E33993FA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0" name="Rectangle 3599">
                              <a:extLst>
                                <a:ext uri="{FF2B5EF4-FFF2-40B4-BE49-F238E27FC236}">
                                  <a16:creationId xmlns:a16="http://schemas.microsoft.com/office/drawing/2014/main" id="{D8FA2A08-A654-4BA7-B21F-FCDB6A7B55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601" name="Rectangle 3600">
                              <a:extLst>
                                <a:ext uri="{FF2B5EF4-FFF2-40B4-BE49-F238E27FC236}">
                                  <a16:creationId xmlns:a16="http://schemas.microsoft.com/office/drawing/2014/main" id="{311B5A99-03B1-4810-9B16-2DCFABD5E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97" name="Group 3596">
                            <a:extLst>
                              <a:ext uri="{FF2B5EF4-FFF2-40B4-BE49-F238E27FC236}">
                                <a16:creationId xmlns:a16="http://schemas.microsoft.com/office/drawing/2014/main" id="{00257245-15F3-4532-90BA-2CB4E25ED1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98" name="Rectangle 3597">
                              <a:extLst>
                                <a:ext uri="{FF2B5EF4-FFF2-40B4-BE49-F238E27FC236}">
                                  <a16:creationId xmlns:a16="http://schemas.microsoft.com/office/drawing/2014/main" id="{AF0278C5-2572-4802-B254-E266D11BB6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599" name="Rectangle 3598">
                              <a:extLst>
                                <a:ext uri="{FF2B5EF4-FFF2-40B4-BE49-F238E27FC236}">
                                  <a16:creationId xmlns:a16="http://schemas.microsoft.com/office/drawing/2014/main" id="{38D302A0-17F6-4B5C-9A83-3D2678388A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527" name="Group 3526">
                    <a:extLst>
                      <a:ext uri="{FF2B5EF4-FFF2-40B4-BE49-F238E27FC236}">
                        <a16:creationId xmlns:a16="http://schemas.microsoft.com/office/drawing/2014/main" id="{5F078C8E-A11A-49F4-B88D-C5C960AF104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528" name="Group 3527">
                      <a:extLst>
                        <a:ext uri="{FF2B5EF4-FFF2-40B4-BE49-F238E27FC236}">
                          <a16:creationId xmlns:a16="http://schemas.microsoft.com/office/drawing/2014/main" id="{ED902702-3A4F-498C-8C5A-E2F5CBF040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60" name="Group 3559">
                        <a:extLst>
                          <a:ext uri="{FF2B5EF4-FFF2-40B4-BE49-F238E27FC236}">
                            <a16:creationId xmlns:a16="http://schemas.microsoft.com/office/drawing/2014/main" id="{643C618E-F065-4571-861C-9EC6A7AFC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76" name="Group 3575">
                          <a:extLst>
                            <a:ext uri="{FF2B5EF4-FFF2-40B4-BE49-F238E27FC236}">
                              <a16:creationId xmlns:a16="http://schemas.microsoft.com/office/drawing/2014/main" id="{233064B2-1C46-4B67-8272-D758D7D6CC3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84" name="Group 3583">
                            <a:extLst>
                              <a:ext uri="{FF2B5EF4-FFF2-40B4-BE49-F238E27FC236}">
                                <a16:creationId xmlns:a16="http://schemas.microsoft.com/office/drawing/2014/main" id="{032D5EBB-8C23-41DF-97FD-1611ABA7DC1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8" name="Rectangle 3587">
                              <a:extLst>
                                <a:ext uri="{FF2B5EF4-FFF2-40B4-BE49-F238E27FC236}">
                                  <a16:creationId xmlns:a16="http://schemas.microsoft.com/office/drawing/2014/main" id="{BEF21093-E72F-4757-9AF9-B59A8AE893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589" name="Rectangle 3588">
                              <a:extLst>
                                <a:ext uri="{FF2B5EF4-FFF2-40B4-BE49-F238E27FC236}">
                                  <a16:creationId xmlns:a16="http://schemas.microsoft.com/office/drawing/2014/main" id="{79D24754-E854-48D4-B572-569D0C49D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85" name="Group 3584">
                            <a:extLst>
                              <a:ext uri="{FF2B5EF4-FFF2-40B4-BE49-F238E27FC236}">
                                <a16:creationId xmlns:a16="http://schemas.microsoft.com/office/drawing/2014/main" id="{794AA032-9B51-4C2B-96C7-04D036E601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6" name="Rectangle 3585">
                              <a:extLst>
                                <a:ext uri="{FF2B5EF4-FFF2-40B4-BE49-F238E27FC236}">
                                  <a16:creationId xmlns:a16="http://schemas.microsoft.com/office/drawing/2014/main" id="{4F5C6025-3AA4-4CFF-ABF3-926D715233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587" name="Rectangle 3586">
                              <a:extLst>
                                <a:ext uri="{FF2B5EF4-FFF2-40B4-BE49-F238E27FC236}">
                                  <a16:creationId xmlns:a16="http://schemas.microsoft.com/office/drawing/2014/main" id="{97CCDC07-326B-4969-927E-69C377AF52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77" name="Group 3576">
                          <a:extLst>
                            <a:ext uri="{FF2B5EF4-FFF2-40B4-BE49-F238E27FC236}">
                              <a16:creationId xmlns:a16="http://schemas.microsoft.com/office/drawing/2014/main" id="{AC3CA368-8C70-4329-8E27-EDE3392543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78" name="Group 3577">
                            <a:extLst>
                              <a:ext uri="{FF2B5EF4-FFF2-40B4-BE49-F238E27FC236}">
                                <a16:creationId xmlns:a16="http://schemas.microsoft.com/office/drawing/2014/main" id="{5732661C-BBAA-42AD-8343-7CA05AD95E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2" name="Rectangle 3581">
                              <a:extLst>
                                <a:ext uri="{FF2B5EF4-FFF2-40B4-BE49-F238E27FC236}">
                                  <a16:creationId xmlns:a16="http://schemas.microsoft.com/office/drawing/2014/main" id="{E0CBE57C-0FBB-4CBE-8305-A31514640B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583" name="Rectangle 3582">
                              <a:extLst>
                                <a:ext uri="{FF2B5EF4-FFF2-40B4-BE49-F238E27FC236}">
                                  <a16:creationId xmlns:a16="http://schemas.microsoft.com/office/drawing/2014/main" id="{8A20DE5F-D272-4189-B9DD-A8FBDBE85D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79" name="Group 3578">
                            <a:extLst>
                              <a:ext uri="{FF2B5EF4-FFF2-40B4-BE49-F238E27FC236}">
                                <a16:creationId xmlns:a16="http://schemas.microsoft.com/office/drawing/2014/main" id="{ADA0D72F-5414-40CF-9A64-384D7BFF8F5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0" name="Rectangle 3579">
                              <a:extLst>
                                <a:ext uri="{FF2B5EF4-FFF2-40B4-BE49-F238E27FC236}">
                                  <a16:creationId xmlns:a16="http://schemas.microsoft.com/office/drawing/2014/main" id="{BD6DD90B-52C2-45E9-A26D-F272873B83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581" name="Rectangle 3580">
                              <a:extLst>
                                <a:ext uri="{FF2B5EF4-FFF2-40B4-BE49-F238E27FC236}">
                                  <a16:creationId xmlns:a16="http://schemas.microsoft.com/office/drawing/2014/main" id="{51FA4F6A-D163-4C24-AF01-FFFF73D67C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61" name="Group 3560">
                        <a:extLst>
                          <a:ext uri="{FF2B5EF4-FFF2-40B4-BE49-F238E27FC236}">
                            <a16:creationId xmlns:a16="http://schemas.microsoft.com/office/drawing/2014/main" id="{E26E80CE-3438-4726-AEE8-B353D00952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62" name="Group 3561">
                          <a:extLst>
                            <a:ext uri="{FF2B5EF4-FFF2-40B4-BE49-F238E27FC236}">
                              <a16:creationId xmlns:a16="http://schemas.microsoft.com/office/drawing/2014/main" id="{75E5960E-6EF3-4E6E-93B3-3E1DB8F5EBA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70" name="Group 3569">
                            <a:extLst>
                              <a:ext uri="{FF2B5EF4-FFF2-40B4-BE49-F238E27FC236}">
                                <a16:creationId xmlns:a16="http://schemas.microsoft.com/office/drawing/2014/main" id="{B176AEB3-9DF6-4BB9-B165-FC21C3AA7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74" name="Rectangle 3573">
                              <a:extLst>
                                <a:ext uri="{FF2B5EF4-FFF2-40B4-BE49-F238E27FC236}">
                                  <a16:creationId xmlns:a16="http://schemas.microsoft.com/office/drawing/2014/main" id="{BC324829-C3DB-45D6-BA73-E118A473E3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575" name="Rectangle 3574">
                              <a:extLst>
                                <a:ext uri="{FF2B5EF4-FFF2-40B4-BE49-F238E27FC236}">
                                  <a16:creationId xmlns:a16="http://schemas.microsoft.com/office/drawing/2014/main" id="{D8263D5B-1850-434C-A553-573C3983E4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71" name="Group 3570">
                            <a:extLst>
                              <a:ext uri="{FF2B5EF4-FFF2-40B4-BE49-F238E27FC236}">
                                <a16:creationId xmlns:a16="http://schemas.microsoft.com/office/drawing/2014/main" id="{85FBA6DC-549A-4E5A-9EB2-EE8E8EE8158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72" name="Rectangle 3571">
                              <a:extLst>
                                <a:ext uri="{FF2B5EF4-FFF2-40B4-BE49-F238E27FC236}">
                                  <a16:creationId xmlns:a16="http://schemas.microsoft.com/office/drawing/2014/main" id="{27A82F89-D49C-466C-ACC4-68D23E05B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573" name="Rectangle 3572">
                              <a:extLst>
                                <a:ext uri="{FF2B5EF4-FFF2-40B4-BE49-F238E27FC236}">
                                  <a16:creationId xmlns:a16="http://schemas.microsoft.com/office/drawing/2014/main" id="{6D6140F9-B4C1-46AB-AADB-82ECE77F9C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63" name="Group 3562">
                          <a:extLst>
                            <a:ext uri="{FF2B5EF4-FFF2-40B4-BE49-F238E27FC236}">
                              <a16:creationId xmlns:a16="http://schemas.microsoft.com/office/drawing/2014/main" id="{ED6D274C-9DF9-410E-9C1D-2F7E5B034D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64" name="Group 3563">
                            <a:extLst>
                              <a:ext uri="{FF2B5EF4-FFF2-40B4-BE49-F238E27FC236}">
                                <a16:creationId xmlns:a16="http://schemas.microsoft.com/office/drawing/2014/main" id="{2CBE9618-A8C9-4981-8B21-E56B9E58B1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68" name="Rectangle 3567">
                              <a:extLst>
                                <a:ext uri="{FF2B5EF4-FFF2-40B4-BE49-F238E27FC236}">
                                  <a16:creationId xmlns:a16="http://schemas.microsoft.com/office/drawing/2014/main" id="{B52D5EA5-D6BD-4961-A6C0-B33526FE0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569" name="Rectangle 3568">
                              <a:extLst>
                                <a:ext uri="{FF2B5EF4-FFF2-40B4-BE49-F238E27FC236}">
                                  <a16:creationId xmlns:a16="http://schemas.microsoft.com/office/drawing/2014/main" id="{8E890197-5886-4277-AFA0-12221CD767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65" name="Group 3564">
                            <a:extLst>
                              <a:ext uri="{FF2B5EF4-FFF2-40B4-BE49-F238E27FC236}">
                                <a16:creationId xmlns:a16="http://schemas.microsoft.com/office/drawing/2014/main" id="{03CAF88E-B97D-4961-A806-C98FE592A6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66" name="Rectangle 3565">
                              <a:extLst>
                                <a:ext uri="{FF2B5EF4-FFF2-40B4-BE49-F238E27FC236}">
                                  <a16:creationId xmlns:a16="http://schemas.microsoft.com/office/drawing/2014/main" id="{3A5A8C16-118F-425D-AD59-2F4B37173A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567" name="Rectangle 3566">
                              <a:extLst>
                                <a:ext uri="{FF2B5EF4-FFF2-40B4-BE49-F238E27FC236}">
                                  <a16:creationId xmlns:a16="http://schemas.microsoft.com/office/drawing/2014/main" id="{537AF050-31DB-40E9-8A47-FD5407AAFC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529" name="Group 3528">
                      <a:extLst>
                        <a:ext uri="{FF2B5EF4-FFF2-40B4-BE49-F238E27FC236}">
                          <a16:creationId xmlns:a16="http://schemas.microsoft.com/office/drawing/2014/main" id="{07ADE685-A160-4DE4-B680-9CF9300617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30" name="Group 3529">
                        <a:extLst>
                          <a:ext uri="{FF2B5EF4-FFF2-40B4-BE49-F238E27FC236}">
                            <a16:creationId xmlns:a16="http://schemas.microsoft.com/office/drawing/2014/main" id="{631503C5-6FD6-4AB5-BC2A-24375050F0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46" name="Group 3545">
                          <a:extLst>
                            <a:ext uri="{FF2B5EF4-FFF2-40B4-BE49-F238E27FC236}">
                              <a16:creationId xmlns:a16="http://schemas.microsoft.com/office/drawing/2014/main" id="{E870C95B-F086-4AEE-898E-095921C5C5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54" name="Group 3553">
                            <a:extLst>
                              <a:ext uri="{FF2B5EF4-FFF2-40B4-BE49-F238E27FC236}">
                                <a16:creationId xmlns:a16="http://schemas.microsoft.com/office/drawing/2014/main" id="{0758972C-60AA-42B2-8489-87BCDD9A571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8" name="Rectangle 3557">
                              <a:extLst>
                                <a:ext uri="{FF2B5EF4-FFF2-40B4-BE49-F238E27FC236}">
                                  <a16:creationId xmlns:a16="http://schemas.microsoft.com/office/drawing/2014/main" id="{AB6473AE-0653-4DFB-888C-1E7CA78748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559" name="Rectangle 3558">
                              <a:extLst>
                                <a:ext uri="{FF2B5EF4-FFF2-40B4-BE49-F238E27FC236}">
                                  <a16:creationId xmlns:a16="http://schemas.microsoft.com/office/drawing/2014/main" id="{F6AE3BD2-A226-457E-BDB6-EBA9448186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55" name="Group 3554">
                            <a:extLst>
                              <a:ext uri="{FF2B5EF4-FFF2-40B4-BE49-F238E27FC236}">
                                <a16:creationId xmlns:a16="http://schemas.microsoft.com/office/drawing/2014/main" id="{62293335-E164-44DB-A93F-C6D553BC08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6" name="Rectangle 3555">
                              <a:extLst>
                                <a:ext uri="{FF2B5EF4-FFF2-40B4-BE49-F238E27FC236}">
                                  <a16:creationId xmlns:a16="http://schemas.microsoft.com/office/drawing/2014/main" id="{97214233-7107-496B-BC53-24611967CE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557" name="Rectangle 3556">
                              <a:extLst>
                                <a:ext uri="{FF2B5EF4-FFF2-40B4-BE49-F238E27FC236}">
                                  <a16:creationId xmlns:a16="http://schemas.microsoft.com/office/drawing/2014/main" id="{369C337C-61DD-4194-AE44-6489AC915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47" name="Group 3546">
                          <a:extLst>
                            <a:ext uri="{FF2B5EF4-FFF2-40B4-BE49-F238E27FC236}">
                              <a16:creationId xmlns:a16="http://schemas.microsoft.com/office/drawing/2014/main" id="{9120621B-59DD-40ED-A490-1B8444ADC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48" name="Group 3547">
                            <a:extLst>
                              <a:ext uri="{FF2B5EF4-FFF2-40B4-BE49-F238E27FC236}">
                                <a16:creationId xmlns:a16="http://schemas.microsoft.com/office/drawing/2014/main" id="{805A38A9-3DA4-4139-BBC1-2005D1DB07D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2" name="Rectangle 3551">
                              <a:extLst>
                                <a:ext uri="{FF2B5EF4-FFF2-40B4-BE49-F238E27FC236}">
                                  <a16:creationId xmlns:a16="http://schemas.microsoft.com/office/drawing/2014/main" id="{3D6B1ADE-26CA-4A6E-9DE5-15EB4411DE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553" name="Rectangle 3552">
                              <a:extLst>
                                <a:ext uri="{FF2B5EF4-FFF2-40B4-BE49-F238E27FC236}">
                                  <a16:creationId xmlns:a16="http://schemas.microsoft.com/office/drawing/2014/main" id="{2588241D-2707-4516-86B6-19258AC23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49" name="Group 3548">
                            <a:extLst>
                              <a:ext uri="{FF2B5EF4-FFF2-40B4-BE49-F238E27FC236}">
                                <a16:creationId xmlns:a16="http://schemas.microsoft.com/office/drawing/2014/main" id="{033E4D9B-B0FE-4AD4-9FA4-6E85E5501F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0" name="Rectangle 3549">
                              <a:extLst>
                                <a:ext uri="{FF2B5EF4-FFF2-40B4-BE49-F238E27FC236}">
                                  <a16:creationId xmlns:a16="http://schemas.microsoft.com/office/drawing/2014/main" id="{D23E1AF1-BEBD-4078-9236-1FAC0E68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551" name="Rectangle 3550">
                              <a:extLst>
                                <a:ext uri="{FF2B5EF4-FFF2-40B4-BE49-F238E27FC236}">
                                  <a16:creationId xmlns:a16="http://schemas.microsoft.com/office/drawing/2014/main" id="{932860C0-9F94-4EBC-B8F7-DB4D6BEBEC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31" name="Group 3530">
                        <a:extLst>
                          <a:ext uri="{FF2B5EF4-FFF2-40B4-BE49-F238E27FC236}">
                            <a16:creationId xmlns:a16="http://schemas.microsoft.com/office/drawing/2014/main" id="{9C2AEC05-78A9-492F-B700-50E51817BA6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32" name="Group 3531">
                          <a:extLst>
                            <a:ext uri="{FF2B5EF4-FFF2-40B4-BE49-F238E27FC236}">
                              <a16:creationId xmlns:a16="http://schemas.microsoft.com/office/drawing/2014/main" id="{B2C7A0AE-F326-49E8-B10F-28AED65110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40" name="Group 3539">
                            <a:extLst>
                              <a:ext uri="{FF2B5EF4-FFF2-40B4-BE49-F238E27FC236}">
                                <a16:creationId xmlns:a16="http://schemas.microsoft.com/office/drawing/2014/main" id="{B0ECDE0C-01B3-4876-8C84-1D22577DCF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44" name="Rectangle 3543">
                              <a:extLst>
                                <a:ext uri="{FF2B5EF4-FFF2-40B4-BE49-F238E27FC236}">
                                  <a16:creationId xmlns:a16="http://schemas.microsoft.com/office/drawing/2014/main" id="{BD1B4792-322A-4FB3-BF87-E0D9ABA52E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545" name="Rectangle 3544">
                              <a:extLst>
                                <a:ext uri="{FF2B5EF4-FFF2-40B4-BE49-F238E27FC236}">
                                  <a16:creationId xmlns:a16="http://schemas.microsoft.com/office/drawing/2014/main" id="{07BA64F7-2078-42A1-BB29-A6AC157FF7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41" name="Group 3540">
                            <a:extLst>
                              <a:ext uri="{FF2B5EF4-FFF2-40B4-BE49-F238E27FC236}">
                                <a16:creationId xmlns:a16="http://schemas.microsoft.com/office/drawing/2014/main" id="{AB37FAAF-547B-43DD-A675-3C84334AEF1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42" name="Rectangle 3541">
                              <a:extLst>
                                <a:ext uri="{FF2B5EF4-FFF2-40B4-BE49-F238E27FC236}">
                                  <a16:creationId xmlns:a16="http://schemas.microsoft.com/office/drawing/2014/main" id="{79BA35FB-A368-4FC2-9428-C05C49B07A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543" name="Rectangle 3542">
                              <a:extLst>
                                <a:ext uri="{FF2B5EF4-FFF2-40B4-BE49-F238E27FC236}">
                                  <a16:creationId xmlns:a16="http://schemas.microsoft.com/office/drawing/2014/main" id="{274687A6-CB6F-4150-96F6-1AF96CCB98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33" name="Group 3532">
                          <a:extLst>
                            <a:ext uri="{FF2B5EF4-FFF2-40B4-BE49-F238E27FC236}">
                              <a16:creationId xmlns:a16="http://schemas.microsoft.com/office/drawing/2014/main" id="{65AB4E9A-C017-410C-8605-98932AAC50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34" name="Group 3533">
                            <a:extLst>
                              <a:ext uri="{FF2B5EF4-FFF2-40B4-BE49-F238E27FC236}">
                                <a16:creationId xmlns:a16="http://schemas.microsoft.com/office/drawing/2014/main" id="{5B518130-8A09-4F71-8E46-38B7461CE7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38" name="Rectangle 3537">
                              <a:extLst>
                                <a:ext uri="{FF2B5EF4-FFF2-40B4-BE49-F238E27FC236}">
                                  <a16:creationId xmlns:a16="http://schemas.microsoft.com/office/drawing/2014/main" id="{D644D1A9-94DA-4696-A631-D5DF808EDE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539" name="Rectangle 3538">
                              <a:extLst>
                                <a:ext uri="{FF2B5EF4-FFF2-40B4-BE49-F238E27FC236}">
                                  <a16:creationId xmlns:a16="http://schemas.microsoft.com/office/drawing/2014/main" id="{90C4DA89-CC6C-46EB-8B56-07099A598A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35" name="Group 3534">
                            <a:extLst>
                              <a:ext uri="{FF2B5EF4-FFF2-40B4-BE49-F238E27FC236}">
                                <a16:creationId xmlns:a16="http://schemas.microsoft.com/office/drawing/2014/main" id="{25A35F20-5B67-4327-BC70-C808B1993B3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36" name="Rectangle 3535">
                              <a:extLst>
                                <a:ext uri="{FF2B5EF4-FFF2-40B4-BE49-F238E27FC236}">
                                  <a16:creationId xmlns:a16="http://schemas.microsoft.com/office/drawing/2014/main" id="{1B016AE1-0A5B-45CE-9822-1615B4EF2B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537" name="Rectangle 3536">
                              <a:extLst>
                                <a:ext uri="{FF2B5EF4-FFF2-40B4-BE49-F238E27FC236}">
                                  <a16:creationId xmlns:a16="http://schemas.microsoft.com/office/drawing/2014/main" id="{AA866563-C7F1-43C9-8F2E-67C7E565C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3269" name="Group 3268">
                <a:extLst>
                  <a:ext uri="{FF2B5EF4-FFF2-40B4-BE49-F238E27FC236}">
                    <a16:creationId xmlns:a16="http://schemas.microsoft.com/office/drawing/2014/main" id="{C8EDDAF2-DA32-4516-8927-092439087D0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270" name="Group 3269">
                  <a:extLst>
                    <a:ext uri="{FF2B5EF4-FFF2-40B4-BE49-F238E27FC236}">
                      <a16:creationId xmlns:a16="http://schemas.microsoft.com/office/drawing/2014/main" id="{B7BA1306-1044-41C0-80FF-9FB7D5743F1B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398" name="Group 3397">
                    <a:extLst>
                      <a:ext uri="{FF2B5EF4-FFF2-40B4-BE49-F238E27FC236}">
                        <a16:creationId xmlns:a16="http://schemas.microsoft.com/office/drawing/2014/main" id="{14DBAADF-F3A4-407A-B7B0-4EADC0F2690D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462" name="Group 3461">
                      <a:extLst>
                        <a:ext uri="{FF2B5EF4-FFF2-40B4-BE49-F238E27FC236}">
                          <a16:creationId xmlns:a16="http://schemas.microsoft.com/office/drawing/2014/main" id="{168B3D42-2483-4AA6-A04E-67DD8827F5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94" name="Group 3493">
                        <a:extLst>
                          <a:ext uri="{FF2B5EF4-FFF2-40B4-BE49-F238E27FC236}">
                            <a16:creationId xmlns:a16="http://schemas.microsoft.com/office/drawing/2014/main" id="{FFA686FE-C9BC-4B84-AEF6-75D3EE9EA0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10" name="Group 3509">
                          <a:extLst>
                            <a:ext uri="{FF2B5EF4-FFF2-40B4-BE49-F238E27FC236}">
                              <a16:creationId xmlns:a16="http://schemas.microsoft.com/office/drawing/2014/main" id="{67B175E0-C9DC-47D5-BC82-7776E5A776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18" name="Group 3517">
                            <a:extLst>
                              <a:ext uri="{FF2B5EF4-FFF2-40B4-BE49-F238E27FC236}">
                                <a16:creationId xmlns:a16="http://schemas.microsoft.com/office/drawing/2014/main" id="{47FCCA64-CCAE-4CFC-9915-46879156D1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22" name="Rectangle 3521">
                              <a:extLst>
                                <a:ext uri="{FF2B5EF4-FFF2-40B4-BE49-F238E27FC236}">
                                  <a16:creationId xmlns:a16="http://schemas.microsoft.com/office/drawing/2014/main" id="{6DBC29D5-E701-4BE5-BC5B-3BBCCA398D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523" name="Rectangle 3522">
                              <a:extLst>
                                <a:ext uri="{FF2B5EF4-FFF2-40B4-BE49-F238E27FC236}">
                                  <a16:creationId xmlns:a16="http://schemas.microsoft.com/office/drawing/2014/main" id="{33F5C363-F0A8-47F9-A634-F622F3F4AE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19" name="Group 3518">
                            <a:extLst>
                              <a:ext uri="{FF2B5EF4-FFF2-40B4-BE49-F238E27FC236}">
                                <a16:creationId xmlns:a16="http://schemas.microsoft.com/office/drawing/2014/main" id="{B2221289-FF2A-4BB4-B160-FAB755BB7F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20" name="Rectangle 3519">
                              <a:extLst>
                                <a:ext uri="{FF2B5EF4-FFF2-40B4-BE49-F238E27FC236}">
                                  <a16:creationId xmlns:a16="http://schemas.microsoft.com/office/drawing/2014/main" id="{6A2B9965-2759-4092-A776-B3EC716AFC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521" name="Rectangle 3520">
                              <a:extLst>
                                <a:ext uri="{FF2B5EF4-FFF2-40B4-BE49-F238E27FC236}">
                                  <a16:creationId xmlns:a16="http://schemas.microsoft.com/office/drawing/2014/main" id="{35882FDE-2CC0-4B40-A1D9-AB22C0297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11" name="Group 3510">
                          <a:extLst>
                            <a:ext uri="{FF2B5EF4-FFF2-40B4-BE49-F238E27FC236}">
                              <a16:creationId xmlns:a16="http://schemas.microsoft.com/office/drawing/2014/main" id="{FCFCD58C-EF91-4C8A-A879-0972EA37A5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12" name="Group 3511">
                            <a:extLst>
                              <a:ext uri="{FF2B5EF4-FFF2-40B4-BE49-F238E27FC236}">
                                <a16:creationId xmlns:a16="http://schemas.microsoft.com/office/drawing/2014/main" id="{D052D07B-097D-47FD-BA81-7E905BCDDB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16" name="Rectangle 3515">
                              <a:extLst>
                                <a:ext uri="{FF2B5EF4-FFF2-40B4-BE49-F238E27FC236}">
                                  <a16:creationId xmlns:a16="http://schemas.microsoft.com/office/drawing/2014/main" id="{47E67BB8-105D-4E7A-9D58-A7820F1281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517" name="Rectangle 3516">
                              <a:extLst>
                                <a:ext uri="{FF2B5EF4-FFF2-40B4-BE49-F238E27FC236}">
                                  <a16:creationId xmlns:a16="http://schemas.microsoft.com/office/drawing/2014/main" id="{D58C18E9-9D13-4842-BCD0-D368905BA3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13" name="Group 3512">
                            <a:extLst>
                              <a:ext uri="{FF2B5EF4-FFF2-40B4-BE49-F238E27FC236}">
                                <a16:creationId xmlns:a16="http://schemas.microsoft.com/office/drawing/2014/main" id="{D4CB70F4-E368-40BC-8CAF-D3EE8057D7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14" name="Rectangle 3513">
                              <a:extLst>
                                <a:ext uri="{FF2B5EF4-FFF2-40B4-BE49-F238E27FC236}">
                                  <a16:creationId xmlns:a16="http://schemas.microsoft.com/office/drawing/2014/main" id="{E3532BA3-232B-4BDE-B718-9EE9FAFB10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515" name="Rectangle 3514">
                              <a:extLst>
                                <a:ext uri="{FF2B5EF4-FFF2-40B4-BE49-F238E27FC236}">
                                  <a16:creationId xmlns:a16="http://schemas.microsoft.com/office/drawing/2014/main" id="{EC971297-26EF-4318-8A4D-BCF7459978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95" name="Group 3494">
                        <a:extLst>
                          <a:ext uri="{FF2B5EF4-FFF2-40B4-BE49-F238E27FC236}">
                            <a16:creationId xmlns:a16="http://schemas.microsoft.com/office/drawing/2014/main" id="{94D155F6-359A-43E4-8414-67A38A9CD4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96" name="Group 3495">
                          <a:extLst>
                            <a:ext uri="{FF2B5EF4-FFF2-40B4-BE49-F238E27FC236}">
                              <a16:creationId xmlns:a16="http://schemas.microsoft.com/office/drawing/2014/main" id="{07B9AE78-1079-4188-A35C-B0B589D5CB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04" name="Group 3503">
                            <a:extLst>
                              <a:ext uri="{FF2B5EF4-FFF2-40B4-BE49-F238E27FC236}">
                                <a16:creationId xmlns:a16="http://schemas.microsoft.com/office/drawing/2014/main" id="{C1950544-8017-4946-B344-B281C96BCA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8" name="Rectangle 3507">
                              <a:extLst>
                                <a:ext uri="{FF2B5EF4-FFF2-40B4-BE49-F238E27FC236}">
                                  <a16:creationId xmlns:a16="http://schemas.microsoft.com/office/drawing/2014/main" id="{88B91A02-3A3C-4FDC-A167-7DE9E77821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509" name="Rectangle 3508">
                              <a:extLst>
                                <a:ext uri="{FF2B5EF4-FFF2-40B4-BE49-F238E27FC236}">
                                  <a16:creationId xmlns:a16="http://schemas.microsoft.com/office/drawing/2014/main" id="{9406C555-4EB8-4424-9A63-3D90E484E9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05" name="Group 3504">
                            <a:extLst>
                              <a:ext uri="{FF2B5EF4-FFF2-40B4-BE49-F238E27FC236}">
                                <a16:creationId xmlns:a16="http://schemas.microsoft.com/office/drawing/2014/main" id="{9A2C9926-5D49-4621-9B2E-4840BF1F9B7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6" name="Rectangle 3505">
                              <a:extLst>
                                <a:ext uri="{FF2B5EF4-FFF2-40B4-BE49-F238E27FC236}">
                                  <a16:creationId xmlns:a16="http://schemas.microsoft.com/office/drawing/2014/main" id="{45C920E7-B446-4AF8-8C48-4020C0004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507" name="Rectangle 3506">
                              <a:extLst>
                                <a:ext uri="{FF2B5EF4-FFF2-40B4-BE49-F238E27FC236}">
                                  <a16:creationId xmlns:a16="http://schemas.microsoft.com/office/drawing/2014/main" id="{EFE00824-598E-4206-90C2-10D96A104D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97" name="Group 3496">
                          <a:extLst>
                            <a:ext uri="{FF2B5EF4-FFF2-40B4-BE49-F238E27FC236}">
                              <a16:creationId xmlns:a16="http://schemas.microsoft.com/office/drawing/2014/main" id="{76CD91F8-C8B7-4B6C-8A58-D5F9DDD9FBD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98" name="Group 3497">
                            <a:extLst>
                              <a:ext uri="{FF2B5EF4-FFF2-40B4-BE49-F238E27FC236}">
                                <a16:creationId xmlns:a16="http://schemas.microsoft.com/office/drawing/2014/main" id="{13E04B34-B687-42CE-89EC-8998AD2C2D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2" name="Rectangle 3501">
                              <a:extLst>
                                <a:ext uri="{FF2B5EF4-FFF2-40B4-BE49-F238E27FC236}">
                                  <a16:creationId xmlns:a16="http://schemas.microsoft.com/office/drawing/2014/main" id="{29D6D096-A35B-4111-8C5A-5B4190B130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503" name="Rectangle 3502">
                              <a:extLst>
                                <a:ext uri="{FF2B5EF4-FFF2-40B4-BE49-F238E27FC236}">
                                  <a16:creationId xmlns:a16="http://schemas.microsoft.com/office/drawing/2014/main" id="{F83E48E2-9F5E-4622-98A9-D21A214391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99" name="Group 3498">
                            <a:extLst>
                              <a:ext uri="{FF2B5EF4-FFF2-40B4-BE49-F238E27FC236}">
                                <a16:creationId xmlns:a16="http://schemas.microsoft.com/office/drawing/2014/main" id="{B1737CD8-FB58-40C3-AE92-85ED9A5CD5D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0" name="Rectangle 3499">
                              <a:extLst>
                                <a:ext uri="{FF2B5EF4-FFF2-40B4-BE49-F238E27FC236}">
                                  <a16:creationId xmlns:a16="http://schemas.microsoft.com/office/drawing/2014/main" id="{D792A1F8-00B0-4F1E-A3B7-50363DF2FE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501" name="Rectangle 3500">
                              <a:extLst>
                                <a:ext uri="{FF2B5EF4-FFF2-40B4-BE49-F238E27FC236}">
                                  <a16:creationId xmlns:a16="http://schemas.microsoft.com/office/drawing/2014/main" id="{FB5A8B5C-6E5F-4749-9D45-EF389BE9D8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463" name="Group 3462">
                      <a:extLst>
                        <a:ext uri="{FF2B5EF4-FFF2-40B4-BE49-F238E27FC236}">
                          <a16:creationId xmlns:a16="http://schemas.microsoft.com/office/drawing/2014/main" id="{12715040-819B-4A21-BC48-B725A79D5C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64" name="Group 3463">
                        <a:extLst>
                          <a:ext uri="{FF2B5EF4-FFF2-40B4-BE49-F238E27FC236}">
                            <a16:creationId xmlns:a16="http://schemas.microsoft.com/office/drawing/2014/main" id="{F54BC5ED-F18D-424A-AA17-B5E804FFC6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80" name="Group 3479">
                          <a:extLst>
                            <a:ext uri="{FF2B5EF4-FFF2-40B4-BE49-F238E27FC236}">
                              <a16:creationId xmlns:a16="http://schemas.microsoft.com/office/drawing/2014/main" id="{6C6D988C-AAEF-4712-BB95-8235CBE934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88" name="Group 3487">
                            <a:extLst>
                              <a:ext uri="{FF2B5EF4-FFF2-40B4-BE49-F238E27FC236}">
                                <a16:creationId xmlns:a16="http://schemas.microsoft.com/office/drawing/2014/main" id="{6D6148C3-0E78-4E23-8C20-FFB2A62BEC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92" name="Rectangle 3491">
                              <a:extLst>
                                <a:ext uri="{FF2B5EF4-FFF2-40B4-BE49-F238E27FC236}">
                                  <a16:creationId xmlns:a16="http://schemas.microsoft.com/office/drawing/2014/main" id="{4260679B-E8AB-45F6-BB2E-06CD374D4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493" name="Rectangle 3492">
                              <a:extLst>
                                <a:ext uri="{FF2B5EF4-FFF2-40B4-BE49-F238E27FC236}">
                                  <a16:creationId xmlns:a16="http://schemas.microsoft.com/office/drawing/2014/main" id="{3DC05C8E-2F18-405B-B54D-29647D1B3D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89" name="Group 3488">
                            <a:extLst>
                              <a:ext uri="{FF2B5EF4-FFF2-40B4-BE49-F238E27FC236}">
                                <a16:creationId xmlns:a16="http://schemas.microsoft.com/office/drawing/2014/main" id="{B65D7558-C4A6-4598-897A-8853F14279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90" name="Rectangle 3489">
                              <a:extLst>
                                <a:ext uri="{FF2B5EF4-FFF2-40B4-BE49-F238E27FC236}">
                                  <a16:creationId xmlns:a16="http://schemas.microsoft.com/office/drawing/2014/main" id="{B643538B-50BD-4C0A-B7E7-CDD6BE4FB0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491" name="Rectangle 3490">
                              <a:extLst>
                                <a:ext uri="{FF2B5EF4-FFF2-40B4-BE49-F238E27FC236}">
                                  <a16:creationId xmlns:a16="http://schemas.microsoft.com/office/drawing/2014/main" id="{A79DDF5A-61C0-454A-9741-B3A995627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81" name="Group 3480">
                          <a:extLst>
                            <a:ext uri="{FF2B5EF4-FFF2-40B4-BE49-F238E27FC236}">
                              <a16:creationId xmlns:a16="http://schemas.microsoft.com/office/drawing/2014/main" id="{CBBE35FC-09F4-454F-B1BF-088EB1319E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82" name="Group 3481">
                            <a:extLst>
                              <a:ext uri="{FF2B5EF4-FFF2-40B4-BE49-F238E27FC236}">
                                <a16:creationId xmlns:a16="http://schemas.microsoft.com/office/drawing/2014/main" id="{EC89D23F-CC18-4DCB-826C-762A4DEB31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86" name="Rectangle 3485">
                              <a:extLst>
                                <a:ext uri="{FF2B5EF4-FFF2-40B4-BE49-F238E27FC236}">
                                  <a16:creationId xmlns:a16="http://schemas.microsoft.com/office/drawing/2014/main" id="{76683ECE-BCFB-4699-BBF9-15AA848CD4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487" name="Rectangle 3486">
                              <a:extLst>
                                <a:ext uri="{FF2B5EF4-FFF2-40B4-BE49-F238E27FC236}">
                                  <a16:creationId xmlns:a16="http://schemas.microsoft.com/office/drawing/2014/main" id="{DD426AD6-8BB9-4386-AED0-201323BC23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83" name="Group 3482">
                            <a:extLst>
                              <a:ext uri="{FF2B5EF4-FFF2-40B4-BE49-F238E27FC236}">
                                <a16:creationId xmlns:a16="http://schemas.microsoft.com/office/drawing/2014/main" id="{CA15E68A-0CD1-4967-8D25-A7F1C53ABD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84" name="Rectangle 3483">
                              <a:extLst>
                                <a:ext uri="{FF2B5EF4-FFF2-40B4-BE49-F238E27FC236}">
                                  <a16:creationId xmlns:a16="http://schemas.microsoft.com/office/drawing/2014/main" id="{D1256E80-7294-4CD7-BC60-0044DF7F6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485" name="Rectangle 3484">
                              <a:extLst>
                                <a:ext uri="{FF2B5EF4-FFF2-40B4-BE49-F238E27FC236}">
                                  <a16:creationId xmlns:a16="http://schemas.microsoft.com/office/drawing/2014/main" id="{82575716-C4D1-4A07-BD66-8A4497F92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65" name="Group 3464">
                        <a:extLst>
                          <a:ext uri="{FF2B5EF4-FFF2-40B4-BE49-F238E27FC236}">
                            <a16:creationId xmlns:a16="http://schemas.microsoft.com/office/drawing/2014/main" id="{FA584E6B-ECDA-4F92-BF25-2C17D419E0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66" name="Group 3465">
                          <a:extLst>
                            <a:ext uri="{FF2B5EF4-FFF2-40B4-BE49-F238E27FC236}">
                              <a16:creationId xmlns:a16="http://schemas.microsoft.com/office/drawing/2014/main" id="{103ECD50-7FD2-4D69-AC14-2E1A427983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74" name="Group 3473">
                            <a:extLst>
                              <a:ext uri="{FF2B5EF4-FFF2-40B4-BE49-F238E27FC236}">
                                <a16:creationId xmlns:a16="http://schemas.microsoft.com/office/drawing/2014/main" id="{CD7253EA-1BB7-4C43-968E-6CC6009C40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8" name="Rectangle 3477">
                              <a:extLst>
                                <a:ext uri="{FF2B5EF4-FFF2-40B4-BE49-F238E27FC236}">
                                  <a16:creationId xmlns:a16="http://schemas.microsoft.com/office/drawing/2014/main" id="{BB1B7A9B-DA24-4590-AEC2-F376ADE32C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479" name="Rectangle 3478">
                              <a:extLst>
                                <a:ext uri="{FF2B5EF4-FFF2-40B4-BE49-F238E27FC236}">
                                  <a16:creationId xmlns:a16="http://schemas.microsoft.com/office/drawing/2014/main" id="{5A11E9DD-6FF9-42F2-9E5A-0D243034B9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75" name="Group 3474">
                            <a:extLst>
                              <a:ext uri="{FF2B5EF4-FFF2-40B4-BE49-F238E27FC236}">
                                <a16:creationId xmlns:a16="http://schemas.microsoft.com/office/drawing/2014/main" id="{B2AEFC45-6D78-4F31-AD50-5C14A9328C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6" name="Rectangle 3475">
                              <a:extLst>
                                <a:ext uri="{FF2B5EF4-FFF2-40B4-BE49-F238E27FC236}">
                                  <a16:creationId xmlns:a16="http://schemas.microsoft.com/office/drawing/2014/main" id="{A7071508-B174-4202-B573-9F902EBDB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477" name="Rectangle 3476">
                              <a:extLst>
                                <a:ext uri="{FF2B5EF4-FFF2-40B4-BE49-F238E27FC236}">
                                  <a16:creationId xmlns:a16="http://schemas.microsoft.com/office/drawing/2014/main" id="{F8BA828B-94F0-4115-9F85-493672B66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67" name="Group 3466">
                          <a:extLst>
                            <a:ext uri="{FF2B5EF4-FFF2-40B4-BE49-F238E27FC236}">
                              <a16:creationId xmlns:a16="http://schemas.microsoft.com/office/drawing/2014/main" id="{9D18F2D6-CA60-4284-8DDE-8E5FCA3841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68" name="Group 3467">
                            <a:extLst>
                              <a:ext uri="{FF2B5EF4-FFF2-40B4-BE49-F238E27FC236}">
                                <a16:creationId xmlns:a16="http://schemas.microsoft.com/office/drawing/2014/main" id="{E395E595-9600-4150-B591-FA7E407324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2" name="Rectangle 3471">
                              <a:extLst>
                                <a:ext uri="{FF2B5EF4-FFF2-40B4-BE49-F238E27FC236}">
                                  <a16:creationId xmlns:a16="http://schemas.microsoft.com/office/drawing/2014/main" id="{8C0F0083-FF2B-4EF6-AEF5-CAE427DDF4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473" name="Rectangle 3472">
                              <a:extLst>
                                <a:ext uri="{FF2B5EF4-FFF2-40B4-BE49-F238E27FC236}">
                                  <a16:creationId xmlns:a16="http://schemas.microsoft.com/office/drawing/2014/main" id="{EB3CE8DD-E792-41DB-BA4F-E3B3524F5A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69" name="Group 3468">
                            <a:extLst>
                              <a:ext uri="{FF2B5EF4-FFF2-40B4-BE49-F238E27FC236}">
                                <a16:creationId xmlns:a16="http://schemas.microsoft.com/office/drawing/2014/main" id="{194DE355-68A8-4C8E-8019-F5338B70E5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0" name="Rectangle 3469">
                              <a:extLst>
                                <a:ext uri="{FF2B5EF4-FFF2-40B4-BE49-F238E27FC236}">
                                  <a16:creationId xmlns:a16="http://schemas.microsoft.com/office/drawing/2014/main" id="{4C176C03-499E-4175-97A4-A32B7ED3A5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471" name="Rectangle 3470">
                              <a:extLst>
                                <a:ext uri="{FF2B5EF4-FFF2-40B4-BE49-F238E27FC236}">
                                  <a16:creationId xmlns:a16="http://schemas.microsoft.com/office/drawing/2014/main" id="{06B05819-0B04-46DE-9E85-3819F28AAE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399" name="Group 3398">
                    <a:extLst>
                      <a:ext uri="{FF2B5EF4-FFF2-40B4-BE49-F238E27FC236}">
                        <a16:creationId xmlns:a16="http://schemas.microsoft.com/office/drawing/2014/main" id="{74BE32D8-F354-49D9-8627-42DBEEC3AD5F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400" name="Group 3399">
                      <a:extLst>
                        <a:ext uri="{FF2B5EF4-FFF2-40B4-BE49-F238E27FC236}">
                          <a16:creationId xmlns:a16="http://schemas.microsoft.com/office/drawing/2014/main" id="{6E85BE25-AC7B-4446-B920-3F8918C156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32" name="Group 3431">
                        <a:extLst>
                          <a:ext uri="{FF2B5EF4-FFF2-40B4-BE49-F238E27FC236}">
                            <a16:creationId xmlns:a16="http://schemas.microsoft.com/office/drawing/2014/main" id="{31511171-CD29-4BB5-9B28-711D100E9D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48" name="Group 3447">
                          <a:extLst>
                            <a:ext uri="{FF2B5EF4-FFF2-40B4-BE49-F238E27FC236}">
                              <a16:creationId xmlns:a16="http://schemas.microsoft.com/office/drawing/2014/main" id="{B61B16FB-93E8-4832-8C33-24CDA54901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56" name="Group 3455">
                            <a:extLst>
                              <a:ext uri="{FF2B5EF4-FFF2-40B4-BE49-F238E27FC236}">
                                <a16:creationId xmlns:a16="http://schemas.microsoft.com/office/drawing/2014/main" id="{5163A08B-BDED-460B-9F45-98BE54FE79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60" name="Rectangle 3459">
                              <a:extLst>
                                <a:ext uri="{FF2B5EF4-FFF2-40B4-BE49-F238E27FC236}">
                                  <a16:creationId xmlns:a16="http://schemas.microsoft.com/office/drawing/2014/main" id="{F2F89D70-E9B2-4AEA-BB18-A32353201E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461" name="Rectangle 3460">
                              <a:extLst>
                                <a:ext uri="{FF2B5EF4-FFF2-40B4-BE49-F238E27FC236}">
                                  <a16:creationId xmlns:a16="http://schemas.microsoft.com/office/drawing/2014/main" id="{F6DC98AE-4799-4CBB-BDB6-580BC36118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57" name="Group 3456">
                            <a:extLst>
                              <a:ext uri="{FF2B5EF4-FFF2-40B4-BE49-F238E27FC236}">
                                <a16:creationId xmlns:a16="http://schemas.microsoft.com/office/drawing/2014/main" id="{C7CAA475-8BBA-45A8-8444-2B21AFAECC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8" name="Rectangle 3457">
                              <a:extLst>
                                <a:ext uri="{FF2B5EF4-FFF2-40B4-BE49-F238E27FC236}">
                                  <a16:creationId xmlns:a16="http://schemas.microsoft.com/office/drawing/2014/main" id="{9B286EA8-1003-4A34-82DA-5A67C818B1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459" name="Rectangle 3458">
                              <a:extLst>
                                <a:ext uri="{FF2B5EF4-FFF2-40B4-BE49-F238E27FC236}">
                                  <a16:creationId xmlns:a16="http://schemas.microsoft.com/office/drawing/2014/main" id="{6967F7B1-4C91-4D65-BD5C-468EA1EC87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49" name="Group 3448">
                          <a:extLst>
                            <a:ext uri="{FF2B5EF4-FFF2-40B4-BE49-F238E27FC236}">
                              <a16:creationId xmlns:a16="http://schemas.microsoft.com/office/drawing/2014/main" id="{83D7B451-D1BF-45CC-BC70-424664FC16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50" name="Group 3449">
                            <a:extLst>
                              <a:ext uri="{FF2B5EF4-FFF2-40B4-BE49-F238E27FC236}">
                                <a16:creationId xmlns:a16="http://schemas.microsoft.com/office/drawing/2014/main" id="{F8FCF0A6-B8D4-4B83-9FF4-F9EDF8273F2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4" name="Rectangle 3453">
                              <a:extLst>
                                <a:ext uri="{FF2B5EF4-FFF2-40B4-BE49-F238E27FC236}">
                                  <a16:creationId xmlns:a16="http://schemas.microsoft.com/office/drawing/2014/main" id="{3ACE3EBB-A41B-4204-9240-CC88D9934F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455" name="Rectangle 3454">
                              <a:extLst>
                                <a:ext uri="{FF2B5EF4-FFF2-40B4-BE49-F238E27FC236}">
                                  <a16:creationId xmlns:a16="http://schemas.microsoft.com/office/drawing/2014/main" id="{76B2AC56-1481-4F5B-B9CD-5998EED747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51" name="Group 3450">
                            <a:extLst>
                              <a:ext uri="{FF2B5EF4-FFF2-40B4-BE49-F238E27FC236}">
                                <a16:creationId xmlns:a16="http://schemas.microsoft.com/office/drawing/2014/main" id="{92FACBCA-8862-4B01-A035-E09A5D8067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2" name="Rectangle 3451">
                              <a:extLst>
                                <a:ext uri="{FF2B5EF4-FFF2-40B4-BE49-F238E27FC236}">
                                  <a16:creationId xmlns:a16="http://schemas.microsoft.com/office/drawing/2014/main" id="{33D768D0-EB34-412D-84A7-16922A90C4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453" name="Rectangle 3452">
                              <a:extLst>
                                <a:ext uri="{FF2B5EF4-FFF2-40B4-BE49-F238E27FC236}">
                                  <a16:creationId xmlns:a16="http://schemas.microsoft.com/office/drawing/2014/main" id="{B19E6701-43F3-467A-AB0F-F7D968906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33" name="Group 3432">
                        <a:extLst>
                          <a:ext uri="{FF2B5EF4-FFF2-40B4-BE49-F238E27FC236}">
                            <a16:creationId xmlns:a16="http://schemas.microsoft.com/office/drawing/2014/main" id="{323EB5BC-D599-4CDB-89CC-21773F45BD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34" name="Group 3433">
                          <a:extLst>
                            <a:ext uri="{FF2B5EF4-FFF2-40B4-BE49-F238E27FC236}">
                              <a16:creationId xmlns:a16="http://schemas.microsoft.com/office/drawing/2014/main" id="{A7A4E5CE-22CB-45A3-BFEA-E066FB4E88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42" name="Group 3441">
                            <a:extLst>
                              <a:ext uri="{FF2B5EF4-FFF2-40B4-BE49-F238E27FC236}">
                                <a16:creationId xmlns:a16="http://schemas.microsoft.com/office/drawing/2014/main" id="{F09B1AD8-452A-46E1-AF15-535E64C318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6" name="Rectangle 3445">
                              <a:extLst>
                                <a:ext uri="{FF2B5EF4-FFF2-40B4-BE49-F238E27FC236}">
                                  <a16:creationId xmlns:a16="http://schemas.microsoft.com/office/drawing/2014/main" id="{090EBDC7-24F6-428A-AD19-A57D972D6E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447" name="Rectangle 3446">
                              <a:extLst>
                                <a:ext uri="{FF2B5EF4-FFF2-40B4-BE49-F238E27FC236}">
                                  <a16:creationId xmlns:a16="http://schemas.microsoft.com/office/drawing/2014/main" id="{D211F963-00DB-49F8-8C17-C687DBA7EB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43" name="Group 3442">
                            <a:extLst>
                              <a:ext uri="{FF2B5EF4-FFF2-40B4-BE49-F238E27FC236}">
                                <a16:creationId xmlns:a16="http://schemas.microsoft.com/office/drawing/2014/main" id="{7117C79F-F983-4774-81F5-68C04720CA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4" name="Rectangle 3443">
                              <a:extLst>
                                <a:ext uri="{FF2B5EF4-FFF2-40B4-BE49-F238E27FC236}">
                                  <a16:creationId xmlns:a16="http://schemas.microsoft.com/office/drawing/2014/main" id="{53D85FAB-215B-44DB-B441-AFE4049A4D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445" name="Rectangle 3444">
                              <a:extLst>
                                <a:ext uri="{FF2B5EF4-FFF2-40B4-BE49-F238E27FC236}">
                                  <a16:creationId xmlns:a16="http://schemas.microsoft.com/office/drawing/2014/main" id="{077180D4-7F12-4797-9DA9-6B282F0CE0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35" name="Group 3434">
                          <a:extLst>
                            <a:ext uri="{FF2B5EF4-FFF2-40B4-BE49-F238E27FC236}">
                              <a16:creationId xmlns:a16="http://schemas.microsoft.com/office/drawing/2014/main" id="{CE7FDA9D-400D-4588-B0A0-484D26C032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36" name="Group 3435">
                            <a:extLst>
                              <a:ext uri="{FF2B5EF4-FFF2-40B4-BE49-F238E27FC236}">
                                <a16:creationId xmlns:a16="http://schemas.microsoft.com/office/drawing/2014/main" id="{C05ED95C-3919-43D5-931E-E4A14A2F9B0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0" name="Rectangle 3439">
                              <a:extLst>
                                <a:ext uri="{FF2B5EF4-FFF2-40B4-BE49-F238E27FC236}">
                                  <a16:creationId xmlns:a16="http://schemas.microsoft.com/office/drawing/2014/main" id="{3A509216-603C-4675-88C0-59BDF19A68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441" name="Rectangle 3440">
                              <a:extLst>
                                <a:ext uri="{FF2B5EF4-FFF2-40B4-BE49-F238E27FC236}">
                                  <a16:creationId xmlns:a16="http://schemas.microsoft.com/office/drawing/2014/main" id="{80813573-3F3E-4B6A-9B05-BACD9C15A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37" name="Group 3436">
                            <a:extLst>
                              <a:ext uri="{FF2B5EF4-FFF2-40B4-BE49-F238E27FC236}">
                                <a16:creationId xmlns:a16="http://schemas.microsoft.com/office/drawing/2014/main" id="{939BA16D-31E0-4BBA-90EE-9305CA367C4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38" name="Rectangle 3437">
                              <a:extLst>
                                <a:ext uri="{FF2B5EF4-FFF2-40B4-BE49-F238E27FC236}">
                                  <a16:creationId xmlns:a16="http://schemas.microsoft.com/office/drawing/2014/main" id="{BE5EF7C7-E0AE-433C-9992-D8ECFF76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439" name="Rectangle 3438">
                              <a:extLst>
                                <a:ext uri="{FF2B5EF4-FFF2-40B4-BE49-F238E27FC236}">
                                  <a16:creationId xmlns:a16="http://schemas.microsoft.com/office/drawing/2014/main" id="{AB61BF5D-00CC-4294-8620-8D16EBA367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401" name="Group 3400">
                      <a:extLst>
                        <a:ext uri="{FF2B5EF4-FFF2-40B4-BE49-F238E27FC236}">
                          <a16:creationId xmlns:a16="http://schemas.microsoft.com/office/drawing/2014/main" id="{1C27AC2B-594C-4216-97B8-5729C30446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02" name="Group 3401">
                        <a:extLst>
                          <a:ext uri="{FF2B5EF4-FFF2-40B4-BE49-F238E27FC236}">
                            <a16:creationId xmlns:a16="http://schemas.microsoft.com/office/drawing/2014/main" id="{3A4399D7-62E1-496E-A1B7-8708E21BEA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18" name="Group 3417">
                          <a:extLst>
                            <a:ext uri="{FF2B5EF4-FFF2-40B4-BE49-F238E27FC236}">
                              <a16:creationId xmlns:a16="http://schemas.microsoft.com/office/drawing/2014/main" id="{39E80428-6C92-473F-B65C-FA76079B7AA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26" name="Group 3425">
                            <a:extLst>
                              <a:ext uri="{FF2B5EF4-FFF2-40B4-BE49-F238E27FC236}">
                                <a16:creationId xmlns:a16="http://schemas.microsoft.com/office/drawing/2014/main" id="{C3AE4E7D-21B0-4B29-821B-6A2E284798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30" name="Rectangle 3429">
                              <a:extLst>
                                <a:ext uri="{FF2B5EF4-FFF2-40B4-BE49-F238E27FC236}">
                                  <a16:creationId xmlns:a16="http://schemas.microsoft.com/office/drawing/2014/main" id="{A9F7003F-63A2-4623-B72A-9001B08046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431" name="Rectangle 3430">
                              <a:extLst>
                                <a:ext uri="{FF2B5EF4-FFF2-40B4-BE49-F238E27FC236}">
                                  <a16:creationId xmlns:a16="http://schemas.microsoft.com/office/drawing/2014/main" id="{F9EA4D63-E883-4A18-8F50-0881F018C0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27" name="Group 3426">
                            <a:extLst>
                              <a:ext uri="{FF2B5EF4-FFF2-40B4-BE49-F238E27FC236}">
                                <a16:creationId xmlns:a16="http://schemas.microsoft.com/office/drawing/2014/main" id="{190E8F9A-A443-4F66-A1DB-A38FF85FE57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8" name="Rectangle 3427">
                              <a:extLst>
                                <a:ext uri="{FF2B5EF4-FFF2-40B4-BE49-F238E27FC236}">
                                  <a16:creationId xmlns:a16="http://schemas.microsoft.com/office/drawing/2014/main" id="{4B108AE6-65AF-498A-A01F-13FC7D1617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429" name="Rectangle 3428">
                              <a:extLst>
                                <a:ext uri="{FF2B5EF4-FFF2-40B4-BE49-F238E27FC236}">
                                  <a16:creationId xmlns:a16="http://schemas.microsoft.com/office/drawing/2014/main" id="{4024EC39-8E01-4072-A4E5-42A6233E59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19" name="Group 3418">
                          <a:extLst>
                            <a:ext uri="{FF2B5EF4-FFF2-40B4-BE49-F238E27FC236}">
                              <a16:creationId xmlns:a16="http://schemas.microsoft.com/office/drawing/2014/main" id="{BAED575B-8EEA-467C-ADDD-E4E735E80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20" name="Group 3419">
                            <a:extLst>
                              <a:ext uri="{FF2B5EF4-FFF2-40B4-BE49-F238E27FC236}">
                                <a16:creationId xmlns:a16="http://schemas.microsoft.com/office/drawing/2014/main" id="{712DCB92-9C0F-4AD2-B566-5F7113C3048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4" name="Rectangle 3423">
                              <a:extLst>
                                <a:ext uri="{FF2B5EF4-FFF2-40B4-BE49-F238E27FC236}">
                                  <a16:creationId xmlns:a16="http://schemas.microsoft.com/office/drawing/2014/main" id="{5AEC02D0-5417-43C5-AA3A-BE085F036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425" name="Rectangle 3424">
                              <a:extLst>
                                <a:ext uri="{FF2B5EF4-FFF2-40B4-BE49-F238E27FC236}">
                                  <a16:creationId xmlns:a16="http://schemas.microsoft.com/office/drawing/2014/main" id="{C41CFB23-C893-4E01-BB78-FCA9F72E4F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21" name="Group 3420">
                            <a:extLst>
                              <a:ext uri="{FF2B5EF4-FFF2-40B4-BE49-F238E27FC236}">
                                <a16:creationId xmlns:a16="http://schemas.microsoft.com/office/drawing/2014/main" id="{F7C36F27-CB8D-43F6-B8E6-67AF141872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2" name="Rectangle 3421">
                              <a:extLst>
                                <a:ext uri="{FF2B5EF4-FFF2-40B4-BE49-F238E27FC236}">
                                  <a16:creationId xmlns:a16="http://schemas.microsoft.com/office/drawing/2014/main" id="{96D959BA-813C-4E88-BA08-5159E5B4DE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423" name="Rectangle 3422">
                              <a:extLst>
                                <a:ext uri="{FF2B5EF4-FFF2-40B4-BE49-F238E27FC236}">
                                  <a16:creationId xmlns:a16="http://schemas.microsoft.com/office/drawing/2014/main" id="{532591C1-BA04-42C2-91B4-31C1BD3082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03" name="Group 3402">
                        <a:extLst>
                          <a:ext uri="{FF2B5EF4-FFF2-40B4-BE49-F238E27FC236}">
                            <a16:creationId xmlns:a16="http://schemas.microsoft.com/office/drawing/2014/main" id="{D3327F73-DAED-412A-B776-8CF25A0E6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04" name="Group 3403">
                          <a:extLst>
                            <a:ext uri="{FF2B5EF4-FFF2-40B4-BE49-F238E27FC236}">
                              <a16:creationId xmlns:a16="http://schemas.microsoft.com/office/drawing/2014/main" id="{1ADD5236-90A5-4B40-AE96-19D59B8CD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12" name="Group 3411">
                            <a:extLst>
                              <a:ext uri="{FF2B5EF4-FFF2-40B4-BE49-F238E27FC236}">
                                <a16:creationId xmlns:a16="http://schemas.microsoft.com/office/drawing/2014/main" id="{959DE139-E102-490C-B3EF-6BBBAD27A1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6" name="Rectangle 3415">
                              <a:extLst>
                                <a:ext uri="{FF2B5EF4-FFF2-40B4-BE49-F238E27FC236}">
                                  <a16:creationId xmlns:a16="http://schemas.microsoft.com/office/drawing/2014/main" id="{DF3D5705-9495-4EB1-88C0-624F2DFFB9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417" name="Rectangle 3416">
                              <a:extLst>
                                <a:ext uri="{FF2B5EF4-FFF2-40B4-BE49-F238E27FC236}">
                                  <a16:creationId xmlns:a16="http://schemas.microsoft.com/office/drawing/2014/main" id="{0FF158E6-072D-434B-A08A-851138EE83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13" name="Group 3412">
                            <a:extLst>
                              <a:ext uri="{FF2B5EF4-FFF2-40B4-BE49-F238E27FC236}">
                                <a16:creationId xmlns:a16="http://schemas.microsoft.com/office/drawing/2014/main" id="{FCFD6BB3-0B48-435E-97FC-B2BC1D61D80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4" name="Rectangle 3413">
                              <a:extLst>
                                <a:ext uri="{FF2B5EF4-FFF2-40B4-BE49-F238E27FC236}">
                                  <a16:creationId xmlns:a16="http://schemas.microsoft.com/office/drawing/2014/main" id="{74B01383-2337-4BA7-90BF-6F0E9FCFC5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415" name="Rectangle 3414">
                              <a:extLst>
                                <a:ext uri="{FF2B5EF4-FFF2-40B4-BE49-F238E27FC236}">
                                  <a16:creationId xmlns:a16="http://schemas.microsoft.com/office/drawing/2014/main" id="{8CCC1B5F-821D-464C-8426-CEAE028E59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05" name="Group 3404">
                          <a:extLst>
                            <a:ext uri="{FF2B5EF4-FFF2-40B4-BE49-F238E27FC236}">
                              <a16:creationId xmlns:a16="http://schemas.microsoft.com/office/drawing/2014/main" id="{B9F3524C-6581-4E10-AA37-11AE233205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06" name="Group 3405">
                            <a:extLst>
                              <a:ext uri="{FF2B5EF4-FFF2-40B4-BE49-F238E27FC236}">
                                <a16:creationId xmlns:a16="http://schemas.microsoft.com/office/drawing/2014/main" id="{6E169724-ACC4-4461-ABA5-5F99AAF986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0" name="Rectangle 3409">
                              <a:extLst>
                                <a:ext uri="{FF2B5EF4-FFF2-40B4-BE49-F238E27FC236}">
                                  <a16:creationId xmlns:a16="http://schemas.microsoft.com/office/drawing/2014/main" id="{EA9EAB5C-5135-4B48-B97B-6773C78A6C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411" name="Rectangle 3410">
                              <a:extLst>
                                <a:ext uri="{FF2B5EF4-FFF2-40B4-BE49-F238E27FC236}">
                                  <a16:creationId xmlns:a16="http://schemas.microsoft.com/office/drawing/2014/main" id="{B91EF24E-83FF-4C26-9F28-32195E1ED0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07" name="Group 3406">
                            <a:extLst>
                              <a:ext uri="{FF2B5EF4-FFF2-40B4-BE49-F238E27FC236}">
                                <a16:creationId xmlns:a16="http://schemas.microsoft.com/office/drawing/2014/main" id="{CAACF7A8-2CB3-4D48-8324-DF3CAFAADCE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08" name="Rectangle 3407">
                              <a:extLst>
                                <a:ext uri="{FF2B5EF4-FFF2-40B4-BE49-F238E27FC236}">
                                  <a16:creationId xmlns:a16="http://schemas.microsoft.com/office/drawing/2014/main" id="{DC2C9010-C038-4C5B-BC7A-00CF35DF5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409" name="Rectangle 3408">
                              <a:extLst>
                                <a:ext uri="{FF2B5EF4-FFF2-40B4-BE49-F238E27FC236}">
                                  <a16:creationId xmlns:a16="http://schemas.microsoft.com/office/drawing/2014/main" id="{1A9131AC-A0AA-446B-B61C-29C84FB9C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271" name="Group 3270">
                  <a:extLst>
                    <a:ext uri="{FF2B5EF4-FFF2-40B4-BE49-F238E27FC236}">
                      <a16:creationId xmlns:a16="http://schemas.microsoft.com/office/drawing/2014/main" id="{0045ED52-C1F1-43EE-A37E-B551DA0D1C89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272" name="Group 3271">
                    <a:extLst>
                      <a:ext uri="{FF2B5EF4-FFF2-40B4-BE49-F238E27FC236}">
                        <a16:creationId xmlns:a16="http://schemas.microsoft.com/office/drawing/2014/main" id="{A0F2C20E-F9EF-455F-81AD-A9C3F4B4E18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336" name="Group 3335">
                      <a:extLst>
                        <a:ext uri="{FF2B5EF4-FFF2-40B4-BE49-F238E27FC236}">
                          <a16:creationId xmlns:a16="http://schemas.microsoft.com/office/drawing/2014/main" id="{3B27D65D-30E1-45A3-915F-F269FA4DB7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68" name="Group 3367">
                        <a:extLst>
                          <a:ext uri="{FF2B5EF4-FFF2-40B4-BE49-F238E27FC236}">
                            <a16:creationId xmlns:a16="http://schemas.microsoft.com/office/drawing/2014/main" id="{EE5E0E3F-C09A-4040-9A50-7002B7F6A5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84" name="Group 3383">
                          <a:extLst>
                            <a:ext uri="{FF2B5EF4-FFF2-40B4-BE49-F238E27FC236}">
                              <a16:creationId xmlns:a16="http://schemas.microsoft.com/office/drawing/2014/main" id="{C5F17F44-6B0E-44EE-A33E-CAF0EEA75F6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92" name="Group 3391">
                            <a:extLst>
                              <a:ext uri="{FF2B5EF4-FFF2-40B4-BE49-F238E27FC236}">
                                <a16:creationId xmlns:a16="http://schemas.microsoft.com/office/drawing/2014/main" id="{E072487A-25BA-4965-BD3F-86321E6E7C5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6" name="Rectangle 3395">
                              <a:extLst>
                                <a:ext uri="{FF2B5EF4-FFF2-40B4-BE49-F238E27FC236}">
                                  <a16:creationId xmlns:a16="http://schemas.microsoft.com/office/drawing/2014/main" id="{28900C53-0C91-4244-998F-6EA90DA1C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397" name="Rectangle 3396">
                              <a:extLst>
                                <a:ext uri="{FF2B5EF4-FFF2-40B4-BE49-F238E27FC236}">
                                  <a16:creationId xmlns:a16="http://schemas.microsoft.com/office/drawing/2014/main" id="{EDC5B16D-19F4-42D0-8920-D1F89E6F34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93" name="Group 3392">
                            <a:extLst>
                              <a:ext uri="{FF2B5EF4-FFF2-40B4-BE49-F238E27FC236}">
                                <a16:creationId xmlns:a16="http://schemas.microsoft.com/office/drawing/2014/main" id="{E562F7FD-1A09-4E9A-8AC6-F2C872E856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4" name="Rectangle 3393">
                              <a:extLst>
                                <a:ext uri="{FF2B5EF4-FFF2-40B4-BE49-F238E27FC236}">
                                  <a16:creationId xmlns:a16="http://schemas.microsoft.com/office/drawing/2014/main" id="{3B99C402-232C-4537-8FC8-7F9E61ECEA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395" name="Rectangle 3394">
                              <a:extLst>
                                <a:ext uri="{FF2B5EF4-FFF2-40B4-BE49-F238E27FC236}">
                                  <a16:creationId xmlns:a16="http://schemas.microsoft.com/office/drawing/2014/main" id="{1895C9BA-1348-4DEE-B1B3-8B9D3810D3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85" name="Group 3384">
                          <a:extLst>
                            <a:ext uri="{FF2B5EF4-FFF2-40B4-BE49-F238E27FC236}">
                              <a16:creationId xmlns:a16="http://schemas.microsoft.com/office/drawing/2014/main" id="{67FB52DA-9D90-4305-A686-ACF40FD58D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86" name="Group 3385">
                            <a:extLst>
                              <a:ext uri="{FF2B5EF4-FFF2-40B4-BE49-F238E27FC236}">
                                <a16:creationId xmlns:a16="http://schemas.microsoft.com/office/drawing/2014/main" id="{CDB7769A-64D4-4CCF-A34C-0D23264A9A3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0" name="Rectangle 3389">
                              <a:extLst>
                                <a:ext uri="{FF2B5EF4-FFF2-40B4-BE49-F238E27FC236}">
                                  <a16:creationId xmlns:a16="http://schemas.microsoft.com/office/drawing/2014/main" id="{B340BA32-5965-48EA-82AD-CFC6E8419E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391" name="Rectangle 3390">
                              <a:extLst>
                                <a:ext uri="{FF2B5EF4-FFF2-40B4-BE49-F238E27FC236}">
                                  <a16:creationId xmlns:a16="http://schemas.microsoft.com/office/drawing/2014/main" id="{586634E9-C315-4A57-A24D-4EA1C3A02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87" name="Group 3386">
                            <a:extLst>
                              <a:ext uri="{FF2B5EF4-FFF2-40B4-BE49-F238E27FC236}">
                                <a16:creationId xmlns:a16="http://schemas.microsoft.com/office/drawing/2014/main" id="{A33408F6-759A-411A-8991-1927C66646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8" name="Rectangle 3387">
                              <a:extLst>
                                <a:ext uri="{FF2B5EF4-FFF2-40B4-BE49-F238E27FC236}">
                                  <a16:creationId xmlns:a16="http://schemas.microsoft.com/office/drawing/2014/main" id="{E9A22A60-3FA8-47F3-BA13-39FF9F8B5E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389" name="Rectangle 3388">
                              <a:extLst>
                                <a:ext uri="{FF2B5EF4-FFF2-40B4-BE49-F238E27FC236}">
                                  <a16:creationId xmlns:a16="http://schemas.microsoft.com/office/drawing/2014/main" id="{676FA9BE-D7C7-4328-8AB8-2EDA57258E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69" name="Group 3368">
                        <a:extLst>
                          <a:ext uri="{FF2B5EF4-FFF2-40B4-BE49-F238E27FC236}">
                            <a16:creationId xmlns:a16="http://schemas.microsoft.com/office/drawing/2014/main" id="{FA1F5D1E-822B-46E5-B77A-F6645C5C54E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70" name="Group 3369">
                          <a:extLst>
                            <a:ext uri="{FF2B5EF4-FFF2-40B4-BE49-F238E27FC236}">
                              <a16:creationId xmlns:a16="http://schemas.microsoft.com/office/drawing/2014/main" id="{7173FC5B-52BB-49B0-928A-179F5DE2DE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78" name="Group 3377">
                            <a:extLst>
                              <a:ext uri="{FF2B5EF4-FFF2-40B4-BE49-F238E27FC236}">
                                <a16:creationId xmlns:a16="http://schemas.microsoft.com/office/drawing/2014/main" id="{CE9AFC79-0240-4A79-99EB-2B88F325DFD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2" name="Rectangle 3381">
                              <a:extLst>
                                <a:ext uri="{FF2B5EF4-FFF2-40B4-BE49-F238E27FC236}">
                                  <a16:creationId xmlns:a16="http://schemas.microsoft.com/office/drawing/2014/main" id="{A195EAE0-8B83-42C2-BD94-72D03A54BC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383" name="Rectangle 3382">
                              <a:extLst>
                                <a:ext uri="{FF2B5EF4-FFF2-40B4-BE49-F238E27FC236}">
                                  <a16:creationId xmlns:a16="http://schemas.microsoft.com/office/drawing/2014/main" id="{E30035B8-C9AF-4288-B203-E7C8A9740E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79" name="Group 3378">
                            <a:extLst>
                              <a:ext uri="{FF2B5EF4-FFF2-40B4-BE49-F238E27FC236}">
                                <a16:creationId xmlns:a16="http://schemas.microsoft.com/office/drawing/2014/main" id="{900789E7-EF94-4BB3-B18E-B4B3ED3E88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0" name="Rectangle 3379">
                              <a:extLst>
                                <a:ext uri="{FF2B5EF4-FFF2-40B4-BE49-F238E27FC236}">
                                  <a16:creationId xmlns:a16="http://schemas.microsoft.com/office/drawing/2014/main" id="{E3769FF2-F437-4B43-A20E-73E9E69F88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381" name="Rectangle 3380">
                              <a:extLst>
                                <a:ext uri="{FF2B5EF4-FFF2-40B4-BE49-F238E27FC236}">
                                  <a16:creationId xmlns:a16="http://schemas.microsoft.com/office/drawing/2014/main" id="{66014FE3-11B3-47D3-A09A-3E686971A9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71" name="Group 3370">
                          <a:extLst>
                            <a:ext uri="{FF2B5EF4-FFF2-40B4-BE49-F238E27FC236}">
                              <a16:creationId xmlns:a16="http://schemas.microsoft.com/office/drawing/2014/main" id="{C474A9E3-B4ED-4D9D-8888-5F8453389D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72" name="Group 3371">
                            <a:extLst>
                              <a:ext uri="{FF2B5EF4-FFF2-40B4-BE49-F238E27FC236}">
                                <a16:creationId xmlns:a16="http://schemas.microsoft.com/office/drawing/2014/main" id="{97E97201-1169-45FE-868D-4AC4374BD2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76" name="Rectangle 3375">
                              <a:extLst>
                                <a:ext uri="{FF2B5EF4-FFF2-40B4-BE49-F238E27FC236}">
                                  <a16:creationId xmlns:a16="http://schemas.microsoft.com/office/drawing/2014/main" id="{89C1F907-AB12-450A-9A7C-5A286E9DCD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377" name="Rectangle 3376">
                              <a:extLst>
                                <a:ext uri="{FF2B5EF4-FFF2-40B4-BE49-F238E27FC236}">
                                  <a16:creationId xmlns:a16="http://schemas.microsoft.com/office/drawing/2014/main" id="{C8AC2874-F459-4A24-A31E-2592B80425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73" name="Group 3372">
                            <a:extLst>
                              <a:ext uri="{FF2B5EF4-FFF2-40B4-BE49-F238E27FC236}">
                                <a16:creationId xmlns:a16="http://schemas.microsoft.com/office/drawing/2014/main" id="{B15DD80E-219A-4779-9DE7-A8FB069139B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74" name="Rectangle 3373">
                              <a:extLst>
                                <a:ext uri="{FF2B5EF4-FFF2-40B4-BE49-F238E27FC236}">
                                  <a16:creationId xmlns:a16="http://schemas.microsoft.com/office/drawing/2014/main" id="{FB68252B-7D20-4E99-8921-B05C8B9FF7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375" name="Rectangle 3374">
                              <a:extLst>
                                <a:ext uri="{FF2B5EF4-FFF2-40B4-BE49-F238E27FC236}">
                                  <a16:creationId xmlns:a16="http://schemas.microsoft.com/office/drawing/2014/main" id="{A9B3A6A0-AC7E-4528-830C-89B07B507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337" name="Group 3336">
                      <a:extLst>
                        <a:ext uri="{FF2B5EF4-FFF2-40B4-BE49-F238E27FC236}">
                          <a16:creationId xmlns:a16="http://schemas.microsoft.com/office/drawing/2014/main" id="{EB7743E1-0DE0-4A31-AB78-2DEE3C1C70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38" name="Group 3337">
                        <a:extLst>
                          <a:ext uri="{FF2B5EF4-FFF2-40B4-BE49-F238E27FC236}">
                            <a16:creationId xmlns:a16="http://schemas.microsoft.com/office/drawing/2014/main" id="{2AC41713-A114-4C5B-95B9-F914359B08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54" name="Group 3353">
                          <a:extLst>
                            <a:ext uri="{FF2B5EF4-FFF2-40B4-BE49-F238E27FC236}">
                              <a16:creationId xmlns:a16="http://schemas.microsoft.com/office/drawing/2014/main" id="{3AF00A26-393C-4BCA-BC9F-BE768DAF80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62" name="Group 3361">
                            <a:extLst>
                              <a:ext uri="{FF2B5EF4-FFF2-40B4-BE49-F238E27FC236}">
                                <a16:creationId xmlns:a16="http://schemas.microsoft.com/office/drawing/2014/main" id="{BD7BE656-D230-479D-889F-BE70B6838A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6" name="Rectangle 3365">
                              <a:extLst>
                                <a:ext uri="{FF2B5EF4-FFF2-40B4-BE49-F238E27FC236}">
                                  <a16:creationId xmlns:a16="http://schemas.microsoft.com/office/drawing/2014/main" id="{DBDCD07C-A230-4F1D-A2D6-035CEFE1F7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367" name="Rectangle 3366">
                              <a:extLst>
                                <a:ext uri="{FF2B5EF4-FFF2-40B4-BE49-F238E27FC236}">
                                  <a16:creationId xmlns:a16="http://schemas.microsoft.com/office/drawing/2014/main" id="{834DCDC0-B015-4A3F-A661-85EDAAC892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63" name="Group 3362">
                            <a:extLst>
                              <a:ext uri="{FF2B5EF4-FFF2-40B4-BE49-F238E27FC236}">
                                <a16:creationId xmlns:a16="http://schemas.microsoft.com/office/drawing/2014/main" id="{BBD08FB1-D829-4894-8868-9464ADEF31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4" name="Rectangle 3363">
                              <a:extLst>
                                <a:ext uri="{FF2B5EF4-FFF2-40B4-BE49-F238E27FC236}">
                                  <a16:creationId xmlns:a16="http://schemas.microsoft.com/office/drawing/2014/main" id="{1ABE86D8-4061-44CC-8217-DFE67DA912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365" name="Rectangle 3364">
                              <a:extLst>
                                <a:ext uri="{FF2B5EF4-FFF2-40B4-BE49-F238E27FC236}">
                                  <a16:creationId xmlns:a16="http://schemas.microsoft.com/office/drawing/2014/main" id="{05A66168-0CFF-4A19-9E01-2CFC4BAC2C0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55" name="Group 3354">
                          <a:extLst>
                            <a:ext uri="{FF2B5EF4-FFF2-40B4-BE49-F238E27FC236}">
                              <a16:creationId xmlns:a16="http://schemas.microsoft.com/office/drawing/2014/main" id="{A8F04E3B-149B-46A6-8EB6-0289A02AF2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56" name="Group 3355">
                            <a:extLst>
                              <a:ext uri="{FF2B5EF4-FFF2-40B4-BE49-F238E27FC236}">
                                <a16:creationId xmlns:a16="http://schemas.microsoft.com/office/drawing/2014/main" id="{B9681E6C-31D8-47CE-B68E-13D3901C192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0" name="Rectangle 3359">
                              <a:extLst>
                                <a:ext uri="{FF2B5EF4-FFF2-40B4-BE49-F238E27FC236}">
                                  <a16:creationId xmlns:a16="http://schemas.microsoft.com/office/drawing/2014/main" id="{3838C4B1-9618-436F-8889-CC962872E4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361" name="Rectangle 3360">
                              <a:extLst>
                                <a:ext uri="{FF2B5EF4-FFF2-40B4-BE49-F238E27FC236}">
                                  <a16:creationId xmlns:a16="http://schemas.microsoft.com/office/drawing/2014/main" id="{E5312DA1-3096-467F-A734-44C67A5434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57" name="Group 3356">
                            <a:extLst>
                              <a:ext uri="{FF2B5EF4-FFF2-40B4-BE49-F238E27FC236}">
                                <a16:creationId xmlns:a16="http://schemas.microsoft.com/office/drawing/2014/main" id="{36330B14-572C-4572-ACE1-ADE2D534A6A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8" name="Rectangle 3357">
                              <a:extLst>
                                <a:ext uri="{FF2B5EF4-FFF2-40B4-BE49-F238E27FC236}">
                                  <a16:creationId xmlns:a16="http://schemas.microsoft.com/office/drawing/2014/main" id="{4A5867FA-D179-432B-ADCF-99B1F6882B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359" name="Rectangle 3358">
                              <a:extLst>
                                <a:ext uri="{FF2B5EF4-FFF2-40B4-BE49-F238E27FC236}">
                                  <a16:creationId xmlns:a16="http://schemas.microsoft.com/office/drawing/2014/main" id="{8FD3864F-0295-4E23-A802-B77C77310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39" name="Group 3338">
                        <a:extLst>
                          <a:ext uri="{FF2B5EF4-FFF2-40B4-BE49-F238E27FC236}">
                            <a16:creationId xmlns:a16="http://schemas.microsoft.com/office/drawing/2014/main" id="{9BC63710-89C6-4589-A0EA-11D0A75917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40" name="Group 3339">
                          <a:extLst>
                            <a:ext uri="{FF2B5EF4-FFF2-40B4-BE49-F238E27FC236}">
                              <a16:creationId xmlns:a16="http://schemas.microsoft.com/office/drawing/2014/main" id="{6073BED7-69D4-4F42-8844-080B34032F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48" name="Group 3347">
                            <a:extLst>
                              <a:ext uri="{FF2B5EF4-FFF2-40B4-BE49-F238E27FC236}">
                                <a16:creationId xmlns:a16="http://schemas.microsoft.com/office/drawing/2014/main" id="{EA445232-626F-4985-87AA-ED290CC43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2" name="Rectangle 3351">
                              <a:extLst>
                                <a:ext uri="{FF2B5EF4-FFF2-40B4-BE49-F238E27FC236}">
                                  <a16:creationId xmlns:a16="http://schemas.microsoft.com/office/drawing/2014/main" id="{25048933-94C8-47A2-B357-590A59488E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353" name="Rectangle 3352">
                              <a:extLst>
                                <a:ext uri="{FF2B5EF4-FFF2-40B4-BE49-F238E27FC236}">
                                  <a16:creationId xmlns:a16="http://schemas.microsoft.com/office/drawing/2014/main" id="{BA751FED-7FBD-45B6-8D56-CCE9CCA925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49" name="Group 3348">
                            <a:extLst>
                              <a:ext uri="{FF2B5EF4-FFF2-40B4-BE49-F238E27FC236}">
                                <a16:creationId xmlns:a16="http://schemas.microsoft.com/office/drawing/2014/main" id="{B736A82E-8A5A-474B-A727-4C4ED32ADE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0" name="Rectangle 3349">
                              <a:extLst>
                                <a:ext uri="{FF2B5EF4-FFF2-40B4-BE49-F238E27FC236}">
                                  <a16:creationId xmlns:a16="http://schemas.microsoft.com/office/drawing/2014/main" id="{BB54220E-266E-49DF-A7A9-F7C3F69F80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351" name="Rectangle 3350">
                              <a:extLst>
                                <a:ext uri="{FF2B5EF4-FFF2-40B4-BE49-F238E27FC236}">
                                  <a16:creationId xmlns:a16="http://schemas.microsoft.com/office/drawing/2014/main" id="{5361F945-97B9-4488-9247-798A297460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41" name="Group 3340">
                          <a:extLst>
                            <a:ext uri="{FF2B5EF4-FFF2-40B4-BE49-F238E27FC236}">
                              <a16:creationId xmlns:a16="http://schemas.microsoft.com/office/drawing/2014/main" id="{EBA09BFB-B37C-4545-88F5-347BDA7359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42" name="Group 3341">
                            <a:extLst>
                              <a:ext uri="{FF2B5EF4-FFF2-40B4-BE49-F238E27FC236}">
                                <a16:creationId xmlns:a16="http://schemas.microsoft.com/office/drawing/2014/main" id="{B2C60FC4-9A80-4948-93FD-A4ED1E80AD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46" name="Rectangle 3345">
                              <a:extLst>
                                <a:ext uri="{FF2B5EF4-FFF2-40B4-BE49-F238E27FC236}">
                                  <a16:creationId xmlns:a16="http://schemas.microsoft.com/office/drawing/2014/main" id="{F78E4061-5166-4A77-B36F-F4858BBB6A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347" name="Rectangle 3346">
                              <a:extLst>
                                <a:ext uri="{FF2B5EF4-FFF2-40B4-BE49-F238E27FC236}">
                                  <a16:creationId xmlns:a16="http://schemas.microsoft.com/office/drawing/2014/main" id="{8CEBE4AB-2C93-4D30-AA48-86125A4E11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43" name="Group 3342">
                            <a:extLst>
                              <a:ext uri="{FF2B5EF4-FFF2-40B4-BE49-F238E27FC236}">
                                <a16:creationId xmlns:a16="http://schemas.microsoft.com/office/drawing/2014/main" id="{E56793AA-2F93-4581-B84C-D917A186650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44" name="Rectangle 3343">
                              <a:extLst>
                                <a:ext uri="{FF2B5EF4-FFF2-40B4-BE49-F238E27FC236}">
                                  <a16:creationId xmlns:a16="http://schemas.microsoft.com/office/drawing/2014/main" id="{8E40B93C-2F01-40DD-A704-604382808B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345" name="Rectangle 3344">
                              <a:extLst>
                                <a:ext uri="{FF2B5EF4-FFF2-40B4-BE49-F238E27FC236}">
                                  <a16:creationId xmlns:a16="http://schemas.microsoft.com/office/drawing/2014/main" id="{0106D8AB-4156-436B-918A-A617D8189D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273" name="Group 3272">
                    <a:extLst>
                      <a:ext uri="{FF2B5EF4-FFF2-40B4-BE49-F238E27FC236}">
                        <a16:creationId xmlns:a16="http://schemas.microsoft.com/office/drawing/2014/main" id="{A2B5518C-EB61-490F-BA99-357D5BE370A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274" name="Group 3273">
                      <a:extLst>
                        <a:ext uri="{FF2B5EF4-FFF2-40B4-BE49-F238E27FC236}">
                          <a16:creationId xmlns:a16="http://schemas.microsoft.com/office/drawing/2014/main" id="{01256EBE-4929-4656-B067-B781F67547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06" name="Group 3305">
                        <a:extLst>
                          <a:ext uri="{FF2B5EF4-FFF2-40B4-BE49-F238E27FC236}">
                            <a16:creationId xmlns:a16="http://schemas.microsoft.com/office/drawing/2014/main" id="{79729853-7B87-4839-80E6-EDCCDAF1C01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22" name="Group 3321">
                          <a:extLst>
                            <a:ext uri="{FF2B5EF4-FFF2-40B4-BE49-F238E27FC236}">
                              <a16:creationId xmlns:a16="http://schemas.microsoft.com/office/drawing/2014/main" id="{5FF0ED7A-A559-474A-9424-E978030F31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30" name="Group 3329">
                            <a:extLst>
                              <a:ext uri="{FF2B5EF4-FFF2-40B4-BE49-F238E27FC236}">
                                <a16:creationId xmlns:a16="http://schemas.microsoft.com/office/drawing/2014/main" id="{76E7E8A9-920E-4AED-904A-C82D287D0AA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34" name="Rectangle 3333">
                              <a:extLst>
                                <a:ext uri="{FF2B5EF4-FFF2-40B4-BE49-F238E27FC236}">
                                  <a16:creationId xmlns:a16="http://schemas.microsoft.com/office/drawing/2014/main" id="{368EC0D2-E491-4897-9A39-6D8A0D7ABB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335" name="Rectangle 3334">
                              <a:extLst>
                                <a:ext uri="{FF2B5EF4-FFF2-40B4-BE49-F238E27FC236}">
                                  <a16:creationId xmlns:a16="http://schemas.microsoft.com/office/drawing/2014/main" id="{1A47FB60-6D14-4D65-8F22-E86EBBB5C4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31" name="Group 3330">
                            <a:extLst>
                              <a:ext uri="{FF2B5EF4-FFF2-40B4-BE49-F238E27FC236}">
                                <a16:creationId xmlns:a16="http://schemas.microsoft.com/office/drawing/2014/main" id="{0E1A13C3-5DE0-4981-B434-62616A1675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32" name="Rectangle 3331">
                              <a:extLst>
                                <a:ext uri="{FF2B5EF4-FFF2-40B4-BE49-F238E27FC236}">
                                  <a16:creationId xmlns:a16="http://schemas.microsoft.com/office/drawing/2014/main" id="{331DA26A-8609-41EB-BE8A-1D669791EC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333" name="Rectangle 3332">
                              <a:extLst>
                                <a:ext uri="{FF2B5EF4-FFF2-40B4-BE49-F238E27FC236}">
                                  <a16:creationId xmlns:a16="http://schemas.microsoft.com/office/drawing/2014/main" id="{584AADBE-77D6-4D0D-A0D3-505A28F42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23" name="Group 3322">
                          <a:extLst>
                            <a:ext uri="{FF2B5EF4-FFF2-40B4-BE49-F238E27FC236}">
                              <a16:creationId xmlns:a16="http://schemas.microsoft.com/office/drawing/2014/main" id="{0CCF7EEA-313D-4F14-8FC1-71A830CEB8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24" name="Group 3323">
                            <a:extLst>
                              <a:ext uri="{FF2B5EF4-FFF2-40B4-BE49-F238E27FC236}">
                                <a16:creationId xmlns:a16="http://schemas.microsoft.com/office/drawing/2014/main" id="{6BE23BEB-F6F1-4F22-827B-B2F906FBBF0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8" name="Rectangle 3327">
                              <a:extLst>
                                <a:ext uri="{FF2B5EF4-FFF2-40B4-BE49-F238E27FC236}">
                                  <a16:creationId xmlns:a16="http://schemas.microsoft.com/office/drawing/2014/main" id="{8AA59726-ACCD-4229-87C2-FA00BDC30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329" name="Rectangle 3328">
                              <a:extLst>
                                <a:ext uri="{FF2B5EF4-FFF2-40B4-BE49-F238E27FC236}">
                                  <a16:creationId xmlns:a16="http://schemas.microsoft.com/office/drawing/2014/main" id="{F166A665-1AB7-4825-A407-726C56E6A2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25" name="Group 3324">
                            <a:extLst>
                              <a:ext uri="{FF2B5EF4-FFF2-40B4-BE49-F238E27FC236}">
                                <a16:creationId xmlns:a16="http://schemas.microsoft.com/office/drawing/2014/main" id="{01F529EC-178C-494A-9991-25508A99F7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6" name="Rectangle 3325">
                              <a:extLst>
                                <a:ext uri="{FF2B5EF4-FFF2-40B4-BE49-F238E27FC236}">
                                  <a16:creationId xmlns:a16="http://schemas.microsoft.com/office/drawing/2014/main" id="{AC6E5A05-8EF8-49D4-93F2-E6EAFC329B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327" name="Rectangle 3326">
                              <a:extLst>
                                <a:ext uri="{FF2B5EF4-FFF2-40B4-BE49-F238E27FC236}">
                                  <a16:creationId xmlns:a16="http://schemas.microsoft.com/office/drawing/2014/main" id="{2FFCAAB4-B52A-47CB-A467-44AD52D66B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07" name="Group 3306">
                        <a:extLst>
                          <a:ext uri="{FF2B5EF4-FFF2-40B4-BE49-F238E27FC236}">
                            <a16:creationId xmlns:a16="http://schemas.microsoft.com/office/drawing/2014/main" id="{A53011E9-D007-4050-AB95-BF2A79AD23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08" name="Group 3307">
                          <a:extLst>
                            <a:ext uri="{FF2B5EF4-FFF2-40B4-BE49-F238E27FC236}">
                              <a16:creationId xmlns:a16="http://schemas.microsoft.com/office/drawing/2014/main" id="{9072AFAB-B7B5-41C9-958A-064F62ECC55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16" name="Group 3315">
                            <a:extLst>
                              <a:ext uri="{FF2B5EF4-FFF2-40B4-BE49-F238E27FC236}">
                                <a16:creationId xmlns:a16="http://schemas.microsoft.com/office/drawing/2014/main" id="{8024DF1D-CBC2-487C-9681-12D6FDA8F59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0" name="Rectangle 3319">
                              <a:extLst>
                                <a:ext uri="{FF2B5EF4-FFF2-40B4-BE49-F238E27FC236}">
                                  <a16:creationId xmlns:a16="http://schemas.microsoft.com/office/drawing/2014/main" id="{D77649B1-44DA-4F31-B557-155353C52F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321" name="Rectangle 3320">
                              <a:extLst>
                                <a:ext uri="{FF2B5EF4-FFF2-40B4-BE49-F238E27FC236}">
                                  <a16:creationId xmlns:a16="http://schemas.microsoft.com/office/drawing/2014/main" id="{AEBA1A83-969A-4B8A-BFE9-520D5BA31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17" name="Group 3316">
                            <a:extLst>
                              <a:ext uri="{FF2B5EF4-FFF2-40B4-BE49-F238E27FC236}">
                                <a16:creationId xmlns:a16="http://schemas.microsoft.com/office/drawing/2014/main" id="{752BBEBC-B49E-4ADD-B993-D4E50AF646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8" name="Rectangle 3317">
                              <a:extLst>
                                <a:ext uri="{FF2B5EF4-FFF2-40B4-BE49-F238E27FC236}">
                                  <a16:creationId xmlns:a16="http://schemas.microsoft.com/office/drawing/2014/main" id="{4C3BD9C3-3263-49EA-B7E4-3813E7551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319" name="Rectangle 3318">
                              <a:extLst>
                                <a:ext uri="{FF2B5EF4-FFF2-40B4-BE49-F238E27FC236}">
                                  <a16:creationId xmlns:a16="http://schemas.microsoft.com/office/drawing/2014/main" id="{69826170-9322-471A-AFA9-BCB7666DE8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09" name="Group 3308">
                          <a:extLst>
                            <a:ext uri="{FF2B5EF4-FFF2-40B4-BE49-F238E27FC236}">
                              <a16:creationId xmlns:a16="http://schemas.microsoft.com/office/drawing/2014/main" id="{BF596407-4CE3-43E8-9451-F664B6E638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10" name="Group 3309">
                            <a:extLst>
                              <a:ext uri="{FF2B5EF4-FFF2-40B4-BE49-F238E27FC236}">
                                <a16:creationId xmlns:a16="http://schemas.microsoft.com/office/drawing/2014/main" id="{694ED83F-F8E1-4435-9B16-3D7FD551B5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4" name="Rectangle 3313">
                              <a:extLst>
                                <a:ext uri="{FF2B5EF4-FFF2-40B4-BE49-F238E27FC236}">
                                  <a16:creationId xmlns:a16="http://schemas.microsoft.com/office/drawing/2014/main" id="{17F109E2-4C8A-4DF9-BEF8-6DF55BF893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315" name="Rectangle 3314">
                              <a:extLst>
                                <a:ext uri="{FF2B5EF4-FFF2-40B4-BE49-F238E27FC236}">
                                  <a16:creationId xmlns:a16="http://schemas.microsoft.com/office/drawing/2014/main" id="{9B189B2A-C08F-4458-8A53-2B218CA249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11" name="Group 3310">
                            <a:extLst>
                              <a:ext uri="{FF2B5EF4-FFF2-40B4-BE49-F238E27FC236}">
                                <a16:creationId xmlns:a16="http://schemas.microsoft.com/office/drawing/2014/main" id="{234F2545-8D29-41B8-A751-7F27B66E36A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2" name="Rectangle 3311">
                              <a:extLst>
                                <a:ext uri="{FF2B5EF4-FFF2-40B4-BE49-F238E27FC236}">
                                  <a16:creationId xmlns:a16="http://schemas.microsoft.com/office/drawing/2014/main" id="{59A751A3-5851-493D-A2BF-3B47F9ACF9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313" name="Rectangle 3312">
                              <a:extLst>
                                <a:ext uri="{FF2B5EF4-FFF2-40B4-BE49-F238E27FC236}">
                                  <a16:creationId xmlns:a16="http://schemas.microsoft.com/office/drawing/2014/main" id="{F1CDA6C0-7F94-4C42-B2F2-0834D79483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275" name="Group 3274">
                      <a:extLst>
                        <a:ext uri="{FF2B5EF4-FFF2-40B4-BE49-F238E27FC236}">
                          <a16:creationId xmlns:a16="http://schemas.microsoft.com/office/drawing/2014/main" id="{D77AF321-DFCF-40D7-A71C-A69928802C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76" name="Group 3275">
                        <a:extLst>
                          <a:ext uri="{FF2B5EF4-FFF2-40B4-BE49-F238E27FC236}">
                            <a16:creationId xmlns:a16="http://schemas.microsoft.com/office/drawing/2014/main" id="{F0317410-99B0-4373-BCE3-6124F9F609A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92" name="Group 3291">
                          <a:extLst>
                            <a:ext uri="{FF2B5EF4-FFF2-40B4-BE49-F238E27FC236}">
                              <a16:creationId xmlns:a16="http://schemas.microsoft.com/office/drawing/2014/main" id="{DE47D0AC-B203-47E5-9AF8-FC5C5EF4B6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00" name="Group 3299">
                            <a:extLst>
                              <a:ext uri="{FF2B5EF4-FFF2-40B4-BE49-F238E27FC236}">
                                <a16:creationId xmlns:a16="http://schemas.microsoft.com/office/drawing/2014/main" id="{EE0D1DC2-A2A6-4C7A-83AC-EFBD143A04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04" name="Rectangle 3303">
                              <a:extLst>
                                <a:ext uri="{FF2B5EF4-FFF2-40B4-BE49-F238E27FC236}">
                                  <a16:creationId xmlns:a16="http://schemas.microsoft.com/office/drawing/2014/main" id="{E7DCA600-CA2A-4F01-932B-4148A6DE7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305" name="Rectangle 3304">
                              <a:extLst>
                                <a:ext uri="{FF2B5EF4-FFF2-40B4-BE49-F238E27FC236}">
                                  <a16:creationId xmlns:a16="http://schemas.microsoft.com/office/drawing/2014/main" id="{EEB52F99-3F8D-4CFA-A0A6-DEB8A96B9B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01" name="Group 3300">
                            <a:extLst>
                              <a:ext uri="{FF2B5EF4-FFF2-40B4-BE49-F238E27FC236}">
                                <a16:creationId xmlns:a16="http://schemas.microsoft.com/office/drawing/2014/main" id="{5266DA82-E3ED-4D94-ACEC-277148D8D2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02" name="Rectangle 3301">
                              <a:extLst>
                                <a:ext uri="{FF2B5EF4-FFF2-40B4-BE49-F238E27FC236}">
                                  <a16:creationId xmlns:a16="http://schemas.microsoft.com/office/drawing/2014/main" id="{892AF8E4-BED8-43A4-8A8E-218B13ED07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303" name="Rectangle 3302">
                              <a:extLst>
                                <a:ext uri="{FF2B5EF4-FFF2-40B4-BE49-F238E27FC236}">
                                  <a16:creationId xmlns:a16="http://schemas.microsoft.com/office/drawing/2014/main" id="{C3D3107A-499B-4D5E-8129-34D928F92E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93" name="Group 3292">
                          <a:extLst>
                            <a:ext uri="{FF2B5EF4-FFF2-40B4-BE49-F238E27FC236}">
                              <a16:creationId xmlns:a16="http://schemas.microsoft.com/office/drawing/2014/main" id="{21C0C380-97DB-410B-81FD-C16EC8F93B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94" name="Group 3293">
                            <a:extLst>
                              <a:ext uri="{FF2B5EF4-FFF2-40B4-BE49-F238E27FC236}">
                                <a16:creationId xmlns:a16="http://schemas.microsoft.com/office/drawing/2014/main" id="{76EEDEAE-BBE2-4BA8-9BCD-78BD551F783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8" name="Rectangle 3297">
                              <a:extLst>
                                <a:ext uri="{FF2B5EF4-FFF2-40B4-BE49-F238E27FC236}">
                                  <a16:creationId xmlns:a16="http://schemas.microsoft.com/office/drawing/2014/main" id="{8AE2985D-2B28-41AA-B168-CA8F39358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299" name="Rectangle 3298">
                              <a:extLst>
                                <a:ext uri="{FF2B5EF4-FFF2-40B4-BE49-F238E27FC236}">
                                  <a16:creationId xmlns:a16="http://schemas.microsoft.com/office/drawing/2014/main" id="{1B99BA69-FCAF-4137-9142-8EB1DE78B3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95" name="Group 3294">
                            <a:extLst>
                              <a:ext uri="{FF2B5EF4-FFF2-40B4-BE49-F238E27FC236}">
                                <a16:creationId xmlns:a16="http://schemas.microsoft.com/office/drawing/2014/main" id="{E1125BA0-0A10-4B7F-BC5C-B2C84A69DF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6" name="Rectangle 3295">
                              <a:extLst>
                                <a:ext uri="{FF2B5EF4-FFF2-40B4-BE49-F238E27FC236}">
                                  <a16:creationId xmlns:a16="http://schemas.microsoft.com/office/drawing/2014/main" id="{9DA8E9E6-E2FA-457A-B3E3-4E36125B18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297" name="Rectangle 3296">
                              <a:extLst>
                                <a:ext uri="{FF2B5EF4-FFF2-40B4-BE49-F238E27FC236}">
                                  <a16:creationId xmlns:a16="http://schemas.microsoft.com/office/drawing/2014/main" id="{EFD7E0B0-DF0B-49D0-9ADA-ACB2B6664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77" name="Group 3276">
                        <a:extLst>
                          <a:ext uri="{FF2B5EF4-FFF2-40B4-BE49-F238E27FC236}">
                            <a16:creationId xmlns:a16="http://schemas.microsoft.com/office/drawing/2014/main" id="{91127241-47A1-4E3E-BB36-32FA7A84EB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78" name="Group 3277">
                          <a:extLst>
                            <a:ext uri="{FF2B5EF4-FFF2-40B4-BE49-F238E27FC236}">
                              <a16:creationId xmlns:a16="http://schemas.microsoft.com/office/drawing/2014/main" id="{1CD523AC-51E6-47C4-BCC9-4D998FD3EF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86" name="Group 3285">
                            <a:extLst>
                              <a:ext uri="{FF2B5EF4-FFF2-40B4-BE49-F238E27FC236}">
                                <a16:creationId xmlns:a16="http://schemas.microsoft.com/office/drawing/2014/main" id="{48036630-8E40-4BC5-AA7C-B92313FE37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0" name="Rectangle 3289">
                              <a:extLst>
                                <a:ext uri="{FF2B5EF4-FFF2-40B4-BE49-F238E27FC236}">
                                  <a16:creationId xmlns:a16="http://schemas.microsoft.com/office/drawing/2014/main" id="{7CB96C96-048F-49DA-BAC0-D634C758E5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291" name="Rectangle 3290">
                              <a:extLst>
                                <a:ext uri="{FF2B5EF4-FFF2-40B4-BE49-F238E27FC236}">
                                  <a16:creationId xmlns:a16="http://schemas.microsoft.com/office/drawing/2014/main" id="{D3B6417D-DA94-4039-9BFD-DF697E9D29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87" name="Group 3286">
                            <a:extLst>
                              <a:ext uri="{FF2B5EF4-FFF2-40B4-BE49-F238E27FC236}">
                                <a16:creationId xmlns:a16="http://schemas.microsoft.com/office/drawing/2014/main" id="{DDACF689-59E4-48BF-B148-20CA38481A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8" name="Rectangle 3287">
                              <a:extLst>
                                <a:ext uri="{FF2B5EF4-FFF2-40B4-BE49-F238E27FC236}">
                                  <a16:creationId xmlns:a16="http://schemas.microsoft.com/office/drawing/2014/main" id="{9B7E3D13-370D-4C42-929B-5A4E851C84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289" name="Rectangle 3288">
                              <a:extLst>
                                <a:ext uri="{FF2B5EF4-FFF2-40B4-BE49-F238E27FC236}">
                                  <a16:creationId xmlns:a16="http://schemas.microsoft.com/office/drawing/2014/main" id="{65371007-97F3-4517-B634-A63EA6C9A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79" name="Group 3278">
                          <a:extLst>
                            <a:ext uri="{FF2B5EF4-FFF2-40B4-BE49-F238E27FC236}">
                              <a16:creationId xmlns:a16="http://schemas.microsoft.com/office/drawing/2014/main" id="{C14D19F5-16D1-42BD-B349-D100923629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80" name="Group 3279">
                            <a:extLst>
                              <a:ext uri="{FF2B5EF4-FFF2-40B4-BE49-F238E27FC236}">
                                <a16:creationId xmlns:a16="http://schemas.microsoft.com/office/drawing/2014/main" id="{B14EA169-B0A7-4BC0-AF6C-B870BBE2F8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4" name="Rectangle 3283">
                              <a:extLst>
                                <a:ext uri="{FF2B5EF4-FFF2-40B4-BE49-F238E27FC236}">
                                  <a16:creationId xmlns:a16="http://schemas.microsoft.com/office/drawing/2014/main" id="{DF583229-6BC4-47A1-8A4D-821272361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285" name="Rectangle 3284">
                              <a:extLst>
                                <a:ext uri="{FF2B5EF4-FFF2-40B4-BE49-F238E27FC236}">
                                  <a16:creationId xmlns:a16="http://schemas.microsoft.com/office/drawing/2014/main" id="{F9B06FD2-28B4-4D79-9435-B1DD081D97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81" name="Group 3280">
                            <a:extLst>
                              <a:ext uri="{FF2B5EF4-FFF2-40B4-BE49-F238E27FC236}">
                                <a16:creationId xmlns:a16="http://schemas.microsoft.com/office/drawing/2014/main" id="{58DD5620-31A9-4BD9-9F81-7166D2BAEB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2" name="Rectangle 3281">
                              <a:extLst>
                                <a:ext uri="{FF2B5EF4-FFF2-40B4-BE49-F238E27FC236}">
                                  <a16:creationId xmlns:a16="http://schemas.microsoft.com/office/drawing/2014/main" id="{5CD74602-F604-4962-98C4-0F8742A26B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283" name="Rectangle 3282">
                              <a:extLst>
                                <a:ext uri="{FF2B5EF4-FFF2-40B4-BE49-F238E27FC236}">
                                  <a16:creationId xmlns:a16="http://schemas.microsoft.com/office/drawing/2014/main" id="{01B5282B-C0E4-4248-B15D-570D4C273E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</p:grpSp>
      <p:grpSp>
        <p:nvGrpSpPr>
          <p:cNvPr id="3778" name="Group 3777">
            <a:extLst>
              <a:ext uri="{FF2B5EF4-FFF2-40B4-BE49-F238E27FC236}">
                <a16:creationId xmlns:a16="http://schemas.microsoft.com/office/drawing/2014/main" id="{72BA2684-08AF-478F-B821-6478836D5555}"/>
              </a:ext>
            </a:extLst>
          </p:cNvPr>
          <p:cNvGrpSpPr/>
          <p:nvPr/>
        </p:nvGrpSpPr>
        <p:grpSpPr>
          <a:xfrm>
            <a:off x="2916704" y="5534053"/>
            <a:ext cx="914337" cy="184994"/>
            <a:chOff x="1996754" y="5534053"/>
            <a:chExt cx="7315200" cy="184994"/>
          </a:xfrm>
        </p:grpSpPr>
        <p:grpSp>
          <p:nvGrpSpPr>
            <p:cNvPr id="3779" name="Group 3778">
              <a:extLst>
                <a:ext uri="{FF2B5EF4-FFF2-40B4-BE49-F238E27FC236}">
                  <a16:creationId xmlns:a16="http://schemas.microsoft.com/office/drawing/2014/main" id="{2AB052A0-4DD8-42DF-83E0-4D350AD30C95}"/>
                </a:ext>
              </a:extLst>
            </p:cNvPr>
            <p:cNvGrpSpPr/>
            <p:nvPr/>
          </p:nvGrpSpPr>
          <p:grpSpPr>
            <a:xfrm>
              <a:off x="19967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4291" name="Group 4290">
                <a:extLst>
                  <a:ext uri="{FF2B5EF4-FFF2-40B4-BE49-F238E27FC236}">
                    <a16:creationId xmlns:a16="http://schemas.microsoft.com/office/drawing/2014/main" id="{72D2D175-4DC5-48B9-899E-E9BFD26A532F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547" name="Group 4546">
                  <a:extLst>
                    <a:ext uri="{FF2B5EF4-FFF2-40B4-BE49-F238E27FC236}">
                      <a16:creationId xmlns:a16="http://schemas.microsoft.com/office/drawing/2014/main" id="{2D1C973C-64B6-47DE-AC5E-FF306F47FF1C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675" name="Group 4674">
                    <a:extLst>
                      <a:ext uri="{FF2B5EF4-FFF2-40B4-BE49-F238E27FC236}">
                        <a16:creationId xmlns:a16="http://schemas.microsoft.com/office/drawing/2014/main" id="{11D27C2D-C9BA-40CD-A358-AD5879BDEF0D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739" name="Group 4738">
                      <a:extLst>
                        <a:ext uri="{FF2B5EF4-FFF2-40B4-BE49-F238E27FC236}">
                          <a16:creationId xmlns:a16="http://schemas.microsoft.com/office/drawing/2014/main" id="{571A47ED-83B5-48F8-B4EB-B770B465910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71" name="Group 4770">
                        <a:extLst>
                          <a:ext uri="{FF2B5EF4-FFF2-40B4-BE49-F238E27FC236}">
                            <a16:creationId xmlns:a16="http://schemas.microsoft.com/office/drawing/2014/main" id="{8294C833-C259-42D5-91CB-9FFC509074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87" name="Group 4786">
                          <a:extLst>
                            <a:ext uri="{FF2B5EF4-FFF2-40B4-BE49-F238E27FC236}">
                              <a16:creationId xmlns:a16="http://schemas.microsoft.com/office/drawing/2014/main" id="{7BECCB34-C8A7-4E35-BA90-7B17C23B9A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95" name="Group 4794">
                            <a:extLst>
                              <a:ext uri="{FF2B5EF4-FFF2-40B4-BE49-F238E27FC236}">
                                <a16:creationId xmlns:a16="http://schemas.microsoft.com/office/drawing/2014/main" id="{E3C62963-AE9D-494B-A810-941E0B9369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9" name="Rectangle 4798">
                              <a:extLst>
                                <a:ext uri="{FF2B5EF4-FFF2-40B4-BE49-F238E27FC236}">
                                  <a16:creationId xmlns:a16="http://schemas.microsoft.com/office/drawing/2014/main" id="{66BAEE3A-6790-46BA-8575-7AAAFCE6EA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800" name="Rectangle 4799">
                              <a:extLst>
                                <a:ext uri="{FF2B5EF4-FFF2-40B4-BE49-F238E27FC236}">
                                  <a16:creationId xmlns:a16="http://schemas.microsoft.com/office/drawing/2014/main" id="{EF326D03-23C3-40A4-B0DC-F9DB9AF84F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96" name="Group 4795">
                            <a:extLst>
                              <a:ext uri="{FF2B5EF4-FFF2-40B4-BE49-F238E27FC236}">
                                <a16:creationId xmlns:a16="http://schemas.microsoft.com/office/drawing/2014/main" id="{A646E0B2-5875-41AC-82EE-C578803F76D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7" name="Rectangle 4796">
                              <a:extLst>
                                <a:ext uri="{FF2B5EF4-FFF2-40B4-BE49-F238E27FC236}">
                                  <a16:creationId xmlns:a16="http://schemas.microsoft.com/office/drawing/2014/main" id="{5CDE3728-0ED3-457C-9E03-4BC9CFB431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798" name="Rectangle 4797">
                              <a:extLst>
                                <a:ext uri="{FF2B5EF4-FFF2-40B4-BE49-F238E27FC236}">
                                  <a16:creationId xmlns:a16="http://schemas.microsoft.com/office/drawing/2014/main" id="{FD77A78D-C208-42B0-B81C-20546B59F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88" name="Group 4787">
                          <a:extLst>
                            <a:ext uri="{FF2B5EF4-FFF2-40B4-BE49-F238E27FC236}">
                              <a16:creationId xmlns:a16="http://schemas.microsoft.com/office/drawing/2014/main" id="{2F0D55C6-2060-4829-8762-37CFDB1A84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89" name="Group 4788">
                            <a:extLst>
                              <a:ext uri="{FF2B5EF4-FFF2-40B4-BE49-F238E27FC236}">
                                <a16:creationId xmlns:a16="http://schemas.microsoft.com/office/drawing/2014/main" id="{05A72BAA-0D48-40BC-9CCF-6DA042BC0C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3" name="Rectangle 4792">
                              <a:extLst>
                                <a:ext uri="{FF2B5EF4-FFF2-40B4-BE49-F238E27FC236}">
                                  <a16:creationId xmlns:a16="http://schemas.microsoft.com/office/drawing/2014/main" id="{CAF21251-CEFF-4360-9B82-41A073705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794" name="Rectangle 4793">
                              <a:extLst>
                                <a:ext uri="{FF2B5EF4-FFF2-40B4-BE49-F238E27FC236}">
                                  <a16:creationId xmlns:a16="http://schemas.microsoft.com/office/drawing/2014/main" id="{1CB2F6CE-1256-4002-9C92-797D5D1D7A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90" name="Group 4789">
                            <a:extLst>
                              <a:ext uri="{FF2B5EF4-FFF2-40B4-BE49-F238E27FC236}">
                                <a16:creationId xmlns:a16="http://schemas.microsoft.com/office/drawing/2014/main" id="{27259EE0-C5B9-421B-864E-435C7F8803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1" name="Rectangle 4790">
                              <a:extLst>
                                <a:ext uri="{FF2B5EF4-FFF2-40B4-BE49-F238E27FC236}">
                                  <a16:creationId xmlns:a16="http://schemas.microsoft.com/office/drawing/2014/main" id="{6E01137C-0CB2-43A9-A6F6-4BD1C6F1E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792" name="Rectangle 4791">
                              <a:extLst>
                                <a:ext uri="{FF2B5EF4-FFF2-40B4-BE49-F238E27FC236}">
                                  <a16:creationId xmlns:a16="http://schemas.microsoft.com/office/drawing/2014/main" id="{D7DC4558-0179-4F44-8CDA-208B47242E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72" name="Group 4771">
                        <a:extLst>
                          <a:ext uri="{FF2B5EF4-FFF2-40B4-BE49-F238E27FC236}">
                            <a16:creationId xmlns:a16="http://schemas.microsoft.com/office/drawing/2014/main" id="{318DA43A-14A2-43F9-8672-5594EEB021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73" name="Group 4772">
                          <a:extLst>
                            <a:ext uri="{FF2B5EF4-FFF2-40B4-BE49-F238E27FC236}">
                              <a16:creationId xmlns:a16="http://schemas.microsoft.com/office/drawing/2014/main" id="{8E5F907F-FAF6-4728-AB02-D42A1B3C27A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81" name="Group 4780">
                            <a:extLst>
                              <a:ext uri="{FF2B5EF4-FFF2-40B4-BE49-F238E27FC236}">
                                <a16:creationId xmlns:a16="http://schemas.microsoft.com/office/drawing/2014/main" id="{9639F260-D1B5-412B-8003-A4B6C8360C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85" name="Rectangle 4784">
                              <a:extLst>
                                <a:ext uri="{FF2B5EF4-FFF2-40B4-BE49-F238E27FC236}">
                                  <a16:creationId xmlns:a16="http://schemas.microsoft.com/office/drawing/2014/main" id="{9A62B907-FA38-441C-9501-F09A9D3213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786" name="Rectangle 4785">
                              <a:extLst>
                                <a:ext uri="{FF2B5EF4-FFF2-40B4-BE49-F238E27FC236}">
                                  <a16:creationId xmlns:a16="http://schemas.microsoft.com/office/drawing/2014/main" id="{1659F9FA-E69F-406D-A437-1CA2B2F056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82" name="Group 4781">
                            <a:extLst>
                              <a:ext uri="{FF2B5EF4-FFF2-40B4-BE49-F238E27FC236}">
                                <a16:creationId xmlns:a16="http://schemas.microsoft.com/office/drawing/2014/main" id="{10AC1788-A83A-4B5F-8EC2-05439C5032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83" name="Rectangle 4782">
                              <a:extLst>
                                <a:ext uri="{FF2B5EF4-FFF2-40B4-BE49-F238E27FC236}">
                                  <a16:creationId xmlns:a16="http://schemas.microsoft.com/office/drawing/2014/main" id="{6737379E-3568-401B-8BAF-876BD3E627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784" name="Rectangle 4783">
                              <a:extLst>
                                <a:ext uri="{FF2B5EF4-FFF2-40B4-BE49-F238E27FC236}">
                                  <a16:creationId xmlns:a16="http://schemas.microsoft.com/office/drawing/2014/main" id="{4FACA840-0AB7-477A-86F6-8B10D0582B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74" name="Group 4773">
                          <a:extLst>
                            <a:ext uri="{FF2B5EF4-FFF2-40B4-BE49-F238E27FC236}">
                              <a16:creationId xmlns:a16="http://schemas.microsoft.com/office/drawing/2014/main" id="{64F13E1F-7BF2-4FB9-8744-253E6D0666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75" name="Group 4774">
                            <a:extLst>
                              <a:ext uri="{FF2B5EF4-FFF2-40B4-BE49-F238E27FC236}">
                                <a16:creationId xmlns:a16="http://schemas.microsoft.com/office/drawing/2014/main" id="{88E23138-D170-4827-8DF6-70A327CC140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79" name="Rectangle 4778">
                              <a:extLst>
                                <a:ext uri="{FF2B5EF4-FFF2-40B4-BE49-F238E27FC236}">
                                  <a16:creationId xmlns:a16="http://schemas.microsoft.com/office/drawing/2014/main" id="{BEFC0B15-BA90-4E9B-ADC9-21EDC9CE39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780" name="Rectangle 4779">
                              <a:extLst>
                                <a:ext uri="{FF2B5EF4-FFF2-40B4-BE49-F238E27FC236}">
                                  <a16:creationId xmlns:a16="http://schemas.microsoft.com/office/drawing/2014/main" id="{FD89B9B6-D7AF-4A2F-AD18-8D3CAEF305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76" name="Group 4775">
                            <a:extLst>
                              <a:ext uri="{FF2B5EF4-FFF2-40B4-BE49-F238E27FC236}">
                                <a16:creationId xmlns:a16="http://schemas.microsoft.com/office/drawing/2014/main" id="{8CEF6C22-768D-48C8-9298-72581C45EC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77" name="Rectangle 4776">
                              <a:extLst>
                                <a:ext uri="{FF2B5EF4-FFF2-40B4-BE49-F238E27FC236}">
                                  <a16:creationId xmlns:a16="http://schemas.microsoft.com/office/drawing/2014/main" id="{5E96F5F8-3B5F-45F1-9236-1583621106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778" name="Rectangle 4777">
                              <a:extLst>
                                <a:ext uri="{FF2B5EF4-FFF2-40B4-BE49-F238E27FC236}">
                                  <a16:creationId xmlns:a16="http://schemas.microsoft.com/office/drawing/2014/main" id="{8ABFBBA8-F3BB-470E-8325-176A65315C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740" name="Group 4739">
                      <a:extLst>
                        <a:ext uri="{FF2B5EF4-FFF2-40B4-BE49-F238E27FC236}">
                          <a16:creationId xmlns:a16="http://schemas.microsoft.com/office/drawing/2014/main" id="{559F5D06-7D8D-4A64-920E-CF917E637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41" name="Group 4740">
                        <a:extLst>
                          <a:ext uri="{FF2B5EF4-FFF2-40B4-BE49-F238E27FC236}">
                            <a16:creationId xmlns:a16="http://schemas.microsoft.com/office/drawing/2014/main" id="{AD7C2069-BCC8-4755-B04F-2C740AB1BB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57" name="Group 4756">
                          <a:extLst>
                            <a:ext uri="{FF2B5EF4-FFF2-40B4-BE49-F238E27FC236}">
                              <a16:creationId xmlns:a16="http://schemas.microsoft.com/office/drawing/2014/main" id="{1DE2BD30-B628-40CA-8EC9-EE822B6C5C0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65" name="Group 4764">
                            <a:extLst>
                              <a:ext uri="{FF2B5EF4-FFF2-40B4-BE49-F238E27FC236}">
                                <a16:creationId xmlns:a16="http://schemas.microsoft.com/office/drawing/2014/main" id="{2E3ECF22-296E-46D1-8BCC-45E353557F9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9" name="Rectangle 4768">
                              <a:extLst>
                                <a:ext uri="{FF2B5EF4-FFF2-40B4-BE49-F238E27FC236}">
                                  <a16:creationId xmlns:a16="http://schemas.microsoft.com/office/drawing/2014/main" id="{D9761192-D48E-4E80-AC7F-F7810EB93A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770" name="Rectangle 4769">
                              <a:extLst>
                                <a:ext uri="{FF2B5EF4-FFF2-40B4-BE49-F238E27FC236}">
                                  <a16:creationId xmlns:a16="http://schemas.microsoft.com/office/drawing/2014/main" id="{CC372E21-B98A-427F-BAC6-21223989E9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66" name="Group 4765">
                            <a:extLst>
                              <a:ext uri="{FF2B5EF4-FFF2-40B4-BE49-F238E27FC236}">
                                <a16:creationId xmlns:a16="http://schemas.microsoft.com/office/drawing/2014/main" id="{26424006-846C-40C6-9F8F-55608C0405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7" name="Rectangle 4766">
                              <a:extLst>
                                <a:ext uri="{FF2B5EF4-FFF2-40B4-BE49-F238E27FC236}">
                                  <a16:creationId xmlns:a16="http://schemas.microsoft.com/office/drawing/2014/main" id="{D95AD730-F1A3-42AB-93F3-55014924CC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768" name="Rectangle 4767">
                              <a:extLst>
                                <a:ext uri="{FF2B5EF4-FFF2-40B4-BE49-F238E27FC236}">
                                  <a16:creationId xmlns:a16="http://schemas.microsoft.com/office/drawing/2014/main" id="{E49B78F1-B429-4F6C-A1AD-0EB6E1C98A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58" name="Group 4757">
                          <a:extLst>
                            <a:ext uri="{FF2B5EF4-FFF2-40B4-BE49-F238E27FC236}">
                              <a16:creationId xmlns:a16="http://schemas.microsoft.com/office/drawing/2014/main" id="{920B9B13-FEDD-4C20-B46D-807019F7CE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59" name="Group 4758">
                            <a:extLst>
                              <a:ext uri="{FF2B5EF4-FFF2-40B4-BE49-F238E27FC236}">
                                <a16:creationId xmlns:a16="http://schemas.microsoft.com/office/drawing/2014/main" id="{F1991185-F93E-4223-933D-5F796590BCF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3" name="Rectangle 4762">
                              <a:extLst>
                                <a:ext uri="{FF2B5EF4-FFF2-40B4-BE49-F238E27FC236}">
                                  <a16:creationId xmlns:a16="http://schemas.microsoft.com/office/drawing/2014/main" id="{040471A4-D154-4D85-9C03-4F620927E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764" name="Rectangle 4763">
                              <a:extLst>
                                <a:ext uri="{FF2B5EF4-FFF2-40B4-BE49-F238E27FC236}">
                                  <a16:creationId xmlns:a16="http://schemas.microsoft.com/office/drawing/2014/main" id="{E45656F0-BDFB-4A97-AA41-651EAAE968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60" name="Group 4759">
                            <a:extLst>
                              <a:ext uri="{FF2B5EF4-FFF2-40B4-BE49-F238E27FC236}">
                                <a16:creationId xmlns:a16="http://schemas.microsoft.com/office/drawing/2014/main" id="{83E14FF2-854B-47A1-9A2E-4BCA179885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1" name="Rectangle 4760">
                              <a:extLst>
                                <a:ext uri="{FF2B5EF4-FFF2-40B4-BE49-F238E27FC236}">
                                  <a16:creationId xmlns:a16="http://schemas.microsoft.com/office/drawing/2014/main" id="{CAAF1069-8A4A-4A01-9979-C8A34D5623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762" name="Rectangle 4761">
                              <a:extLst>
                                <a:ext uri="{FF2B5EF4-FFF2-40B4-BE49-F238E27FC236}">
                                  <a16:creationId xmlns:a16="http://schemas.microsoft.com/office/drawing/2014/main" id="{B8996AEE-1A0C-4C7A-8BD1-F01563BB5B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42" name="Group 4741">
                        <a:extLst>
                          <a:ext uri="{FF2B5EF4-FFF2-40B4-BE49-F238E27FC236}">
                            <a16:creationId xmlns:a16="http://schemas.microsoft.com/office/drawing/2014/main" id="{6154A2FD-702A-4600-84FF-EAB41285B37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43" name="Group 4742">
                          <a:extLst>
                            <a:ext uri="{FF2B5EF4-FFF2-40B4-BE49-F238E27FC236}">
                              <a16:creationId xmlns:a16="http://schemas.microsoft.com/office/drawing/2014/main" id="{CA7DD52D-EB80-4550-B55C-0B1DFC4D24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51" name="Group 4750">
                            <a:extLst>
                              <a:ext uri="{FF2B5EF4-FFF2-40B4-BE49-F238E27FC236}">
                                <a16:creationId xmlns:a16="http://schemas.microsoft.com/office/drawing/2014/main" id="{9AC20824-6F39-4545-9B31-4446374C2AA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55" name="Rectangle 4754">
                              <a:extLst>
                                <a:ext uri="{FF2B5EF4-FFF2-40B4-BE49-F238E27FC236}">
                                  <a16:creationId xmlns:a16="http://schemas.microsoft.com/office/drawing/2014/main" id="{9667F930-AC55-4FCB-B258-1B322BCB34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756" name="Rectangle 4755">
                              <a:extLst>
                                <a:ext uri="{FF2B5EF4-FFF2-40B4-BE49-F238E27FC236}">
                                  <a16:creationId xmlns:a16="http://schemas.microsoft.com/office/drawing/2014/main" id="{573A4D82-B357-41E7-9692-CB18DBA315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52" name="Group 4751">
                            <a:extLst>
                              <a:ext uri="{FF2B5EF4-FFF2-40B4-BE49-F238E27FC236}">
                                <a16:creationId xmlns:a16="http://schemas.microsoft.com/office/drawing/2014/main" id="{D573CF29-C9A9-4166-88BF-B476D2A2418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53" name="Rectangle 4752">
                              <a:extLst>
                                <a:ext uri="{FF2B5EF4-FFF2-40B4-BE49-F238E27FC236}">
                                  <a16:creationId xmlns:a16="http://schemas.microsoft.com/office/drawing/2014/main" id="{A4E6A37C-2A6D-456F-9951-F31883E987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754" name="Rectangle 4753">
                              <a:extLst>
                                <a:ext uri="{FF2B5EF4-FFF2-40B4-BE49-F238E27FC236}">
                                  <a16:creationId xmlns:a16="http://schemas.microsoft.com/office/drawing/2014/main" id="{E836259C-5564-4939-8050-31F7F3F37D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44" name="Group 4743">
                          <a:extLst>
                            <a:ext uri="{FF2B5EF4-FFF2-40B4-BE49-F238E27FC236}">
                              <a16:creationId xmlns:a16="http://schemas.microsoft.com/office/drawing/2014/main" id="{7CEFBC00-B32D-4D41-B6B3-ABC2F1D293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45" name="Group 4744">
                            <a:extLst>
                              <a:ext uri="{FF2B5EF4-FFF2-40B4-BE49-F238E27FC236}">
                                <a16:creationId xmlns:a16="http://schemas.microsoft.com/office/drawing/2014/main" id="{C04D992A-7C68-4EBF-AD57-8B0B7B0925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49" name="Rectangle 4748">
                              <a:extLst>
                                <a:ext uri="{FF2B5EF4-FFF2-40B4-BE49-F238E27FC236}">
                                  <a16:creationId xmlns:a16="http://schemas.microsoft.com/office/drawing/2014/main" id="{B8167468-C10A-4CA3-831A-F145C95E70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750" name="Rectangle 4749">
                              <a:extLst>
                                <a:ext uri="{FF2B5EF4-FFF2-40B4-BE49-F238E27FC236}">
                                  <a16:creationId xmlns:a16="http://schemas.microsoft.com/office/drawing/2014/main" id="{397DC68B-8C89-4FC5-9379-FC8940F34A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46" name="Group 4745">
                            <a:extLst>
                              <a:ext uri="{FF2B5EF4-FFF2-40B4-BE49-F238E27FC236}">
                                <a16:creationId xmlns:a16="http://schemas.microsoft.com/office/drawing/2014/main" id="{98770496-4D68-48DF-B810-97486E567E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47" name="Rectangle 4746">
                              <a:extLst>
                                <a:ext uri="{FF2B5EF4-FFF2-40B4-BE49-F238E27FC236}">
                                  <a16:creationId xmlns:a16="http://schemas.microsoft.com/office/drawing/2014/main" id="{D575CA3B-E690-41DA-8438-F17B1EC144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748" name="Rectangle 4747">
                              <a:extLst>
                                <a:ext uri="{FF2B5EF4-FFF2-40B4-BE49-F238E27FC236}">
                                  <a16:creationId xmlns:a16="http://schemas.microsoft.com/office/drawing/2014/main" id="{2E4C8768-E271-4A24-8AB7-7F86312EA7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676" name="Group 4675">
                    <a:extLst>
                      <a:ext uri="{FF2B5EF4-FFF2-40B4-BE49-F238E27FC236}">
                        <a16:creationId xmlns:a16="http://schemas.microsoft.com/office/drawing/2014/main" id="{75100A61-1C8D-46E6-A650-8C496551B52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677" name="Group 4676">
                      <a:extLst>
                        <a:ext uri="{FF2B5EF4-FFF2-40B4-BE49-F238E27FC236}">
                          <a16:creationId xmlns:a16="http://schemas.microsoft.com/office/drawing/2014/main" id="{83F97A62-BBD5-4F12-8980-417346AD81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09" name="Group 4708">
                        <a:extLst>
                          <a:ext uri="{FF2B5EF4-FFF2-40B4-BE49-F238E27FC236}">
                            <a16:creationId xmlns:a16="http://schemas.microsoft.com/office/drawing/2014/main" id="{0C825FEF-5625-412E-BCC4-403C4832F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25" name="Group 4724">
                          <a:extLst>
                            <a:ext uri="{FF2B5EF4-FFF2-40B4-BE49-F238E27FC236}">
                              <a16:creationId xmlns:a16="http://schemas.microsoft.com/office/drawing/2014/main" id="{D75AEF6C-1730-4B3C-82C7-3860415D86E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33" name="Group 4732">
                            <a:extLst>
                              <a:ext uri="{FF2B5EF4-FFF2-40B4-BE49-F238E27FC236}">
                                <a16:creationId xmlns:a16="http://schemas.microsoft.com/office/drawing/2014/main" id="{907FB8B6-6AB7-400F-AE2B-0EA896DE7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7" name="Rectangle 4736">
                              <a:extLst>
                                <a:ext uri="{FF2B5EF4-FFF2-40B4-BE49-F238E27FC236}">
                                  <a16:creationId xmlns:a16="http://schemas.microsoft.com/office/drawing/2014/main" id="{0B60E103-D4B8-4F09-96C8-FA593DA8DE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738" name="Rectangle 4737">
                              <a:extLst>
                                <a:ext uri="{FF2B5EF4-FFF2-40B4-BE49-F238E27FC236}">
                                  <a16:creationId xmlns:a16="http://schemas.microsoft.com/office/drawing/2014/main" id="{BB2897E0-45F5-4E13-B445-1742D32231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34" name="Group 4733">
                            <a:extLst>
                              <a:ext uri="{FF2B5EF4-FFF2-40B4-BE49-F238E27FC236}">
                                <a16:creationId xmlns:a16="http://schemas.microsoft.com/office/drawing/2014/main" id="{58F067F7-4F62-44A7-A665-99974BA736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5" name="Rectangle 4734">
                              <a:extLst>
                                <a:ext uri="{FF2B5EF4-FFF2-40B4-BE49-F238E27FC236}">
                                  <a16:creationId xmlns:a16="http://schemas.microsoft.com/office/drawing/2014/main" id="{CCAC6643-9999-42A7-9DF8-58302717BE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736" name="Rectangle 4735">
                              <a:extLst>
                                <a:ext uri="{FF2B5EF4-FFF2-40B4-BE49-F238E27FC236}">
                                  <a16:creationId xmlns:a16="http://schemas.microsoft.com/office/drawing/2014/main" id="{84A39AC8-1AB2-489E-83F7-5F6739206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26" name="Group 4725">
                          <a:extLst>
                            <a:ext uri="{FF2B5EF4-FFF2-40B4-BE49-F238E27FC236}">
                              <a16:creationId xmlns:a16="http://schemas.microsoft.com/office/drawing/2014/main" id="{F2EFB1B2-47B8-495B-845B-5D089A5CE5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27" name="Group 4726">
                            <a:extLst>
                              <a:ext uri="{FF2B5EF4-FFF2-40B4-BE49-F238E27FC236}">
                                <a16:creationId xmlns:a16="http://schemas.microsoft.com/office/drawing/2014/main" id="{39FD0F82-0DB7-46F4-AA44-73E6B8ED431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1" name="Rectangle 4730">
                              <a:extLst>
                                <a:ext uri="{FF2B5EF4-FFF2-40B4-BE49-F238E27FC236}">
                                  <a16:creationId xmlns:a16="http://schemas.microsoft.com/office/drawing/2014/main" id="{2F60E611-4779-43EA-B7E5-D342A76749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732" name="Rectangle 4731">
                              <a:extLst>
                                <a:ext uri="{FF2B5EF4-FFF2-40B4-BE49-F238E27FC236}">
                                  <a16:creationId xmlns:a16="http://schemas.microsoft.com/office/drawing/2014/main" id="{12E5FDC7-DA78-4272-BF05-D5BE2EA0DE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28" name="Group 4727">
                            <a:extLst>
                              <a:ext uri="{FF2B5EF4-FFF2-40B4-BE49-F238E27FC236}">
                                <a16:creationId xmlns:a16="http://schemas.microsoft.com/office/drawing/2014/main" id="{AAA0E6ED-47A7-4F9A-B7F0-D8D80448EA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9" name="Rectangle 4728">
                              <a:extLst>
                                <a:ext uri="{FF2B5EF4-FFF2-40B4-BE49-F238E27FC236}">
                                  <a16:creationId xmlns:a16="http://schemas.microsoft.com/office/drawing/2014/main" id="{BFDD1A6D-DFDF-4F08-8ADB-84EDBF3DAC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730" name="Rectangle 4729">
                              <a:extLst>
                                <a:ext uri="{FF2B5EF4-FFF2-40B4-BE49-F238E27FC236}">
                                  <a16:creationId xmlns:a16="http://schemas.microsoft.com/office/drawing/2014/main" id="{1A961ECE-3DDE-4B26-A3BE-0D99CCA5F8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10" name="Group 4709">
                        <a:extLst>
                          <a:ext uri="{FF2B5EF4-FFF2-40B4-BE49-F238E27FC236}">
                            <a16:creationId xmlns:a16="http://schemas.microsoft.com/office/drawing/2014/main" id="{D7B2D98D-F894-4168-8E4F-3C99C0B5EF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11" name="Group 4710">
                          <a:extLst>
                            <a:ext uri="{FF2B5EF4-FFF2-40B4-BE49-F238E27FC236}">
                              <a16:creationId xmlns:a16="http://schemas.microsoft.com/office/drawing/2014/main" id="{4F067D0D-D5F0-42A0-8A7F-6453DE13B4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19" name="Group 4718">
                            <a:extLst>
                              <a:ext uri="{FF2B5EF4-FFF2-40B4-BE49-F238E27FC236}">
                                <a16:creationId xmlns:a16="http://schemas.microsoft.com/office/drawing/2014/main" id="{B7080B54-D5F8-4B41-8E60-F58AA3C47F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3" name="Rectangle 4722">
                              <a:extLst>
                                <a:ext uri="{FF2B5EF4-FFF2-40B4-BE49-F238E27FC236}">
                                  <a16:creationId xmlns:a16="http://schemas.microsoft.com/office/drawing/2014/main" id="{2EB3C0E5-1C1F-488B-BE78-D0A2A0C2C0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724" name="Rectangle 4723">
                              <a:extLst>
                                <a:ext uri="{FF2B5EF4-FFF2-40B4-BE49-F238E27FC236}">
                                  <a16:creationId xmlns:a16="http://schemas.microsoft.com/office/drawing/2014/main" id="{C62BF65B-E0F8-48F2-ABC2-F7B0775448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20" name="Group 4719">
                            <a:extLst>
                              <a:ext uri="{FF2B5EF4-FFF2-40B4-BE49-F238E27FC236}">
                                <a16:creationId xmlns:a16="http://schemas.microsoft.com/office/drawing/2014/main" id="{4DD7C22A-45C3-4D15-9E71-5FA752D6368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1" name="Rectangle 4720">
                              <a:extLst>
                                <a:ext uri="{FF2B5EF4-FFF2-40B4-BE49-F238E27FC236}">
                                  <a16:creationId xmlns:a16="http://schemas.microsoft.com/office/drawing/2014/main" id="{8E5CE72A-3040-45A1-AF77-4790A130AD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722" name="Rectangle 4721">
                              <a:extLst>
                                <a:ext uri="{FF2B5EF4-FFF2-40B4-BE49-F238E27FC236}">
                                  <a16:creationId xmlns:a16="http://schemas.microsoft.com/office/drawing/2014/main" id="{C2159918-B23A-4ED1-9483-3CD923B8DE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12" name="Group 4711">
                          <a:extLst>
                            <a:ext uri="{FF2B5EF4-FFF2-40B4-BE49-F238E27FC236}">
                              <a16:creationId xmlns:a16="http://schemas.microsoft.com/office/drawing/2014/main" id="{B6BDB779-5A2F-4708-BD18-675C16B338E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13" name="Group 4712">
                            <a:extLst>
                              <a:ext uri="{FF2B5EF4-FFF2-40B4-BE49-F238E27FC236}">
                                <a16:creationId xmlns:a16="http://schemas.microsoft.com/office/drawing/2014/main" id="{F42FB394-05DB-4A5F-B5C8-B0B4E6643D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17" name="Rectangle 4716">
                              <a:extLst>
                                <a:ext uri="{FF2B5EF4-FFF2-40B4-BE49-F238E27FC236}">
                                  <a16:creationId xmlns:a16="http://schemas.microsoft.com/office/drawing/2014/main" id="{141F7587-7E1A-43A0-B670-8C5EF23D67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718" name="Rectangle 4717">
                              <a:extLst>
                                <a:ext uri="{FF2B5EF4-FFF2-40B4-BE49-F238E27FC236}">
                                  <a16:creationId xmlns:a16="http://schemas.microsoft.com/office/drawing/2014/main" id="{DDF4EBBB-9DBD-4838-BADF-AD492646D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14" name="Group 4713">
                            <a:extLst>
                              <a:ext uri="{FF2B5EF4-FFF2-40B4-BE49-F238E27FC236}">
                                <a16:creationId xmlns:a16="http://schemas.microsoft.com/office/drawing/2014/main" id="{A811B8A0-380E-4EE3-A8E4-41CF44D97A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15" name="Rectangle 4714">
                              <a:extLst>
                                <a:ext uri="{FF2B5EF4-FFF2-40B4-BE49-F238E27FC236}">
                                  <a16:creationId xmlns:a16="http://schemas.microsoft.com/office/drawing/2014/main" id="{7177A6D5-A268-41C8-B52D-3DC1E00916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716" name="Rectangle 4715">
                              <a:extLst>
                                <a:ext uri="{FF2B5EF4-FFF2-40B4-BE49-F238E27FC236}">
                                  <a16:creationId xmlns:a16="http://schemas.microsoft.com/office/drawing/2014/main" id="{9668AF74-A3F9-4663-844E-8FED67F56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678" name="Group 4677">
                      <a:extLst>
                        <a:ext uri="{FF2B5EF4-FFF2-40B4-BE49-F238E27FC236}">
                          <a16:creationId xmlns:a16="http://schemas.microsoft.com/office/drawing/2014/main" id="{33682621-0B80-4DA4-8F3B-7382807AAF9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79" name="Group 4678">
                        <a:extLst>
                          <a:ext uri="{FF2B5EF4-FFF2-40B4-BE49-F238E27FC236}">
                            <a16:creationId xmlns:a16="http://schemas.microsoft.com/office/drawing/2014/main" id="{20F57244-E3A3-4BFA-B312-1996481891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95" name="Group 4694">
                          <a:extLst>
                            <a:ext uri="{FF2B5EF4-FFF2-40B4-BE49-F238E27FC236}">
                              <a16:creationId xmlns:a16="http://schemas.microsoft.com/office/drawing/2014/main" id="{496AE970-7640-4D64-9526-06BB2BC355A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03" name="Group 4702">
                            <a:extLst>
                              <a:ext uri="{FF2B5EF4-FFF2-40B4-BE49-F238E27FC236}">
                                <a16:creationId xmlns:a16="http://schemas.microsoft.com/office/drawing/2014/main" id="{BEA0ACAB-23D9-4C9A-B9B5-68D0FCFCDA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7" name="Rectangle 4706">
                              <a:extLst>
                                <a:ext uri="{FF2B5EF4-FFF2-40B4-BE49-F238E27FC236}">
                                  <a16:creationId xmlns:a16="http://schemas.microsoft.com/office/drawing/2014/main" id="{FD584970-53A7-4AC9-8A87-A8348E33C6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708" name="Rectangle 4707">
                              <a:extLst>
                                <a:ext uri="{FF2B5EF4-FFF2-40B4-BE49-F238E27FC236}">
                                  <a16:creationId xmlns:a16="http://schemas.microsoft.com/office/drawing/2014/main" id="{923CA969-1C81-4254-8FFA-297610615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04" name="Group 4703">
                            <a:extLst>
                              <a:ext uri="{FF2B5EF4-FFF2-40B4-BE49-F238E27FC236}">
                                <a16:creationId xmlns:a16="http://schemas.microsoft.com/office/drawing/2014/main" id="{FF44E087-0518-4F89-B8F3-F6984685263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5" name="Rectangle 4704">
                              <a:extLst>
                                <a:ext uri="{FF2B5EF4-FFF2-40B4-BE49-F238E27FC236}">
                                  <a16:creationId xmlns:a16="http://schemas.microsoft.com/office/drawing/2014/main" id="{F5F59208-91A4-43CA-A9D4-BEA0BC8B53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706" name="Rectangle 4705">
                              <a:extLst>
                                <a:ext uri="{FF2B5EF4-FFF2-40B4-BE49-F238E27FC236}">
                                  <a16:creationId xmlns:a16="http://schemas.microsoft.com/office/drawing/2014/main" id="{AE43549D-6735-47CD-9703-0348B655B0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96" name="Group 4695">
                          <a:extLst>
                            <a:ext uri="{FF2B5EF4-FFF2-40B4-BE49-F238E27FC236}">
                              <a16:creationId xmlns:a16="http://schemas.microsoft.com/office/drawing/2014/main" id="{BF6318FC-90A0-42F3-A8F9-86CF8C7279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97" name="Group 4696">
                            <a:extLst>
                              <a:ext uri="{FF2B5EF4-FFF2-40B4-BE49-F238E27FC236}">
                                <a16:creationId xmlns:a16="http://schemas.microsoft.com/office/drawing/2014/main" id="{CDCEB533-5893-4EAA-8701-73A773D7F4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1" name="Rectangle 4700">
                              <a:extLst>
                                <a:ext uri="{FF2B5EF4-FFF2-40B4-BE49-F238E27FC236}">
                                  <a16:creationId xmlns:a16="http://schemas.microsoft.com/office/drawing/2014/main" id="{F20E4C17-39D9-4C94-B448-151BDE42BC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702" name="Rectangle 4701">
                              <a:extLst>
                                <a:ext uri="{FF2B5EF4-FFF2-40B4-BE49-F238E27FC236}">
                                  <a16:creationId xmlns:a16="http://schemas.microsoft.com/office/drawing/2014/main" id="{15B7C794-B1D9-4DD8-AF8B-AF80AF265F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98" name="Group 4697">
                            <a:extLst>
                              <a:ext uri="{FF2B5EF4-FFF2-40B4-BE49-F238E27FC236}">
                                <a16:creationId xmlns:a16="http://schemas.microsoft.com/office/drawing/2014/main" id="{8F2C9D84-903F-4C04-BA6F-3774E460DEC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9" name="Rectangle 4698">
                              <a:extLst>
                                <a:ext uri="{FF2B5EF4-FFF2-40B4-BE49-F238E27FC236}">
                                  <a16:creationId xmlns:a16="http://schemas.microsoft.com/office/drawing/2014/main" id="{1C9A1BCC-0EF5-4C0E-89D5-F05CF32A8D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700" name="Rectangle 4699">
                              <a:extLst>
                                <a:ext uri="{FF2B5EF4-FFF2-40B4-BE49-F238E27FC236}">
                                  <a16:creationId xmlns:a16="http://schemas.microsoft.com/office/drawing/2014/main" id="{341E9F0D-F3EA-432D-98ED-90B0168030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80" name="Group 4679">
                        <a:extLst>
                          <a:ext uri="{FF2B5EF4-FFF2-40B4-BE49-F238E27FC236}">
                            <a16:creationId xmlns:a16="http://schemas.microsoft.com/office/drawing/2014/main" id="{6BBC3C8D-3EA5-4A5A-913F-2CCE29AEB2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81" name="Group 4680">
                          <a:extLst>
                            <a:ext uri="{FF2B5EF4-FFF2-40B4-BE49-F238E27FC236}">
                              <a16:creationId xmlns:a16="http://schemas.microsoft.com/office/drawing/2014/main" id="{DCA4676E-5B0D-4490-8289-2A64A65F663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89" name="Group 4688">
                            <a:extLst>
                              <a:ext uri="{FF2B5EF4-FFF2-40B4-BE49-F238E27FC236}">
                                <a16:creationId xmlns:a16="http://schemas.microsoft.com/office/drawing/2014/main" id="{C0314FE5-21BD-4EB2-9544-90202ACA3E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3" name="Rectangle 4692">
                              <a:extLst>
                                <a:ext uri="{FF2B5EF4-FFF2-40B4-BE49-F238E27FC236}">
                                  <a16:creationId xmlns:a16="http://schemas.microsoft.com/office/drawing/2014/main" id="{52FC5D43-75CE-4054-AA7D-FD32F5647D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694" name="Rectangle 4693">
                              <a:extLst>
                                <a:ext uri="{FF2B5EF4-FFF2-40B4-BE49-F238E27FC236}">
                                  <a16:creationId xmlns:a16="http://schemas.microsoft.com/office/drawing/2014/main" id="{9804C1EE-C77C-47F9-A770-06E256FAD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90" name="Group 4689">
                            <a:extLst>
                              <a:ext uri="{FF2B5EF4-FFF2-40B4-BE49-F238E27FC236}">
                                <a16:creationId xmlns:a16="http://schemas.microsoft.com/office/drawing/2014/main" id="{8F0F0CD3-4DD7-40FC-8AC3-DCB4E66A8D7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1" name="Rectangle 4690">
                              <a:extLst>
                                <a:ext uri="{FF2B5EF4-FFF2-40B4-BE49-F238E27FC236}">
                                  <a16:creationId xmlns:a16="http://schemas.microsoft.com/office/drawing/2014/main" id="{E6DE4E12-7616-421E-8BA6-F9FD1F0177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692" name="Rectangle 4691">
                              <a:extLst>
                                <a:ext uri="{FF2B5EF4-FFF2-40B4-BE49-F238E27FC236}">
                                  <a16:creationId xmlns:a16="http://schemas.microsoft.com/office/drawing/2014/main" id="{039B3B61-72D6-4264-A8BC-514E5B6B58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82" name="Group 4681">
                          <a:extLst>
                            <a:ext uri="{FF2B5EF4-FFF2-40B4-BE49-F238E27FC236}">
                              <a16:creationId xmlns:a16="http://schemas.microsoft.com/office/drawing/2014/main" id="{922C6B6C-07CD-4C3A-BAF3-A86E604F18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83" name="Group 4682">
                            <a:extLst>
                              <a:ext uri="{FF2B5EF4-FFF2-40B4-BE49-F238E27FC236}">
                                <a16:creationId xmlns:a16="http://schemas.microsoft.com/office/drawing/2014/main" id="{0B21A616-5CF6-4185-94D3-AE2254517B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87" name="Rectangle 4686">
                              <a:extLst>
                                <a:ext uri="{FF2B5EF4-FFF2-40B4-BE49-F238E27FC236}">
                                  <a16:creationId xmlns:a16="http://schemas.microsoft.com/office/drawing/2014/main" id="{189757E9-4DD3-4046-9E19-3A0D85F00D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688" name="Rectangle 4687">
                              <a:extLst>
                                <a:ext uri="{FF2B5EF4-FFF2-40B4-BE49-F238E27FC236}">
                                  <a16:creationId xmlns:a16="http://schemas.microsoft.com/office/drawing/2014/main" id="{4391150D-5462-4BC2-B180-2DB69987AD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84" name="Group 4683">
                            <a:extLst>
                              <a:ext uri="{FF2B5EF4-FFF2-40B4-BE49-F238E27FC236}">
                                <a16:creationId xmlns:a16="http://schemas.microsoft.com/office/drawing/2014/main" id="{E3741358-3DB6-42B7-B542-7C2E3DAAB8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85" name="Rectangle 4684">
                              <a:extLst>
                                <a:ext uri="{FF2B5EF4-FFF2-40B4-BE49-F238E27FC236}">
                                  <a16:creationId xmlns:a16="http://schemas.microsoft.com/office/drawing/2014/main" id="{9083686B-380C-48A0-98B2-26EDD12177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686" name="Rectangle 4685">
                              <a:extLst>
                                <a:ext uri="{FF2B5EF4-FFF2-40B4-BE49-F238E27FC236}">
                                  <a16:creationId xmlns:a16="http://schemas.microsoft.com/office/drawing/2014/main" id="{B4BE72B3-0EC5-4703-94A3-AF5E393AC3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548" name="Group 4547">
                  <a:extLst>
                    <a:ext uri="{FF2B5EF4-FFF2-40B4-BE49-F238E27FC236}">
                      <a16:creationId xmlns:a16="http://schemas.microsoft.com/office/drawing/2014/main" id="{83ED2146-1EFC-4BD0-9311-6A8CD5D276A2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549" name="Group 4548">
                    <a:extLst>
                      <a:ext uri="{FF2B5EF4-FFF2-40B4-BE49-F238E27FC236}">
                        <a16:creationId xmlns:a16="http://schemas.microsoft.com/office/drawing/2014/main" id="{D42C54AC-B3D5-4937-A128-A171ADC3527E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613" name="Group 4612">
                      <a:extLst>
                        <a:ext uri="{FF2B5EF4-FFF2-40B4-BE49-F238E27FC236}">
                          <a16:creationId xmlns:a16="http://schemas.microsoft.com/office/drawing/2014/main" id="{E5CFCF5E-7B6B-4CDF-9247-9432B44DBF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45" name="Group 4644">
                        <a:extLst>
                          <a:ext uri="{FF2B5EF4-FFF2-40B4-BE49-F238E27FC236}">
                            <a16:creationId xmlns:a16="http://schemas.microsoft.com/office/drawing/2014/main" id="{4AF14126-9B14-4C54-9E34-D771B9FCD87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61" name="Group 4660">
                          <a:extLst>
                            <a:ext uri="{FF2B5EF4-FFF2-40B4-BE49-F238E27FC236}">
                              <a16:creationId xmlns:a16="http://schemas.microsoft.com/office/drawing/2014/main" id="{67F82AFD-BBE3-43FD-AA3E-67AE1DF8AC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69" name="Group 4668">
                            <a:extLst>
                              <a:ext uri="{FF2B5EF4-FFF2-40B4-BE49-F238E27FC236}">
                                <a16:creationId xmlns:a16="http://schemas.microsoft.com/office/drawing/2014/main" id="{85A95597-ECCC-4662-9B44-2C4A5558D7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73" name="Rectangle 4672">
                              <a:extLst>
                                <a:ext uri="{FF2B5EF4-FFF2-40B4-BE49-F238E27FC236}">
                                  <a16:creationId xmlns:a16="http://schemas.microsoft.com/office/drawing/2014/main" id="{40B4C073-386E-48B3-9B6E-64654D4E2F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674" name="Rectangle 4673">
                              <a:extLst>
                                <a:ext uri="{FF2B5EF4-FFF2-40B4-BE49-F238E27FC236}">
                                  <a16:creationId xmlns:a16="http://schemas.microsoft.com/office/drawing/2014/main" id="{FF9547F1-3B8E-468C-A738-74AB953726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70" name="Group 4669">
                            <a:extLst>
                              <a:ext uri="{FF2B5EF4-FFF2-40B4-BE49-F238E27FC236}">
                                <a16:creationId xmlns:a16="http://schemas.microsoft.com/office/drawing/2014/main" id="{E7C612BA-0B83-41B4-90C3-A89688038C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71" name="Rectangle 4670">
                              <a:extLst>
                                <a:ext uri="{FF2B5EF4-FFF2-40B4-BE49-F238E27FC236}">
                                  <a16:creationId xmlns:a16="http://schemas.microsoft.com/office/drawing/2014/main" id="{7352F6AA-C90F-4DC8-BD22-DB77BE9F38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672" name="Rectangle 4671">
                              <a:extLst>
                                <a:ext uri="{FF2B5EF4-FFF2-40B4-BE49-F238E27FC236}">
                                  <a16:creationId xmlns:a16="http://schemas.microsoft.com/office/drawing/2014/main" id="{9AEBBC1A-F596-4AD9-99BC-96F8AC27E1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62" name="Group 4661">
                          <a:extLst>
                            <a:ext uri="{FF2B5EF4-FFF2-40B4-BE49-F238E27FC236}">
                              <a16:creationId xmlns:a16="http://schemas.microsoft.com/office/drawing/2014/main" id="{78F376AA-4BD3-4F91-8319-65AEB42C99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63" name="Group 4662">
                            <a:extLst>
                              <a:ext uri="{FF2B5EF4-FFF2-40B4-BE49-F238E27FC236}">
                                <a16:creationId xmlns:a16="http://schemas.microsoft.com/office/drawing/2014/main" id="{63569A3D-4E3C-48E6-B58C-73AB49FCB1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67" name="Rectangle 4666">
                              <a:extLst>
                                <a:ext uri="{FF2B5EF4-FFF2-40B4-BE49-F238E27FC236}">
                                  <a16:creationId xmlns:a16="http://schemas.microsoft.com/office/drawing/2014/main" id="{A63E2A34-F743-4631-A899-8ADD1AB10D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668" name="Rectangle 4667">
                              <a:extLst>
                                <a:ext uri="{FF2B5EF4-FFF2-40B4-BE49-F238E27FC236}">
                                  <a16:creationId xmlns:a16="http://schemas.microsoft.com/office/drawing/2014/main" id="{8AB10AE3-F252-415C-8483-768D3C00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64" name="Group 4663">
                            <a:extLst>
                              <a:ext uri="{FF2B5EF4-FFF2-40B4-BE49-F238E27FC236}">
                                <a16:creationId xmlns:a16="http://schemas.microsoft.com/office/drawing/2014/main" id="{A287CA65-34A5-4DBB-A8B3-CDC9086530E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65" name="Rectangle 4664">
                              <a:extLst>
                                <a:ext uri="{FF2B5EF4-FFF2-40B4-BE49-F238E27FC236}">
                                  <a16:creationId xmlns:a16="http://schemas.microsoft.com/office/drawing/2014/main" id="{B9C0E3D7-EEAB-4E72-A438-899B2B135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666" name="Rectangle 4665">
                              <a:extLst>
                                <a:ext uri="{FF2B5EF4-FFF2-40B4-BE49-F238E27FC236}">
                                  <a16:creationId xmlns:a16="http://schemas.microsoft.com/office/drawing/2014/main" id="{F5990947-105F-445A-9CE9-1732A116B1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46" name="Group 4645">
                        <a:extLst>
                          <a:ext uri="{FF2B5EF4-FFF2-40B4-BE49-F238E27FC236}">
                            <a16:creationId xmlns:a16="http://schemas.microsoft.com/office/drawing/2014/main" id="{D52551DE-BA27-42F6-B361-A4C728A85B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47" name="Group 4646">
                          <a:extLst>
                            <a:ext uri="{FF2B5EF4-FFF2-40B4-BE49-F238E27FC236}">
                              <a16:creationId xmlns:a16="http://schemas.microsoft.com/office/drawing/2014/main" id="{EFD889E1-23E7-4307-B3EF-FB90E9AD62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55" name="Group 4654">
                            <a:extLst>
                              <a:ext uri="{FF2B5EF4-FFF2-40B4-BE49-F238E27FC236}">
                                <a16:creationId xmlns:a16="http://schemas.microsoft.com/office/drawing/2014/main" id="{112914C9-4C43-43F7-BDA5-0AFCE39E20E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9" name="Rectangle 4658">
                              <a:extLst>
                                <a:ext uri="{FF2B5EF4-FFF2-40B4-BE49-F238E27FC236}">
                                  <a16:creationId xmlns:a16="http://schemas.microsoft.com/office/drawing/2014/main" id="{CC5ACF51-0C7E-4C5A-926F-2C128E8A88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660" name="Rectangle 4659">
                              <a:extLst>
                                <a:ext uri="{FF2B5EF4-FFF2-40B4-BE49-F238E27FC236}">
                                  <a16:creationId xmlns:a16="http://schemas.microsoft.com/office/drawing/2014/main" id="{B72138E7-47A1-4183-A3BF-EF3413E714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56" name="Group 4655">
                            <a:extLst>
                              <a:ext uri="{FF2B5EF4-FFF2-40B4-BE49-F238E27FC236}">
                                <a16:creationId xmlns:a16="http://schemas.microsoft.com/office/drawing/2014/main" id="{343F5213-928B-49D2-8F45-F4F3ACDCF22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7" name="Rectangle 4656">
                              <a:extLst>
                                <a:ext uri="{FF2B5EF4-FFF2-40B4-BE49-F238E27FC236}">
                                  <a16:creationId xmlns:a16="http://schemas.microsoft.com/office/drawing/2014/main" id="{157316B8-34CA-4AF1-82F1-3DF3D19EF5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658" name="Rectangle 4657">
                              <a:extLst>
                                <a:ext uri="{FF2B5EF4-FFF2-40B4-BE49-F238E27FC236}">
                                  <a16:creationId xmlns:a16="http://schemas.microsoft.com/office/drawing/2014/main" id="{2E60D9A4-F57F-4389-A453-D643BDBD93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48" name="Group 4647">
                          <a:extLst>
                            <a:ext uri="{FF2B5EF4-FFF2-40B4-BE49-F238E27FC236}">
                              <a16:creationId xmlns:a16="http://schemas.microsoft.com/office/drawing/2014/main" id="{0F1640C1-19E8-41E6-8F81-E315713346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49" name="Group 4648">
                            <a:extLst>
                              <a:ext uri="{FF2B5EF4-FFF2-40B4-BE49-F238E27FC236}">
                                <a16:creationId xmlns:a16="http://schemas.microsoft.com/office/drawing/2014/main" id="{4B6D595F-F526-4BB3-9610-6A5CF772BA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3" name="Rectangle 4652">
                              <a:extLst>
                                <a:ext uri="{FF2B5EF4-FFF2-40B4-BE49-F238E27FC236}">
                                  <a16:creationId xmlns:a16="http://schemas.microsoft.com/office/drawing/2014/main" id="{3E7DF721-4F88-4C8B-BA48-BDF5853B10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654" name="Rectangle 4653">
                              <a:extLst>
                                <a:ext uri="{FF2B5EF4-FFF2-40B4-BE49-F238E27FC236}">
                                  <a16:creationId xmlns:a16="http://schemas.microsoft.com/office/drawing/2014/main" id="{D5479F5E-101E-44CF-B419-F877D7E0A3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50" name="Group 4649">
                            <a:extLst>
                              <a:ext uri="{FF2B5EF4-FFF2-40B4-BE49-F238E27FC236}">
                                <a16:creationId xmlns:a16="http://schemas.microsoft.com/office/drawing/2014/main" id="{9247488C-53C7-4421-ABC9-CEB97098CEE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1" name="Rectangle 4650">
                              <a:extLst>
                                <a:ext uri="{FF2B5EF4-FFF2-40B4-BE49-F238E27FC236}">
                                  <a16:creationId xmlns:a16="http://schemas.microsoft.com/office/drawing/2014/main" id="{0FDC9505-8A08-4B57-9A99-6A9A7285B9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652" name="Rectangle 4651">
                              <a:extLst>
                                <a:ext uri="{FF2B5EF4-FFF2-40B4-BE49-F238E27FC236}">
                                  <a16:creationId xmlns:a16="http://schemas.microsoft.com/office/drawing/2014/main" id="{EE97AF00-1322-44DA-BE9A-D477CC1E18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614" name="Group 4613">
                      <a:extLst>
                        <a:ext uri="{FF2B5EF4-FFF2-40B4-BE49-F238E27FC236}">
                          <a16:creationId xmlns:a16="http://schemas.microsoft.com/office/drawing/2014/main" id="{9EB34BD8-04FC-4751-BFD8-954452B2DC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15" name="Group 4614">
                        <a:extLst>
                          <a:ext uri="{FF2B5EF4-FFF2-40B4-BE49-F238E27FC236}">
                            <a16:creationId xmlns:a16="http://schemas.microsoft.com/office/drawing/2014/main" id="{8D725A0E-AD33-4622-9F49-C54362AA45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31" name="Group 4630">
                          <a:extLst>
                            <a:ext uri="{FF2B5EF4-FFF2-40B4-BE49-F238E27FC236}">
                              <a16:creationId xmlns:a16="http://schemas.microsoft.com/office/drawing/2014/main" id="{244F5FD8-B9D5-4C9B-B0A1-C7B8904F23F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39" name="Group 4638">
                            <a:extLst>
                              <a:ext uri="{FF2B5EF4-FFF2-40B4-BE49-F238E27FC236}">
                                <a16:creationId xmlns:a16="http://schemas.microsoft.com/office/drawing/2014/main" id="{6A87C43C-2EA5-4C71-A3A3-F5990B5101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43" name="Rectangle 4642">
                              <a:extLst>
                                <a:ext uri="{FF2B5EF4-FFF2-40B4-BE49-F238E27FC236}">
                                  <a16:creationId xmlns:a16="http://schemas.microsoft.com/office/drawing/2014/main" id="{23CE06BB-5446-44FF-81ED-2A51DB61BE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644" name="Rectangle 4643">
                              <a:extLst>
                                <a:ext uri="{FF2B5EF4-FFF2-40B4-BE49-F238E27FC236}">
                                  <a16:creationId xmlns:a16="http://schemas.microsoft.com/office/drawing/2014/main" id="{CFD6FF70-E73E-4E95-A3D5-9386399ACF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40" name="Group 4639">
                            <a:extLst>
                              <a:ext uri="{FF2B5EF4-FFF2-40B4-BE49-F238E27FC236}">
                                <a16:creationId xmlns:a16="http://schemas.microsoft.com/office/drawing/2014/main" id="{C79C863E-255D-4583-A57A-7A919BE328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41" name="Rectangle 4640">
                              <a:extLst>
                                <a:ext uri="{FF2B5EF4-FFF2-40B4-BE49-F238E27FC236}">
                                  <a16:creationId xmlns:a16="http://schemas.microsoft.com/office/drawing/2014/main" id="{9E280FAD-3A84-48B1-99DB-06647BB20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642" name="Rectangle 4641">
                              <a:extLst>
                                <a:ext uri="{FF2B5EF4-FFF2-40B4-BE49-F238E27FC236}">
                                  <a16:creationId xmlns:a16="http://schemas.microsoft.com/office/drawing/2014/main" id="{B062E3FA-3A22-4574-96A0-351437C236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32" name="Group 4631">
                          <a:extLst>
                            <a:ext uri="{FF2B5EF4-FFF2-40B4-BE49-F238E27FC236}">
                              <a16:creationId xmlns:a16="http://schemas.microsoft.com/office/drawing/2014/main" id="{4696A6FA-5A00-456A-8873-0266B34CD3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33" name="Group 4632">
                            <a:extLst>
                              <a:ext uri="{FF2B5EF4-FFF2-40B4-BE49-F238E27FC236}">
                                <a16:creationId xmlns:a16="http://schemas.microsoft.com/office/drawing/2014/main" id="{91AD4657-CFF5-4944-8262-511A0782C4E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37" name="Rectangle 4636">
                              <a:extLst>
                                <a:ext uri="{FF2B5EF4-FFF2-40B4-BE49-F238E27FC236}">
                                  <a16:creationId xmlns:a16="http://schemas.microsoft.com/office/drawing/2014/main" id="{A01AA2B4-9903-4D30-B464-A1403CB57C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638" name="Rectangle 4637">
                              <a:extLst>
                                <a:ext uri="{FF2B5EF4-FFF2-40B4-BE49-F238E27FC236}">
                                  <a16:creationId xmlns:a16="http://schemas.microsoft.com/office/drawing/2014/main" id="{B4AAE034-82BC-48F6-871B-5E34804119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34" name="Group 4633">
                            <a:extLst>
                              <a:ext uri="{FF2B5EF4-FFF2-40B4-BE49-F238E27FC236}">
                                <a16:creationId xmlns:a16="http://schemas.microsoft.com/office/drawing/2014/main" id="{E1590437-22A0-463B-9F15-0437550FA72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35" name="Rectangle 4634">
                              <a:extLst>
                                <a:ext uri="{FF2B5EF4-FFF2-40B4-BE49-F238E27FC236}">
                                  <a16:creationId xmlns:a16="http://schemas.microsoft.com/office/drawing/2014/main" id="{B882D413-6261-4FDC-97A3-FC52000E6C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636" name="Rectangle 4635">
                              <a:extLst>
                                <a:ext uri="{FF2B5EF4-FFF2-40B4-BE49-F238E27FC236}">
                                  <a16:creationId xmlns:a16="http://schemas.microsoft.com/office/drawing/2014/main" id="{7E40BF0B-47C7-461B-94EC-ED5B77BB8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16" name="Group 4615">
                        <a:extLst>
                          <a:ext uri="{FF2B5EF4-FFF2-40B4-BE49-F238E27FC236}">
                            <a16:creationId xmlns:a16="http://schemas.microsoft.com/office/drawing/2014/main" id="{91101F07-DBB2-417D-8CDB-6D98C5268D7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17" name="Group 4616">
                          <a:extLst>
                            <a:ext uri="{FF2B5EF4-FFF2-40B4-BE49-F238E27FC236}">
                              <a16:creationId xmlns:a16="http://schemas.microsoft.com/office/drawing/2014/main" id="{B8395F04-E0E7-4DD2-9FB6-B98E04B085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25" name="Group 4624">
                            <a:extLst>
                              <a:ext uri="{FF2B5EF4-FFF2-40B4-BE49-F238E27FC236}">
                                <a16:creationId xmlns:a16="http://schemas.microsoft.com/office/drawing/2014/main" id="{72E3BD22-E17F-47D7-9AAF-2C61D4FC4F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9" name="Rectangle 4628">
                              <a:extLst>
                                <a:ext uri="{FF2B5EF4-FFF2-40B4-BE49-F238E27FC236}">
                                  <a16:creationId xmlns:a16="http://schemas.microsoft.com/office/drawing/2014/main" id="{1FF9AF2F-94B6-4D89-8A6B-1F623031AB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630" name="Rectangle 4629">
                              <a:extLst>
                                <a:ext uri="{FF2B5EF4-FFF2-40B4-BE49-F238E27FC236}">
                                  <a16:creationId xmlns:a16="http://schemas.microsoft.com/office/drawing/2014/main" id="{BD53C6AB-8546-44C0-8C09-48F297070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26" name="Group 4625">
                            <a:extLst>
                              <a:ext uri="{FF2B5EF4-FFF2-40B4-BE49-F238E27FC236}">
                                <a16:creationId xmlns:a16="http://schemas.microsoft.com/office/drawing/2014/main" id="{56789807-178B-4E12-9F96-687931D64E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7" name="Rectangle 4626">
                              <a:extLst>
                                <a:ext uri="{FF2B5EF4-FFF2-40B4-BE49-F238E27FC236}">
                                  <a16:creationId xmlns:a16="http://schemas.microsoft.com/office/drawing/2014/main" id="{E638B750-0828-4595-A94F-BC0AA3254E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628" name="Rectangle 4627">
                              <a:extLst>
                                <a:ext uri="{FF2B5EF4-FFF2-40B4-BE49-F238E27FC236}">
                                  <a16:creationId xmlns:a16="http://schemas.microsoft.com/office/drawing/2014/main" id="{40BDD22D-9473-4438-BDCD-951E366653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18" name="Group 4617">
                          <a:extLst>
                            <a:ext uri="{FF2B5EF4-FFF2-40B4-BE49-F238E27FC236}">
                              <a16:creationId xmlns:a16="http://schemas.microsoft.com/office/drawing/2014/main" id="{296AFEEA-1893-4215-BC7C-1051E8AC9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19" name="Group 4618">
                            <a:extLst>
                              <a:ext uri="{FF2B5EF4-FFF2-40B4-BE49-F238E27FC236}">
                                <a16:creationId xmlns:a16="http://schemas.microsoft.com/office/drawing/2014/main" id="{843FA934-A220-48B7-9D1F-235328CE08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3" name="Rectangle 4622">
                              <a:extLst>
                                <a:ext uri="{FF2B5EF4-FFF2-40B4-BE49-F238E27FC236}">
                                  <a16:creationId xmlns:a16="http://schemas.microsoft.com/office/drawing/2014/main" id="{04BD6AA0-0FF8-4311-974E-5E013BB431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624" name="Rectangle 4623">
                              <a:extLst>
                                <a:ext uri="{FF2B5EF4-FFF2-40B4-BE49-F238E27FC236}">
                                  <a16:creationId xmlns:a16="http://schemas.microsoft.com/office/drawing/2014/main" id="{E22D2502-770F-4A71-A931-92F8A6A57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20" name="Group 4619">
                            <a:extLst>
                              <a:ext uri="{FF2B5EF4-FFF2-40B4-BE49-F238E27FC236}">
                                <a16:creationId xmlns:a16="http://schemas.microsoft.com/office/drawing/2014/main" id="{FB76EEBA-F6AF-4926-BFF2-5BA077F7333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1" name="Rectangle 4620">
                              <a:extLst>
                                <a:ext uri="{FF2B5EF4-FFF2-40B4-BE49-F238E27FC236}">
                                  <a16:creationId xmlns:a16="http://schemas.microsoft.com/office/drawing/2014/main" id="{90BE0438-1441-4A05-ABDA-C70AE27F65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622" name="Rectangle 4621">
                              <a:extLst>
                                <a:ext uri="{FF2B5EF4-FFF2-40B4-BE49-F238E27FC236}">
                                  <a16:creationId xmlns:a16="http://schemas.microsoft.com/office/drawing/2014/main" id="{8B14B3E5-4A1D-4F88-B5F0-341A0D84A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550" name="Group 4549">
                    <a:extLst>
                      <a:ext uri="{FF2B5EF4-FFF2-40B4-BE49-F238E27FC236}">
                        <a16:creationId xmlns:a16="http://schemas.microsoft.com/office/drawing/2014/main" id="{5374C61B-3FEB-4577-B573-CB4D57F9E57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551" name="Group 4550">
                      <a:extLst>
                        <a:ext uri="{FF2B5EF4-FFF2-40B4-BE49-F238E27FC236}">
                          <a16:creationId xmlns:a16="http://schemas.microsoft.com/office/drawing/2014/main" id="{26C1F2FD-FBBC-4EB1-85BD-8231ED4100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83" name="Group 4582">
                        <a:extLst>
                          <a:ext uri="{FF2B5EF4-FFF2-40B4-BE49-F238E27FC236}">
                            <a16:creationId xmlns:a16="http://schemas.microsoft.com/office/drawing/2014/main" id="{7786823E-3208-486B-92C1-3D20BB5104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99" name="Group 4598">
                          <a:extLst>
                            <a:ext uri="{FF2B5EF4-FFF2-40B4-BE49-F238E27FC236}">
                              <a16:creationId xmlns:a16="http://schemas.microsoft.com/office/drawing/2014/main" id="{1771C330-00B7-4D28-97D9-5911757997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07" name="Group 4606">
                            <a:extLst>
                              <a:ext uri="{FF2B5EF4-FFF2-40B4-BE49-F238E27FC236}">
                                <a16:creationId xmlns:a16="http://schemas.microsoft.com/office/drawing/2014/main" id="{7AF4D8ED-583F-4C94-85F8-57826A996AF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11" name="Rectangle 4610">
                              <a:extLst>
                                <a:ext uri="{FF2B5EF4-FFF2-40B4-BE49-F238E27FC236}">
                                  <a16:creationId xmlns:a16="http://schemas.microsoft.com/office/drawing/2014/main" id="{318272E7-9B20-4D0E-B662-28DAB4B42A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612" name="Rectangle 4611">
                              <a:extLst>
                                <a:ext uri="{FF2B5EF4-FFF2-40B4-BE49-F238E27FC236}">
                                  <a16:creationId xmlns:a16="http://schemas.microsoft.com/office/drawing/2014/main" id="{C62B5E5D-1E4A-4BA2-8F5A-42EA089AFD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08" name="Group 4607">
                            <a:extLst>
                              <a:ext uri="{FF2B5EF4-FFF2-40B4-BE49-F238E27FC236}">
                                <a16:creationId xmlns:a16="http://schemas.microsoft.com/office/drawing/2014/main" id="{6CD1B452-B9DA-45F9-9DD5-3B275BE641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9" name="Rectangle 4608">
                              <a:extLst>
                                <a:ext uri="{FF2B5EF4-FFF2-40B4-BE49-F238E27FC236}">
                                  <a16:creationId xmlns:a16="http://schemas.microsoft.com/office/drawing/2014/main" id="{48076807-C29F-4AB4-B262-8000EF2F6A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610" name="Rectangle 4609">
                              <a:extLst>
                                <a:ext uri="{FF2B5EF4-FFF2-40B4-BE49-F238E27FC236}">
                                  <a16:creationId xmlns:a16="http://schemas.microsoft.com/office/drawing/2014/main" id="{0D749308-E281-464A-A86A-46499717C4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00" name="Group 4599">
                          <a:extLst>
                            <a:ext uri="{FF2B5EF4-FFF2-40B4-BE49-F238E27FC236}">
                              <a16:creationId xmlns:a16="http://schemas.microsoft.com/office/drawing/2014/main" id="{439BF860-D1B7-457C-8205-90AE42B003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01" name="Group 4600">
                            <a:extLst>
                              <a:ext uri="{FF2B5EF4-FFF2-40B4-BE49-F238E27FC236}">
                                <a16:creationId xmlns:a16="http://schemas.microsoft.com/office/drawing/2014/main" id="{FE44E84E-7038-4227-AE86-0EF4BAC1BC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5" name="Rectangle 4604">
                              <a:extLst>
                                <a:ext uri="{FF2B5EF4-FFF2-40B4-BE49-F238E27FC236}">
                                  <a16:creationId xmlns:a16="http://schemas.microsoft.com/office/drawing/2014/main" id="{C20F6695-A783-4A50-A1B9-C048434C3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606" name="Rectangle 4605">
                              <a:extLst>
                                <a:ext uri="{FF2B5EF4-FFF2-40B4-BE49-F238E27FC236}">
                                  <a16:creationId xmlns:a16="http://schemas.microsoft.com/office/drawing/2014/main" id="{1B8BC492-6FD3-42DA-A187-A0021C64BF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02" name="Group 4601">
                            <a:extLst>
                              <a:ext uri="{FF2B5EF4-FFF2-40B4-BE49-F238E27FC236}">
                                <a16:creationId xmlns:a16="http://schemas.microsoft.com/office/drawing/2014/main" id="{498AEF32-8029-4EE0-9390-9EB426CA28D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3" name="Rectangle 4602">
                              <a:extLst>
                                <a:ext uri="{FF2B5EF4-FFF2-40B4-BE49-F238E27FC236}">
                                  <a16:creationId xmlns:a16="http://schemas.microsoft.com/office/drawing/2014/main" id="{7FF68C64-9631-4A3E-951C-A8EE7AC99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604" name="Rectangle 4603">
                              <a:extLst>
                                <a:ext uri="{FF2B5EF4-FFF2-40B4-BE49-F238E27FC236}">
                                  <a16:creationId xmlns:a16="http://schemas.microsoft.com/office/drawing/2014/main" id="{8DFB3019-E950-41B9-BB61-E6521388D2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84" name="Group 4583">
                        <a:extLst>
                          <a:ext uri="{FF2B5EF4-FFF2-40B4-BE49-F238E27FC236}">
                            <a16:creationId xmlns:a16="http://schemas.microsoft.com/office/drawing/2014/main" id="{9B610CB0-100E-40A5-B6C1-1C491AE2663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85" name="Group 4584">
                          <a:extLst>
                            <a:ext uri="{FF2B5EF4-FFF2-40B4-BE49-F238E27FC236}">
                              <a16:creationId xmlns:a16="http://schemas.microsoft.com/office/drawing/2014/main" id="{3E5156B7-1E4A-4E84-AAFE-E8524D7703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93" name="Group 4592">
                            <a:extLst>
                              <a:ext uri="{FF2B5EF4-FFF2-40B4-BE49-F238E27FC236}">
                                <a16:creationId xmlns:a16="http://schemas.microsoft.com/office/drawing/2014/main" id="{2E3BC4C0-15EB-475A-9F3D-48E2B18842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7" name="Rectangle 4596">
                              <a:extLst>
                                <a:ext uri="{FF2B5EF4-FFF2-40B4-BE49-F238E27FC236}">
                                  <a16:creationId xmlns:a16="http://schemas.microsoft.com/office/drawing/2014/main" id="{3C45F5D4-E7DD-4A42-B653-18D4AC3E18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598" name="Rectangle 4597">
                              <a:extLst>
                                <a:ext uri="{FF2B5EF4-FFF2-40B4-BE49-F238E27FC236}">
                                  <a16:creationId xmlns:a16="http://schemas.microsoft.com/office/drawing/2014/main" id="{DAB03199-A4EA-4DBD-8ED9-4879747C61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94" name="Group 4593">
                            <a:extLst>
                              <a:ext uri="{FF2B5EF4-FFF2-40B4-BE49-F238E27FC236}">
                                <a16:creationId xmlns:a16="http://schemas.microsoft.com/office/drawing/2014/main" id="{C396E079-D8EB-4667-96DC-3361549561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5" name="Rectangle 4594">
                              <a:extLst>
                                <a:ext uri="{FF2B5EF4-FFF2-40B4-BE49-F238E27FC236}">
                                  <a16:creationId xmlns:a16="http://schemas.microsoft.com/office/drawing/2014/main" id="{3DC312A0-DAFE-491C-A697-56371054B3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596" name="Rectangle 4595">
                              <a:extLst>
                                <a:ext uri="{FF2B5EF4-FFF2-40B4-BE49-F238E27FC236}">
                                  <a16:creationId xmlns:a16="http://schemas.microsoft.com/office/drawing/2014/main" id="{26207743-5384-4F89-AE06-97ED4E9CA4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86" name="Group 4585">
                          <a:extLst>
                            <a:ext uri="{FF2B5EF4-FFF2-40B4-BE49-F238E27FC236}">
                              <a16:creationId xmlns:a16="http://schemas.microsoft.com/office/drawing/2014/main" id="{B957A293-93B3-4F09-B902-7B73767927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87" name="Group 4586">
                            <a:extLst>
                              <a:ext uri="{FF2B5EF4-FFF2-40B4-BE49-F238E27FC236}">
                                <a16:creationId xmlns:a16="http://schemas.microsoft.com/office/drawing/2014/main" id="{FDEB907D-1BCA-48C1-AFCA-DF56BB142D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1" name="Rectangle 4590">
                              <a:extLst>
                                <a:ext uri="{FF2B5EF4-FFF2-40B4-BE49-F238E27FC236}">
                                  <a16:creationId xmlns:a16="http://schemas.microsoft.com/office/drawing/2014/main" id="{FEF63F73-F62C-4DBE-9B23-8D45C0125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592" name="Rectangle 4591">
                              <a:extLst>
                                <a:ext uri="{FF2B5EF4-FFF2-40B4-BE49-F238E27FC236}">
                                  <a16:creationId xmlns:a16="http://schemas.microsoft.com/office/drawing/2014/main" id="{8E1DD94E-9EFD-4C13-9F0A-7363010748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88" name="Group 4587">
                            <a:extLst>
                              <a:ext uri="{FF2B5EF4-FFF2-40B4-BE49-F238E27FC236}">
                                <a16:creationId xmlns:a16="http://schemas.microsoft.com/office/drawing/2014/main" id="{44BF007D-F506-439F-8620-BE39FDF61D0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89" name="Rectangle 4588">
                              <a:extLst>
                                <a:ext uri="{FF2B5EF4-FFF2-40B4-BE49-F238E27FC236}">
                                  <a16:creationId xmlns:a16="http://schemas.microsoft.com/office/drawing/2014/main" id="{A033419E-837C-49C4-9AAA-610E41D238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590" name="Rectangle 4589">
                              <a:extLst>
                                <a:ext uri="{FF2B5EF4-FFF2-40B4-BE49-F238E27FC236}">
                                  <a16:creationId xmlns:a16="http://schemas.microsoft.com/office/drawing/2014/main" id="{C04908B5-5087-412E-BB44-ADB5387E10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552" name="Group 4551">
                      <a:extLst>
                        <a:ext uri="{FF2B5EF4-FFF2-40B4-BE49-F238E27FC236}">
                          <a16:creationId xmlns:a16="http://schemas.microsoft.com/office/drawing/2014/main" id="{BDE6D1A6-1091-47B5-B29F-727A8D92E3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53" name="Group 4552">
                        <a:extLst>
                          <a:ext uri="{FF2B5EF4-FFF2-40B4-BE49-F238E27FC236}">
                            <a16:creationId xmlns:a16="http://schemas.microsoft.com/office/drawing/2014/main" id="{B567F97D-63CA-488A-8FD7-D984E8AC2D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69" name="Group 4568">
                          <a:extLst>
                            <a:ext uri="{FF2B5EF4-FFF2-40B4-BE49-F238E27FC236}">
                              <a16:creationId xmlns:a16="http://schemas.microsoft.com/office/drawing/2014/main" id="{9C9DE6C7-7115-41D8-BC9F-4A5B38C53F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77" name="Group 4576">
                            <a:extLst>
                              <a:ext uri="{FF2B5EF4-FFF2-40B4-BE49-F238E27FC236}">
                                <a16:creationId xmlns:a16="http://schemas.microsoft.com/office/drawing/2014/main" id="{263B0ED9-77C9-4539-BC76-3F376794A9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81" name="Rectangle 4580">
                              <a:extLst>
                                <a:ext uri="{FF2B5EF4-FFF2-40B4-BE49-F238E27FC236}">
                                  <a16:creationId xmlns:a16="http://schemas.microsoft.com/office/drawing/2014/main" id="{6B77FE3B-9A4D-499A-9D52-CE68419378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582" name="Rectangle 4581">
                              <a:extLst>
                                <a:ext uri="{FF2B5EF4-FFF2-40B4-BE49-F238E27FC236}">
                                  <a16:creationId xmlns:a16="http://schemas.microsoft.com/office/drawing/2014/main" id="{4341342E-F805-49EC-AEFA-33A097B60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78" name="Group 4577">
                            <a:extLst>
                              <a:ext uri="{FF2B5EF4-FFF2-40B4-BE49-F238E27FC236}">
                                <a16:creationId xmlns:a16="http://schemas.microsoft.com/office/drawing/2014/main" id="{80B2570D-E100-4B0B-8088-7F2A129B34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9" name="Rectangle 4578">
                              <a:extLst>
                                <a:ext uri="{FF2B5EF4-FFF2-40B4-BE49-F238E27FC236}">
                                  <a16:creationId xmlns:a16="http://schemas.microsoft.com/office/drawing/2014/main" id="{72C66C22-818B-4CDA-AEA7-55423AD2A4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580" name="Rectangle 4579">
                              <a:extLst>
                                <a:ext uri="{FF2B5EF4-FFF2-40B4-BE49-F238E27FC236}">
                                  <a16:creationId xmlns:a16="http://schemas.microsoft.com/office/drawing/2014/main" id="{2ACAD3FB-09A9-4B88-B74E-0AAD9B179D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70" name="Group 4569">
                          <a:extLst>
                            <a:ext uri="{FF2B5EF4-FFF2-40B4-BE49-F238E27FC236}">
                              <a16:creationId xmlns:a16="http://schemas.microsoft.com/office/drawing/2014/main" id="{2DE50EBA-F263-4606-AD36-17BD35EBC2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71" name="Group 4570">
                            <a:extLst>
                              <a:ext uri="{FF2B5EF4-FFF2-40B4-BE49-F238E27FC236}">
                                <a16:creationId xmlns:a16="http://schemas.microsoft.com/office/drawing/2014/main" id="{6AF500A6-B0C3-4177-8E31-89E304152FB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5" name="Rectangle 4574">
                              <a:extLst>
                                <a:ext uri="{FF2B5EF4-FFF2-40B4-BE49-F238E27FC236}">
                                  <a16:creationId xmlns:a16="http://schemas.microsoft.com/office/drawing/2014/main" id="{DA5856AA-73DC-471B-9770-E2ED27F1D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576" name="Rectangle 4575">
                              <a:extLst>
                                <a:ext uri="{FF2B5EF4-FFF2-40B4-BE49-F238E27FC236}">
                                  <a16:creationId xmlns:a16="http://schemas.microsoft.com/office/drawing/2014/main" id="{129BFE0A-7904-4BD5-B1DD-5F3194886F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72" name="Group 4571">
                            <a:extLst>
                              <a:ext uri="{FF2B5EF4-FFF2-40B4-BE49-F238E27FC236}">
                                <a16:creationId xmlns:a16="http://schemas.microsoft.com/office/drawing/2014/main" id="{F3494740-7CD8-40E2-AB13-FF0E2C699D6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3" name="Rectangle 4572">
                              <a:extLst>
                                <a:ext uri="{FF2B5EF4-FFF2-40B4-BE49-F238E27FC236}">
                                  <a16:creationId xmlns:a16="http://schemas.microsoft.com/office/drawing/2014/main" id="{8B37AC4D-2B3A-4DE9-AB7D-F4F91AF345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574" name="Rectangle 4573">
                              <a:extLst>
                                <a:ext uri="{FF2B5EF4-FFF2-40B4-BE49-F238E27FC236}">
                                  <a16:creationId xmlns:a16="http://schemas.microsoft.com/office/drawing/2014/main" id="{178785BE-BFEF-4D8A-BF9F-878AD08E80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54" name="Group 4553">
                        <a:extLst>
                          <a:ext uri="{FF2B5EF4-FFF2-40B4-BE49-F238E27FC236}">
                            <a16:creationId xmlns:a16="http://schemas.microsoft.com/office/drawing/2014/main" id="{E9D7BC8A-7066-4E4B-B533-12AC0DF4DC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55" name="Group 4554">
                          <a:extLst>
                            <a:ext uri="{FF2B5EF4-FFF2-40B4-BE49-F238E27FC236}">
                              <a16:creationId xmlns:a16="http://schemas.microsoft.com/office/drawing/2014/main" id="{98547561-C334-4BE8-84DC-CEF901CF3A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63" name="Group 4562">
                            <a:extLst>
                              <a:ext uri="{FF2B5EF4-FFF2-40B4-BE49-F238E27FC236}">
                                <a16:creationId xmlns:a16="http://schemas.microsoft.com/office/drawing/2014/main" id="{FD691F53-D667-4AA0-AAB2-207C3100E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7" name="Rectangle 4566">
                              <a:extLst>
                                <a:ext uri="{FF2B5EF4-FFF2-40B4-BE49-F238E27FC236}">
                                  <a16:creationId xmlns:a16="http://schemas.microsoft.com/office/drawing/2014/main" id="{06269047-A617-4F69-8D5D-72F6F2492B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568" name="Rectangle 4567">
                              <a:extLst>
                                <a:ext uri="{FF2B5EF4-FFF2-40B4-BE49-F238E27FC236}">
                                  <a16:creationId xmlns:a16="http://schemas.microsoft.com/office/drawing/2014/main" id="{47769E5D-FE48-4DE6-AD21-F4717EDCA9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64" name="Group 4563">
                            <a:extLst>
                              <a:ext uri="{FF2B5EF4-FFF2-40B4-BE49-F238E27FC236}">
                                <a16:creationId xmlns:a16="http://schemas.microsoft.com/office/drawing/2014/main" id="{7512C715-688B-4131-827F-D59F67034F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5" name="Rectangle 4564">
                              <a:extLst>
                                <a:ext uri="{FF2B5EF4-FFF2-40B4-BE49-F238E27FC236}">
                                  <a16:creationId xmlns:a16="http://schemas.microsoft.com/office/drawing/2014/main" id="{5A23A072-2D8A-44D0-8065-CDA0E45F8F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566" name="Rectangle 4565">
                              <a:extLst>
                                <a:ext uri="{FF2B5EF4-FFF2-40B4-BE49-F238E27FC236}">
                                  <a16:creationId xmlns:a16="http://schemas.microsoft.com/office/drawing/2014/main" id="{B1546C9A-6BBA-48CA-B911-5CF8A5EBC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56" name="Group 4555">
                          <a:extLst>
                            <a:ext uri="{FF2B5EF4-FFF2-40B4-BE49-F238E27FC236}">
                              <a16:creationId xmlns:a16="http://schemas.microsoft.com/office/drawing/2014/main" id="{25884090-DB77-4BC4-B516-EB81D93EEBB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57" name="Group 4556">
                            <a:extLst>
                              <a:ext uri="{FF2B5EF4-FFF2-40B4-BE49-F238E27FC236}">
                                <a16:creationId xmlns:a16="http://schemas.microsoft.com/office/drawing/2014/main" id="{0078D4F8-EB89-437A-ADCC-156B196ACD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1" name="Rectangle 4560">
                              <a:extLst>
                                <a:ext uri="{FF2B5EF4-FFF2-40B4-BE49-F238E27FC236}">
                                  <a16:creationId xmlns:a16="http://schemas.microsoft.com/office/drawing/2014/main" id="{5D038F90-CDC3-40A3-82CE-E20E7F88B5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562" name="Rectangle 4561">
                              <a:extLst>
                                <a:ext uri="{FF2B5EF4-FFF2-40B4-BE49-F238E27FC236}">
                                  <a16:creationId xmlns:a16="http://schemas.microsoft.com/office/drawing/2014/main" id="{3697C08E-ED8C-44A3-ADE5-952EF32C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58" name="Group 4557">
                            <a:extLst>
                              <a:ext uri="{FF2B5EF4-FFF2-40B4-BE49-F238E27FC236}">
                                <a16:creationId xmlns:a16="http://schemas.microsoft.com/office/drawing/2014/main" id="{ADD25D94-FB75-466B-A784-1E618E6606D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59" name="Rectangle 4558">
                              <a:extLst>
                                <a:ext uri="{FF2B5EF4-FFF2-40B4-BE49-F238E27FC236}">
                                  <a16:creationId xmlns:a16="http://schemas.microsoft.com/office/drawing/2014/main" id="{E4A6E10B-2C47-493F-88A4-EFC1C09AA6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560" name="Rectangle 4559">
                              <a:extLst>
                                <a:ext uri="{FF2B5EF4-FFF2-40B4-BE49-F238E27FC236}">
                                  <a16:creationId xmlns:a16="http://schemas.microsoft.com/office/drawing/2014/main" id="{F5A1229D-9B89-4654-969F-E153520224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4292" name="Group 4291">
                <a:extLst>
                  <a:ext uri="{FF2B5EF4-FFF2-40B4-BE49-F238E27FC236}">
                    <a16:creationId xmlns:a16="http://schemas.microsoft.com/office/drawing/2014/main" id="{D2EB0C2C-22D8-41B3-80D0-973C5A936C2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293" name="Group 4292">
                  <a:extLst>
                    <a:ext uri="{FF2B5EF4-FFF2-40B4-BE49-F238E27FC236}">
                      <a16:creationId xmlns:a16="http://schemas.microsoft.com/office/drawing/2014/main" id="{F03C8958-9BFA-4245-9AA5-BB40CEC04AF1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421" name="Group 4420">
                    <a:extLst>
                      <a:ext uri="{FF2B5EF4-FFF2-40B4-BE49-F238E27FC236}">
                        <a16:creationId xmlns:a16="http://schemas.microsoft.com/office/drawing/2014/main" id="{CFD0E1AD-CE3D-4287-A2FA-776650585F2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485" name="Group 4484">
                      <a:extLst>
                        <a:ext uri="{FF2B5EF4-FFF2-40B4-BE49-F238E27FC236}">
                          <a16:creationId xmlns:a16="http://schemas.microsoft.com/office/drawing/2014/main" id="{3322EF23-3248-468B-BA61-1AA28172D8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17" name="Group 4516">
                        <a:extLst>
                          <a:ext uri="{FF2B5EF4-FFF2-40B4-BE49-F238E27FC236}">
                            <a16:creationId xmlns:a16="http://schemas.microsoft.com/office/drawing/2014/main" id="{C5195475-6469-4082-BE47-7A4148B7B5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33" name="Group 4532">
                          <a:extLst>
                            <a:ext uri="{FF2B5EF4-FFF2-40B4-BE49-F238E27FC236}">
                              <a16:creationId xmlns:a16="http://schemas.microsoft.com/office/drawing/2014/main" id="{1B8D92E1-FD6A-4F75-B4EE-21F4FA7C9EA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41" name="Group 4540">
                            <a:extLst>
                              <a:ext uri="{FF2B5EF4-FFF2-40B4-BE49-F238E27FC236}">
                                <a16:creationId xmlns:a16="http://schemas.microsoft.com/office/drawing/2014/main" id="{A7781969-C53F-4FF6-B187-4652CD5229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45" name="Rectangle 4544">
                              <a:extLst>
                                <a:ext uri="{FF2B5EF4-FFF2-40B4-BE49-F238E27FC236}">
                                  <a16:creationId xmlns:a16="http://schemas.microsoft.com/office/drawing/2014/main" id="{FCB60913-BEF3-4340-8BCB-A5D9E22C28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546" name="Rectangle 4545">
                              <a:extLst>
                                <a:ext uri="{FF2B5EF4-FFF2-40B4-BE49-F238E27FC236}">
                                  <a16:creationId xmlns:a16="http://schemas.microsoft.com/office/drawing/2014/main" id="{5B4EAF24-D708-45B0-8FA9-AF1363C143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42" name="Group 4541">
                            <a:extLst>
                              <a:ext uri="{FF2B5EF4-FFF2-40B4-BE49-F238E27FC236}">
                                <a16:creationId xmlns:a16="http://schemas.microsoft.com/office/drawing/2014/main" id="{FE8C754C-C742-4CB8-878D-6168C9C1945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43" name="Rectangle 4542">
                              <a:extLst>
                                <a:ext uri="{FF2B5EF4-FFF2-40B4-BE49-F238E27FC236}">
                                  <a16:creationId xmlns:a16="http://schemas.microsoft.com/office/drawing/2014/main" id="{E266ECE2-5800-4607-800B-EC00A24EF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544" name="Rectangle 4543">
                              <a:extLst>
                                <a:ext uri="{FF2B5EF4-FFF2-40B4-BE49-F238E27FC236}">
                                  <a16:creationId xmlns:a16="http://schemas.microsoft.com/office/drawing/2014/main" id="{A45FF345-43C0-4F32-B1BA-E892EB0A5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34" name="Group 4533">
                          <a:extLst>
                            <a:ext uri="{FF2B5EF4-FFF2-40B4-BE49-F238E27FC236}">
                              <a16:creationId xmlns:a16="http://schemas.microsoft.com/office/drawing/2014/main" id="{FA90A53C-75C0-4756-B1A4-D911CD8BA9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35" name="Group 4534">
                            <a:extLst>
                              <a:ext uri="{FF2B5EF4-FFF2-40B4-BE49-F238E27FC236}">
                                <a16:creationId xmlns:a16="http://schemas.microsoft.com/office/drawing/2014/main" id="{1BEFDCBD-313E-42AE-9604-46EE81EEFDB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9" name="Rectangle 4538">
                              <a:extLst>
                                <a:ext uri="{FF2B5EF4-FFF2-40B4-BE49-F238E27FC236}">
                                  <a16:creationId xmlns:a16="http://schemas.microsoft.com/office/drawing/2014/main" id="{B91997BC-0C09-4EE2-8859-4E87DFBABA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540" name="Rectangle 4539">
                              <a:extLst>
                                <a:ext uri="{FF2B5EF4-FFF2-40B4-BE49-F238E27FC236}">
                                  <a16:creationId xmlns:a16="http://schemas.microsoft.com/office/drawing/2014/main" id="{6780EB01-E40D-4B45-A55D-7E8D842E7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36" name="Group 4535">
                            <a:extLst>
                              <a:ext uri="{FF2B5EF4-FFF2-40B4-BE49-F238E27FC236}">
                                <a16:creationId xmlns:a16="http://schemas.microsoft.com/office/drawing/2014/main" id="{8C527F8F-9EA1-460C-8130-2211E75EB3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7" name="Rectangle 4536">
                              <a:extLst>
                                <a:ext uri="{FF2B5EF4-FFF2-40B4-BE49-F238E27FC236}">
                                  <a16:creationId xmlns:a16="http://schemas.microsoft.com/office/drawing/2014/main" id="{AC180638-EED5-4571-B8A2-8F774C0B13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538" name="Rectangle 4537">
                              <a:extLst>
                                <a:ext uri="{FF2B5EF4-FFF2-40B4-BE49-F238E27FC236}">
                                  <a16:creationId xmlns:a16="http://schemas.microsoft.com/office/drawing/2014/main" id="{FD76002D-378C-4AB4-A05A-6D7AEF6C49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18" name="Group 4517">
                        <a:extLst>
                          <a:ext uri="{FF2B5EF4-FFF2-40B4-BE49-F238E27FC236}">
                            <a16:creationId xmlns:a16="http://schemas.microsoft.com/office/drawing/2014/main" id="{56452561-8822-4662-87AE-6FE1DF9EE0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19" name="Group 4518">
                          <a:extLst>
                            <a:ext uri="{FF2B5EF4-FFF2-40B4-BE49-F238E27FC236}">
                              <a16:creationId xmlns:a16="http://schemas.microsoft.com/office/drawing/2014/main" id="{3629A39C-FCD6-432F-8534-E1E3D967AD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27" name="Group 4526">
                            <a:extLst>
                              <a:ext uri="{FF2B5EF4-FFF2-40B4-BE49-F238E27FC236}">
                                <a16:creationId xmlns:a16="http://schemas.microsoft.com/office/drawing/2014/main" id="{5F2A728D-29FD-442E-8926-3C5C102B2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1" name="Rectangle 4530">
                              <a:extLst>
                                <a:ext uri="{FF2B5EF4-FFF2-40B4-BE49-F238E27FC236}">
                                  <a16:creationId xmlns:a16="http://schemas.microsoft.com/office/drawing/2014/main" id="{00BBCDC9-BC88-47B7-BFD5-FDBBD7C1F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532" name="Rectangle 4531">
                              <a:extLst>
                                <a:ext uri="{FF2B5EF4-FFF2-40B4-BE49-F238E27FC236}">
                                  <a16:creationId xmlns:a16="http://schemas.microsoft.com/office/drawing/2014/main" id="{7338A149-2689-4895-8BCB-E475A9C622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28" name="Group 4527">
                            <a:extLst>
                              <a:ext uri="{FF2B5EF4-FFF2-40B4-BE49-F238E27FC236}">
                                <a16:creationId xmlns:a16="http://schemas.microsoft.com/office/drawing/2014/main" id="{67DD753E-7ED6-4B8C-9716-71EEDA7DA8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9" name="Rectangle 4528">
                              <a:extLst>
                                <a:ext uri="{FF2B5EF4-FFF2-40B4-BE49-F238E27FC236}">
                                  <a16:creationId xmlns:a16="http://schemas.microsoft.com/office/drawing/2014/main" id="{A19AF080-7299-4C33-B416-42DCD18B17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530" name="Rectangle 4529">
                              <a:extLst>
                                <a:ext uri="{FF2B5EF4-FFF2-40B4-BE49-F238E27FC236}">
                                  <a16:creationId xmlns:a16="http://schemas.microsoft.com/office/drawing/2014/main" id="{577DA429-4F85-4161-8720-7C7DE1753D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20" name="Group 4519">
                          <a:extLst>
                            <a:ext uri="{FF2B5EF4-FFF2-40B4-BE49-F238E27FC236}">
                              <a16:creationId xmlns:a16="http://schemas.microsoft.com/office/drawing/2014/main" id="{722E46A1-3F8C-49C2-B858-F48889A298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21" name="Group 4520">
                            <a:extLst>
                              <a:ext uri="{FF2B5EF4-FFF2-40B4-BE49-F238E27FC236}">
                                <a16:creationId xmlns:a16="http://schemas.microsoft.com/office/drawing/2014/main" id="{57FCB7FC-6741-4948-ACAA-19168D5D45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5" name="Rectangle 4524">
                              <a:extLst>
                                <a:ext uri="{FF2B5EF4-FFF2-40B4-BE49-F238E27FC236}">
                                  <a16:creationId xmlns:a16="http://schemas.microsoft.com/office/drawing/2014/main" id="{C14270BB-2F5A-4CB5-B2CA-DBBEC8D631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526" name="Rectangle 4525">
                              <a:extLst>
                                <a:ext uri="{FF2B5EF4-FFF2-40B4-BE49-F238E27FC236}">
                                  <a16:creationId xmlns:a16="http://schemas.microsoft.com/office/drawing/2014/main" id="{CA1F3914-3723-40C2-843D-0623D471E7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22" name="Group 4521">
                            <a:extLst>
                              <a:ext uri="{FF2B5EF4-FFF2-40B4-BE49-F238E27FC236}">
                                <a16:creationId xmlns:a16="http://schemas.microsoft.com/office/drawing/2014/main" id="{C3301B74-3E56-4FF4-9FE4-314B6DDF5F1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3" name="Rectangle 4522">
                              <a:extLst>
                                <a:ext uri="{FF2B5EF4-FFF2-40B4-BE49-F238E27FC236}">
                                  <a16:creationId xmlns:a16="http://schemas.microsoft.com/office/drawing/2014/main" id="{8CCAE368-E693-4F68-8785-689DAC5E22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524" name="Rectangle 4523">
                              <a:extLst>
                                <a:ext uri="{FF2B5EF4-FFF2-40B4-BE49-F238E27FC236}">
                                  <a16:creationId xmlns:a16="http://schemas.microsoft.com/office/drawing/2014/main" id="{1DA65788-F99B-4679-A602-CC1B43C8E5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486" name="Group 4485">
                      <a:extLst>
                        <a:ext uri="{FF2B5EF4-FFF2-40B4-BE49-F238E27FC236}">
                          <a16:creationId xmlns:a16="http://schemas.microsoft.com/office/drawing/2014/main" id="{F0157EB4-1E10-44E7-8E18-861C706039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87" name="Group 4486">
                        <a:extLst>
                          <a:ext uri="{FF2B5EF4-FFF2-40B4-BE49-F238E27FC236}">
                            <a16:creationId xmlns:a16="http://schemas.microsoft.com/office/drawing/2014/main" id="{541B17FE-1E42-4F6B-9B22-70D37B4036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03" name="Group 4502">
                          <a:extLst>
                            <a:ext uri="{FF2B5EF4-FFF2-40B4-BE49-F238E27FC236}">
                              <a16:creationId xmlns:a16="http://schemas.microsoft.com/office/drawing/2014/main" id="{60D65DD7-2B1B-4C06-98A9-94E20DD80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11" name="Group 4510">
                            <a:extLst>
                              <a:ext uri="{FF2B5EF4-FFF2-40B4-BE49-F238E27FC236}">
                                <a16:creationId xmlns:a16="http://schemas.microsoft.com/office/drawing/2014/main" id="{31DB5FB0-330A-4DC0-B211-DDEC4781A0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15" name="Rectangle 4514">
                              <a:extLst>
                                <a:ext uri="{FF2B5EF4-FFF2-40B4-BE49-F238E27FC236}">
                                  <a16:creationId xmlns:a16="http://schemas.microsoft.com/office/drawing/2014/main" id="{B22D028A-1785-47B2-A16A-28A66ADCFD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516" name="Rectangle 4515">
                              <a:extLst>
                                <a:ext uri="{FF2B5EF4-FFF2-40B4-BE49-F238E27FC236}">
                                  <a16:creationId xmlns:a16="http://schemas.microsoft.com/office/drawing/2014/main" id="{AD5A9587-BA50-42C7-8938-60E06C5E0F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12" name="Group 4511">
                            <a:extLst>
                              <a:ext uri="{FF2B5EF4-FFF2-40B4-BE49-F238E27FC236}">
                                <a16:creationId xmlns:a16="http://schemas.microsoft.com/office/drawing/2014/main" id="{AAC66D27-0918-4134-8B4F-0643099E809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13" name="Rectangle 4512">
                              <a:extLst>
                                <a:ext uri="{FF2B5EF4-FFF2-40B4-BE49-F238E27FC236}">
                                  <a16:creationId xmlns:a16="http://schemas.microsoft.com/office/drawing/2014/main" id="{885513A4-4D86-4913-A443-39CD362EDB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514" name="Rectangle 4513">
                              <a:extLst>
                                <a:ext uri="{FF2B5EF4-FFF2-40B4-BE49-F238E27FC236}">
                                  <a16:creationId xmlns:a16="http://schemas.microsoft.com/office/drawing/2014/main" id="{34D25492-89DB-44C8-AA70-111C4F3FCE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04" name="Group 4503">
                          <a:extLst>
                            <a:ext uri="{FF2B5EF4-FFF2-40B4-BE49-F238E27FC236}">
                              <a16:creationId xmlns:a16="http://schemas.microsoft.com/office/drawing/2014/main" id="{508571B0-8394-4129-BFBC-48626791A0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05" name="Group 4504">
                            <a:extLst>
                              <a:ext uri="{FF2B5EF4-FFF2-40B4-BE49-F238E27FC236}">
                                <a16:creationId xmlns:a16="http://schemas.microsoft.com/office/drawing/2014/main" id="{EB5217FF-10E2-4D99-BF52-CE2B656B8B9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9" name="Rectangle 4508">
                              <a:extLst>
                                <a:ext uri="{FF2B5EF4-FFF2-40B4-BE49-F238E27FC236}">
                                  <a16:creationId xmlns:a16="http://schemas.microsoft.com/office/drawing/2014/main" id="{147A9212-13BA-466E-BCBB-6AC3D49BEA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510" name="Rectangle 4509">
                              <a:extLst>
                                <a:ext uri="{FF2B5EF4-FFF2-40B4-BE49-F238E27FC236}">
                                  <a16:creationId xmlns:a16="http://schemas.microsoft.com/office/drawing/2014/main" id="{28D53EBD-756D-4C3A-836F-5441FB80E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06" name="Group 4505">
                            <a:extLst>
                              <a:ext uri="{FF2B5EF4-FFF2-40B4-BE49-F238E27FC236}">
                                <a16:creationId xmlns:a16="http://schemas.microsoft.com/office/drawing/2014/main" id="{A4552877-61F9-4CBC-834C-D5B68A233C5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7" name="Rectangle 4506">
                              <a:extLst>
                                <a:ext uri="{FF2B5EF4-FFF2-40B4-BE49-F238E27FC236}">
                                  <a16:creationId xmlns:a16="http://schemas.microsoft.com/office/drawing/2014/main" id="{EFC8F6C6-3F2F-48DA-80BB-61C63A230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508" name="Rectangle 4507">
                              <a:extLst>
                                <a:ext uri="{FF2B5EF4-FFF2-40B4-BE49-F238E27FC236}">
                                  <a16:creationId xmlns:a16="http://schemas.microsoft.com/office/drawing/2014/main" id="{E141DF74-7BA3-42F2-A995-326A214009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88" name="Group 4487">
                        <a:extLst>
                          <a:ext uri="{FF2B5EF4-FFF2-40B4-BE49-F238E27FC236}">
                            <a16:creationId xmlns:a16="http://schemas.microsoft.com/office/drawing/2014/main" id="{DAB7841F-5522-4ADF-A268-AF049CC23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89" name="Group 4488">
                          <a:extLst>
                            <a:ext uri="{FF2B5EF4-FFF2-40B4-BE49-F238E27FC236}">
                              <a16:creationId xmlns:a16="http://schemas.microsoft.com/office/drawing/2014/main" id="{85A6C56A-7731-42C0-A076-4EB969FF23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97" name="Group 4496">
                            <a:extLst>
                              <a:ext uri="{FF2B5EF4-FFF2-40B4-BE49-F238E27FC236}">
                                <a16:creationId xmlns:a16="http://schemas.microsoft.com/office/drawing/2014/main" id="{909FBDBB-F9AF-4DBD-B03E-F28565A36C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1" name="Rectangle 4500">
                              <a:extLst>
                                <a:ext uri="{FF2B5EF4-FFF2-40B4-BE49-F238E27FC236}">
                                  <a16:creationId xmlns:a16="http://schemas.microsoft.com/office/drawing/2014/main" id="{1467C3D9-A2FC-4077-B34A-D7C79B6CB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502" name="Rectangle 4501">
                              <a:extLst>
                                <a:ext uri="{FF2B5EF4-FFF2-40B4-BE49-F238E27FC236}">
                                  <a16:creationId xmlns:a16="http://schemas.microsoft.com/office/drawing/2014/main" id="{1BA42544-BBDF-4C8E-9A5E-D41E8D3A57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98" name="Group 4497">
                            <a:extLst>
                              <a:ext uri="{FF2B5EF4-FFF2-40B4-BE49-F238E27FC236}">
                                <a16:creationId xmlns:a16="http://schemas.microsoft.com/office/drawing/2014/main" id="{7CF3215B-8DDC-4749-9F40-63B01D597F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9" name="Rectangle 4498">
                              <a:extLst>
                                <a:ext uri="{FF2B5EF4-FFF2-40B4-BE49-F238E27FC236}">
                                  <a16:creationId xmlns:a16="http://schemas.microsoft.com/office/drawing/2014/main" id="{AF544F5D-B09A-4087-9D1A-AC96003C97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500" name="Rectangle 4499">
                              <a:extLst>
                                <a:ext uri="{FF2B5EF4-FFF2-40B4-BE49-F238E27FC236}">
                                  <a16:creationId xmlns:a16="http://schemas.microsoft.com/office/drawing/2014/main" id="{01FB57BE-1A1F-47D2-B75C-E759BFC1BE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90" name="Group 4489">
                          <a:extLst>
                            <a:ext uri="{FF2B5EF4-FFF2-40B4-BE49-F238E27FC236}">
                              <a16:creationId xmlns:a16="http://schemas.microsoft.com/office/drawing/2014/main" id="{A832E4DF-3993-48AD-84E0-E75EF2AA81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91" name="Group 4490">
                            <a:extLst>
                              <a:ext uri="{FF2B5EF4-FFF2-40B4-BE49-F238E27FC236}">
                                <a16:creationId xmlns:a16="http://schemas.microsoft.com/office/drawing/2014/main" id="{92649145-9932-4278-BD67-459684A670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5" name="Rectangle 4494">
                              <a:extLst>
                                <a:ext uri="{FF2B5EF4-FFF2-40B4-BE49-F238E27FC236}">
                                  <a16:creationId xmlns:a16="http://schemas.microsoft.com/office/drawing/2014/main" id="{BEF238CF-095F-4D55-8888-54EFB30B2E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496" name="Rectangle 4495">
                              <a:extLst>
                                <a:ext uri="{FF2B5EF4-FFF2-40B4-BE49-F238E27FC236}">
                                  <a16:creationId xmlns:a16="http://schemas.microsoft.com/office/drawing/2014/main" id="{C928F365-2D78-4E52-AB69-F9787C5F7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92" name="Group 4491">
                            <a:extLst>
                              <a:ext uri="{FF2B5EF4-FFF2-40B4-BE49-F238E27FC236}">
                                <a16:creationId xmlns:a16="http://schemas.microsoft.com/office/drawing/2014/main" id="{706C3C00-3C2A-43D0-90D6-A36A039C1B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3" name="Rectangle 4492">
                              <a:extLst>
                                <a:ext uri="{FF2B5EF4-FFF2-40B4-BE49-F238E27FC236}">
                                  <a16:creationId xmlns:a16="http://schemas.microsoft.com/office/drawing/2014/main" id="{239057C3-E4D3-4DEC-B94A-CB8FC04826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494" name="Rectangle 4493">
                              <a:extLst>
                                <a:ext uri="{FF2B5EF4-FFF2-40B4-BE49-F238E27FC236}">
                                  <a16:creationId xmlns:a16="http://schemas.microsoft.com/office/drawing/2014/main" id="{2B2BA72D-6955-4CFF-9153-A907A6DA9D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422" name="Group 4421">
                    <a:extLst>
                      <a:ext uri="{FF2B5EF4-FFF2-40B4-BE49-F238E27FC236}">
                        <a16:creationId xmlns:a16="http://schemas.microsoft.com/office/drawing/2014/main" id="{D6DCFA85-3B8F-4492-B842-1F7E9140A1D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423" name="Group 4422">
                      <a:extLst>
                        <a:ext uri="{FF2B5EF4-FFF2-40B4-BE49-F238E27FC236}">
                          <a16:creationId xmlns:a16="http://schemas.microsoft.com/office/drawing/2014/main" id="{F2712335-913B-4629-9717-93A8D679D4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55" name="Group 4454">
                        <a:extLst>
                          <a:ext uri="{FF2B5EF4-FFF2-40B4-BE49-F238E27FC236}">
                            <a16:creationId xmlns:a16="http://schemas.microsoft.com/office/drawing/2014/main" id="{11F6603C-C7CE-4A25-8C15-EF14FFEDA3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71" name="Group 4470">
                          <a:extLst>
                            <a:ext uri="{FF2B5EF4-FFF2-40B4-BE49-F238E27FC236}">
                              <a16:creationId xmlns:a16="http://schemas.microsoft.com/office/drawing/2014/main" id="{0217AF46-C6C0-4F06-9CB6-2431763B41B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79" name="Group 4478">
                            <a:extLst>
                              <a:ext uri="{FF2B5EF4-FFF2-40B4-BE49-F238E27FC236}">
                                <a16:creationId xmlns:a16="http://schemas.microsoft.com/office/drawing/2014/main" id="{C581FDEE-D473-4FE3-93E5-B0901FA063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83" name="Rectangle 4482">
                              <a:extLst>
                                <a:ext uri="{FF2B5EF4-FFF2-40B4-BE49-F238E27FC236}">
                                  <a16:creationId xmlns:a16="http://schemas.microsoft.com/office/drawing/2014/main" id="{E14CC7E7-0EA5-46B7-A683-EEDAE88ED2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484" name="Rectangle 4483">
                              <a:extLst>
                                <a:ext uri="{FF2B5EF4-FFF2-40B4-BE49-F238E27FC236}">
                                  <a16:creationId xmlns:a16="http://schemas.microsoft.com/office/drawing/2014/main" id="{45B2CE36-B12F-4468-8B09-AAF00D42CE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80" name="Group 4479">
                            <a:extLst>
                              <a:ext uri="{FF2B5EF4-FFF2-40B4-BE49-F238E27FC236}">
                                <a16:creationId xmlns:a16="http://schemas.microsoft.com/office/drawing/2014/main" id="{489B2453-429E-4D2D-BAD2-079B9A00B1C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81" name="Rectangle 4480">
                              <a:extLst>
                                <a:ext uri="{FF2B5EF4-FFF2-40B4-BE49-F238E27FC236}">
                                  <a16:creationId xmlns:a16="http://schemas.microsoft.com/office/drawing/2014/main" id="{05F5BF49-DFE5-48A2-A64B-81A3B8CCB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482" name="Rectangle 4481">
                              <a:extLst>
                                <a:ext uri="{FF2B5EF4-FFF2-40B4-BE49-F238E27FC236}">
                                  <a16:creationId xmlns:a16="http://schemas.microsoft.com/office/drawing/2014/main" id="{D85E7A3B-97E1-4E07-9BEB-5388C2F4EE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72" name="Group 4471">
                          <a:extLst>
                            <a:ext uri="{FF2B5EF4-FFF2-40B4-BE49-F238E27FC236}">
                              <a16:creationId xmlns:a16="http://schemas.microsoft.com/office/drawing/2014/main" id="{770A8B5F-66AC-4CCB-AC89-E797088F7C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73" name="Group 4472">
                            <a:extLst>
                              <a:ext uri="{FF2B5EF4-FFF2-40B4-BE49-F238E27FC236}">
                                <a16:creationId xmlns:a16="http://schemas.microsoft.com/office/drawing/2014/main" id="{7D932B94-9550-4156-8AB2-4134CAA624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77" name="Rectangle 4476">
                              <a:extLst>
                                <a:ext uri="{FF2B5EF4-FFF2-40B4-BE49-F238E27FC236}">
                                  <a16:creationId xmlns:a16="http://schemas.microsoft.com/office/drawing/2014/main" id="{34927844-76B7-4EDA-86F8-ADE2062968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478" name="Rectangle 4477">
                              <a:extLst>
                                <a:ext uri="{FF2B5EF4-FFF2-40B4-BE49-F238E27FC236}">
                                  <a16:creationId xmlns:a16="http://schemas.microsoft.com/office/drawing/2014/main" id="{921E05ED-8930-450D-A4F8-27412577EA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74" name="Group 4473">
                            <a:extLst>
                              <a:ext uri="{FF2B5EF4-FFF2-40B4-BE49-F238E27FC236}">
                                <a16:creationId xmlns:a16="http://schemas.microsoft.com/office/drawing/2014/main" id="{1113D08D-FB88-4F6E-A72A-7CF72D58A7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75" name="Rectangle 4474">
                              <a:extLst>
                                <a:ext uri="{FF2B5EF4-FFF2-40B4-BE49-F238E27FC236}">
                                  <a16:creationId xmlns:a16="http://schemas.microsoft.com/office/drawing/2014/main" id="{8A33C58A-B21D-4079-987F-FC6CCA1997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476" name="Rectangle 4475">
                              <a:extLst>
                                <a:ext uri="{FF2B5EF4-FFF2-40B4-BE49-F238E27FC236}">
                                  <a16:creationId xmlns:a16="http://schemas.microsoft.com/office/drawing/2014/main" id="{73FAC046-E36D-4184-812A-EFABAD676F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56" name="Group 4455">
                        <a:extLst>
                          <a:ext uri="{FF2B5EF4-FFF2-40B4-BE49-F238E27FC236}">
                            <a16:creationId xmlns:a16="http://schemas.microsoft.com/office/drawing/2014/main" id="{D235BC0D-0767-4B47-B962-7BBB6C81A0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57" name="Group 4456">
                          <a:extLst>
                            <a:ext uri="{FF2B5EF4-FFF2-40B4-BE49-F238E27FC236}">
                              <a16:creationId xmlns:a16="http://schemas.microsoft.com/office/drawing/2014/main" id="{07D41C12-CFC8-47C6-B272-8E597D5289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65" name="Group 4464">
                            <a:extLst>
                              <a:ext uri="{FF2B5EF4-FFF2-40B4-BE49-F238E27FC236}">
                                <a16:creationId xmlns:a16="http://schemas.microsoft.com/office/drawing/2014/main" id="{8D119570-7583-4E32-B5EF-FC5AD429AB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9" name="Rectangle 4468">
                              <a:extLst>
                                <a:ext uri="{FF2B5EF4-FFF2-40B4-BE49-F238E27FC236}">
                                  <a16:creationId xmlns:a16="http://schemas.microsoft.com/office/drawing/2014/main" id="{0622F98B-1A89-4BFE-A155-2FEDF0B82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470" name="Rectangle 4469">
                              <a:extLst>
                                <a:ext uri="{FF2B5EF4-FFF2-40B4-BE49-F238E27FC236}">
                                  <a16:creationId xmlns:a16="http://schemas.microsoft.com/office/drawing/2014/main" id="{BD1DE7C5-8376-457B-B7FA-914A0DD7C1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66" name="Group 4465">
                            <a:extLst>
                              <a:ext uri="{FF2B5EF4-FFF2-40B4-BE49-F238E27FC236}">
                                <a16:creationId xmlns:a16="http://schemas.microsoft.com/office/drawing/2014/main" id="{72EC90AC-913E-4BAD-A20D-9B000D295B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7" name="Rectangle 4466">
                              <a:extLst>
                                <a:ext uri="{FF2B5EF4-FFF2-40B4-BE49-F238E27FC236}">
                                  <a16:creationId xmlns:a16="http://schemas.microsoft.com/office/drawing/2014/main" id="{0ECBFE64-E6D6-481C-8414-51FD35C15C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468" name="Rectangle 4467">
                              <a:extLst>
                                <a:ext uri="{FF2B5EF4-FFF2-40B4-BE49-F238E27FC236}">
                                  <a16:creationId xmlns:a16="http://schemas.microsoft.com/office/drawing/2014/main" id="{15F95168-17DB-468D-ACF1-477A64DAAD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58" name="Group 4457">
                          <a:extLst>
                            <a:ext uri="{FF2B5EF4-FFF2-40B4-BE49-F238E27FC236}">
                              <a16:creationId xmlns:a16="http://schemas.microsoft.com/office/drawing/2014/main" id="{E195D894-B4ED-44FA-8B73-E4D90003C6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59" name="Group 4458">
                            <a:extLst>
                              <a:ext uri="{FF2B5EF4-FFF2-40B4-BE49-F238E27FC236}">
                                <a16:creationId xmlns:a16="http://schemas.microsoft.com/office/drawing/2014/main" id="{88DF1855-23AA-4E46-A00F-FB521E0C6B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3" name="Rectangle 4462">
                              <a:extLst>
                                <a:ext uri="{FF2B5EF4-FFF2-40B4-BE49-F238E27FC236}">
                                  <a16:creationId xmlns:a16="http://schemas.microsoft.com/office/drawing/2014/main" id="{29F683AD-736F-43AB-9903-656CD5BB29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464" name="Rectangle 4463">
                              <a:extLst>
                                <a:ext uri="{FF2B5EF4-FFF2-40B4-BE49-F238E27FC236}">
                                  <a16:creationId xmlns:a16="http://schemas.microsoft.com/office/drawing/2014/main" id="{751B91AF-171E-4B26-95E2-E3AA4E24BA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60" name="Group 4459">
                            <a:extLst>
                              <a:ext uri="{FF2B5EF4-FFF2-40B4-BE49-F238E27FC236}">
                                <a16:creationId xmlns:a16="http://schemas.microsoft.com/office/drawing/2014/main" id="{7AC6BFDD-D3E2-4FAD-AAF8-8EADBE2B33A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1" name="Rectangle 4460">
                              <a:extLst>
                                <a:ext uri="{FF2B5EF4-FFF2-40B4-BE49-F238E27FC236}">
                                  <a16:creationId xmlns:a16="http://schemas.microsoft.com/office/drawing/2014/main" id="{E458F168-F53F-4A10-8462-1593919959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462" name="Rectangle 4461">
                              <a:extLst>
                                <a:ext uri="{FF2B5EF4-FFF2-40B4-BE49-F238E27FC236}">
                                  <a16:creationId xmlns:a16="http://schemas.microsoft.com/office/drawing/2014/main" id="{EC718B2D-68E4-4D5D-BB39-15B465E7DB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424" name="Group 4423">
                      <a:extLst>
                        <a:ext uri="{FF2B5EF4-FFF2-40B4-BE49-F238E27FC236}">
                          <a16:creationId xmlns:a16="http://schemas.microsoft.com/office/drawing/2014/main" id="{A6883E3F-E6D7-4555-9C7A-2186D78E34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25" name="Group 4424">
                        <a:extLst>
                          <a:ext uri="{FF2B5EF4-FFF2-40B4-BE49-F238E27FC236}">
                            <a16:creationId xmlns:a16="http://schemas.microsoft.com/office/drawing/2014/main" id="{F395B26D-8A45-4F86-956D-2ED836A07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41" name="Group 4440">
                          <a:extLst>
                            <a:ext uri="{FF2B5EF4-FFF2-40B4-BE49-F238E27FC236}">
                              <a16:creationId xmlns:a16="http://schemas.microsoft.com/office/drawing/2014/main" id="{36139C8B-3584-4D60-82F3-ED0BE5CFC2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49" name="Group 4448">
                            <a:extLst>
                              <a:ext uri="{FF2B5EF4-FFF2-40B4-BE49-F238E27FC236}">
                                <a16:creationId xmlns:a16="http://schemas.microsoft.com/office/drawing/2014/main" id="{2EE90B34-C770-4417-8F93-7EF1E40F1C8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53" name="Rectangle 4452">
                              <a:extLst>
                                <a:ext uri="{FF2B5EF4-FFF2-40B4-BE49-F238E27FC236}">
                                  <a16:creationId xmlns:a16="http://schemas.microsoft.com/office/drawing/2014/main" id="{57B3A38A-6FA7-4E8E-8091-3F74C9D3C5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454" name="Rectangle 4453">
                              <a:extLst>
                                <a:ext uri="{FF2B5EF4-FFF2-40B4-BE49-F238E27FC236}">
                                  <a16:creationId xmlns:a16="http://schemas.microsoft.com/office/drawing/2014/main" id="{F8F4BE0C-2D26-4F07-A0EC-E30629C057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50" name="Group 4449">
                            <a:extLst>
                              <a:ext uri="{FF2B5EF4-FFF2-40B4-BE49-F238E27FC236}">
                                <a16:creationId xmlns:a16="http://schemas.microsoft.com/office/drawing/2014/main" id="{CAC67B7D-F9E0-48E5-B6F3-8B2E46FA69D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51" name="Rectangle 4450">
                              <a:extLst>
                                <a:ext uri="{FF2B5EF4-FFF2-40B4-BE49-F238E27FC236}">
                                  <a16:creationId xmlns:a16="http://schemas.microsoft.com/office/drawing/2014/main" id="{17CA19DE-43B3-4988-B5F6-E334E3F79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452" name="Rectangle 4451">
                              <a:extLst>
                                <a:ext uri="{FF2B5EF4-FFF2-40B4-BE49-F238E27FC236}">
                                  <a16:creationId xmlns:a16="http://schemas.microsoft.com/office/drawing/2014/main" id="{8DC0ADF6-C81B-466D-B404-C2425F6FFE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42" name="Group 4441">
                          <a:extLst>
                            <a:ext uri="{FF2B5EF4-FFF2-40B4-BE49-F238E27FC236}">
                              <a16:creationId xmlns:a16="http://schemas.microsoft.com/office/drawing/2014/main" id="{27E3A6DA-F0BF-4A7E-B28D-B5FCD023D0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43" name="Group 4442">
                            <a:extLst>
                              <a:ext uri="{FF2B5EF4-FFF2-40B4-BE49-F238E27FC236}">
                                <a16:creationId xmlns:a16="http://schemas.microsoft.com/office/drawing/2014/main" id="{10DA8A02-1683-4D9D-ABAD-12BF04FB2D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47" name="Rectangle 4446">
                              <a:extLst>
                                <a:ext uri="{FF2B5EF4-FFF2-40B4-BE49-F238E27FC236}">
                                  <a16:creationId xmlns:a16="http://schemas.microsoft.com/office/drawing/2014/main" id="{56A24475-31D2-4653-8835-848E9C4B9B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448" name="Rectangle 4447">
                              <a:extLst>
                                <a:ext uri="{FF2B5EF4-FFF2-40B4-BE49-F238E27FC236}">
                                  <a16:creationId xmlns:a16="http://schemas.microsoft.com/office/drawing/2014/main" id="{8A2D94C6-F289-4843-BE9E-72A9C138C8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44" name="Group 4443">
                            <a:extLst>
                              <a:ext uri="{FF2B5EF4-FFF2-40B4-BE49-F238E27FC236}">
                                <a16:creationId xmlns:a16="http://schemas.microsoft.com/office/drawing/2014/main" id="{31029C29-F808-403C-A589-100FED17AC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45" name="Rectangle 4444">
                              <a:extLst>
                                <a:ext uri="{FF2B5EF4-FFF2-40B4-BE49-F238E27FC236}">
                                  <a16:creationId xmlns:a16="http://schemas.microsoft.com/office/drawing/2014/main" id="{760185B3-A787-4058-8D8A-D610DC350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446" name="Rectangle 4445">
                              <a:extLst>
                                <a:ext uri="{FF2B5EF4-FFF2-40B4-BE49-F238E27FC236}">
                                  <a16:creationId xmlns:a16="http://schemas.microsoft.com/office/drawing/2014/main" id="{91111C00-8A1D-4D3B-9520-073D6182C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26" name="Group 4425">
                        <a:extLst>
                          <a:ext uri="{FF2B5EF4-FFF2-40B4-BE49-F238E27FC236}">
                            <a16:creationId xmlns:a16="http://schemas.microsoft.com/office/drawing/2014/main" id="{58B89C17-ADC9-4CDE-AC9C-BE01D44E88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27" name="Group 4426">
                          <a:extLst>
                            <a:ext uri="{FF2B5EF4-FFF2-40B4-BE49-F238E27FC236}">
                              <a16:creationId xmlns:a16="http://schemas.microsoft.com/office/drawing/2014/main" id="{059F4F5B-5533-43AE-8026-56F826700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35" name="Group 4434">
                            <a:extLst>
                              <a:ext uri="{FF2B5EF4-FFF2-40B4-BE49-F238E27FC236}">
                                <a16:creationId xmlns:a16="http://schemas.microsoft.com/office/drawing/2014/main" id="{6ABB5D33-D2F3-4F8E-A0AC-8A147CC7CCD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9" name="Rectangle 4438">
                              <a:extLst>
                                <a:ext uri="{FF2B5EF4-FFF2-40B4-BE49-F238E27FC236}">
                                  <a16:creationId xmlns:a16="http://schemas.microsoft.com/office/drawing/2014/main" id="{F391282A-53B4-4DE7-A190-673C89323A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440" name="Rectangle 4439">
                              <a:extLst>
                                <a:ext uri="{FF2B5EF4-FFF2-40B4-BE49-F238E27FC236}">
                                  <a16:creationId xmlns:a16="http://schemas.microsoft.com/office/drawing/2014/main" id="{D1AC3839-95CA-44E3-BDB3-B4656AC53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36" name="Group 4435">
                            <a:extLst>
                              <a:ext uri="{FF2B5EF4-FFF2-40B4-BE49-F238E27FC236}">
                                <a16:creationId xmlns:a16="http://schemas.microsoft.com/office/drawing/2014/main" id="{DA2B6E64-0146-48F7-BF4D-B8D9106DCB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7" name="Rectangle 4436">
                              <a:extLst>
                                <a:ext uri="{FF2B5EF4-FFF2-40B4-BE49-F238E27FC236}">
                                  <a16:creationId xmlns:a16="http://schemas.microsoft.com/office/drawing/2014/main" id="{8C9309E1-6917-417B-A9A4-76E1CFBD5F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438" name="Rectangle 4437">
                              <a:extLst>
                                <a:ext uri="{FF2B5EF4-FFF2-40B4-BE49-F238E27FC236}">
                                  <a16:creationId xmlns:a16="http://schemas.microsoft.com/office/drawing/2014/main" id="{582129CA-D704-46BB-9E49-B647BBFD75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28" name="Group 4427">
                          <a:extLst>
                            <a:ext uri="{FF2B5EF4-FFF2-40B4-BE49-F238E27FC236}">
                              <a16:creationId xmlns:a16="http://schemas.microsoft.com/office/drawing/2014/main" id="{CD424D3F-DB4B-442D-9D97-89D62B91E3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29" name="Group 4428">
                            <a:extLst>
                              <a:ext uri="{FF2B5EF4-FFF2-40B4-BE49-F238E27FC236}">
                                <a16:creationId xmlns:a16="http://schemas.microsoft.com/office/drawing/2014/main" id="{1CF36CB8-A49B-473C-AE51-57BA5A32E6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3" name="Rectangle 4432">
                              <a:extLst>
                                <a:ext uri="{FF2B5EF4-FFF2-40B4-BE49-F238E27FC236}">
                                  <a16:creationId xmlns:a16="http://schemas.microsoft.com/office/drawing/2014/main" id="{3E47DAA2-0519-4D58-803F-22222E8FD8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434" name="Rectangle 4433">
                              <a:extLst>
                                <a:ext uri="{FF2B5EF4-FFF2-40B4-BE49-F238E27FC236}">
                                  <a16:creationId xmlns:a16="http://schemas.microsoft.com/office/drawing/2014/main" id="{D3D0D5EC-DEF9-4575-B9BD-D6E762B81C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30" name="Group 4429">
                            <a:extLst>
                              <a:ext uri="{FF2B5EF4-FFF2-40B4-BE49-F238E27FC236}">
                                <a16:creationId xmlns:a16="http://schemas.microsoft.com/office/drawing/2014/main" id="{3861BFAA-B65E-4395-97D4-276395A960C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1" name="Rectangle 4430">
                              <a:extLst>
                                <a:ext uri="{FF2B5EF4-FFF2-40B4-BE49-F238E27FC236}">
                                  <a16:creationId xmlns:a16="http://schemas.microsoft.com/office/drawing/2014/main" id="{4B878914-E12E-433C-9541-ED1EFB696F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432" name="Rectangle 4431">
                              <a:extLst>
                                <a:ext uri="{FF2B5EF4-FFF2-40B4-BE49-F238E27FC236}">
                                  <a16:creationId xmlns:a16="http://schemas.microsoft.com/office/drawing/2014/main" id="{0F850B91-4262-4C84-99E5-2A7E501C96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294" name="Group 4293">
                  <a:extLst>
                    <a:ext uri="{FF2B5EF4-FFF2-40B4-BE49-F238E27FC236}">
                      <a16:creationId xmlns:a16="http://schemas.microsoft.com/office/drawing/2014/main" id="{27FB65C5-CFD6-451F-833F-543C7CDC6335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295" name="Group 4294">
                    <a:extLst>
                      <a:ext uri="{FF2B5EF4-FFF2-40B4-BE49-F238E27FC236}">
                        <a16:creationId xmlns:a16="http://schemas.microsoft.com/office/drawing/2014/main" id="{CE08626E-7662-42CA-954D-9188E86D3B9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359" name="Group 4358">
                      <a:extLst>
                        <a:ext uri="{FF2B5EF4-FFF2-40B4-BE49-F238E27FC236}">
                          <a16:creationId xmlns:a16="http://schemas.microsoft.com/office/drawing/2014/main" id="{2AE107DE-B7D0-462F-A26A-DACDAE32E7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91" name="Group 4390">
                        <a:extLst>
                          <a:ext uri="{FF2B5EF4-FFF2-40B4-BE49-F238E27FC236}">
                            <a16:creationId xmlns:a16="http://schemas.microsoft.com/office/drawing/2014/main" id="{E4AB8393-D18B-48B1-86B3-A400B46E9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07" name="Group 4406">
                          <a:extLst>
                            <a:ext uri="{FF2B5EF4-FFF2-40B4-BE49-F238E27FC236}">
                              <a16:creationId xmlns:a16="http://schemas.microsoft.com/office/drawing/2014/main" id="{9B4F853F-C0B4-4918-9782-D7396CCDE9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15" name="Group 4414">
                            <a:extLst>
                              <a:ext uri="{FF2B5EF4-FFF2-40B4-BE49-F238E27FC236}">
                                <a16:creationId xmlns:a16="http://schemas.microsoft.com/office/drawing/2014/main" id="{3F4FC18A-9FFC-4A38-A1BA-043A8C0027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9" name="Rectangle 4418">
                              <a:extLst>
                                <a:ext uri="{FF2B5EF4-FFF2-40B4-BE49-F238E27FC236}">
                                  <a16:creationId xmlns:a16="http://schemas.microsoft.com/office/drawing/2014/main" id="{8B2A7FEB-ECB0-4B4C-BF5D-220F101429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420" name="Rectangle 4419">
                              <a:extLst>
                                <a:ext uri="{FF2B5EF4-FFF2-40B4-BE49-F238E27FC236}">
                                  <a16:creationId xmlns:a16="http://schemas.microsoft.com/office/drawing/2014/main" id="{79CA0D2B-108C-4000-848D-DE7864A643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16" name="Group 4415">
                            <a:extLst>
                              <a:ext uri="{FF2B5EF4-FFF2-40B4-BE49-F238E27FC236}">
                                <a16:creationId xmlns:a16="http://schemas.microsoft.com/office/drawing/2014/main" id="{DB0E549A-DBFE-4EC2-AA30-833330DF90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7" name="Rectangle 4416">
                              <a:extLst>
                                <a:ext uri="{FF2B5EF4-FFF2-40B4-BE49-F238E27FC236}">
                                  <a16:creationId xmlns:a16="http://schemas.microsoft.com/office/drawing/2014/main" id="{D82E3A6F-A9C1-4237-8235-2CE9568D47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418" name="Rectangle 4417">
                              <a:extLst>
                                <a:ext uri="{FF2B5EF4-FFF2-40B4-BE49-F238E27FC236}">
                                  <a16:creationId xmlns:a16="http://schemas.microsoft.com/office/drawing/2014/main" id="{F33FAF1E-35FC-4D18-BCED-F97EC231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08" name="Group 4407">
                          <a:extLst>
                            <a:ext uri="{FF2B5EF4-FFF2-40B4-BE49-F238E27FC236}">
                              <a16:creationId xmlns:a16="http://schemas.microsoft.com/office/drawing/2014/main" id="{E338BB41-EC1C-4582-BB38-C1946472FB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09" name="Group 4408">
                            <a:extLst>
                              <a:ext uri="{FF2B5EF4-FFF2-40B4-BE49-F238E27FC236}">
                                <a16:creationId xmlns:a16="http://schemas.microsoft.com/office/drawing/2014/main" id="{6B64EF37-4BBC-416D-9763-DF619AA9F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3" name="Rectangle 4412">
                              <a:extLst>
                                <a:ext uri="{FF2B5EF4-FFF2-40B4-BE49-F238E27FC236}">
                                  <a16:creationId xmlns:a16="http://schemas.microsoft.com/office/drawing/2014/main" id="{4AF7915E-8DC7-48DA-80F0-10F6851D00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414" name="Rectangle 4413">
                              <a:extLst>
                                <a:ext uri="{FF2B5EF4-FFF2-40B4-BE49-F238E27FC236}">
                                  <a16:creationId xmlns:a16="http://schemas.microsoft.com/office/drawing/2014/main" id="{EC593641-1A14-41DC-B097-2656E6F9FE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10" name="Group 4409">
                            <a:extLst>
                              <a:ext uri="{FF2B5EF4-FFF2-40B4-BE49-F238E27FC236}">
                                <a16:creationId xmlns:a16="http://schemas.microsoft.com/office/drawing/2014/main" id="{32D1B028-A6E6-43C0-A660-8210DE6DFB8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1" name="Rectangle 4410">
                              <a:extLst>
                                <a:ext uri="{FF2B5EF4-FFF2-40B4-BE49-F238E27FC236}">
                                  <a16:creationId xmlns:a16="http://schemas.microsoft.com/office/drawing/2014/main" id="{0EC3C121-D8E0-4AC7-A756-D0C2F7AD2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412" name="Rectangle 4411">
                              <a:extLst>
                                <a:ext uri="{FF2B5EF4-FFF2-40B4-BE49-F238E27FC236}">
                                  <a16:creationId xmlns:a16="http://schemas.microsoft.com/office/drawing/2014/main" id="{78FC9592-2185-4E13-832F-9B8320286F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92" name="Group 4391">
                        <a:extLst>
                          <a:ext uri="{FF2B5EF4-FFF2-40B4-BE49-F238E27FC236}">
                            <a16:creationId xmlns:a16="http://schemas.microsoft.com/office/drawing/2014/main" id="{78C67D9D-E509-4085-A1B4-830978E80C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93" name="Group 4392">
                          <a:extLst>
                            <a:ext uri="{FF2B5EF4-FFF2-40B4-BE49-F238E27FC236}">
                              <a16:creationId xmlns:a16="http://schemas.microsoft.com/office/drawing/2014/main" id="{8CE4136E-260E-4C3D-9CD0-FAD358212EE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01" name="Group 4400">
                            <a:extLst>
                              <a:ext uri="{FF2B5EF4-FFF2-40B4-BE49-F238E27FC236}">
                                <a16:creationId xmlns:a16="http://schemas.microsoft.com/office/drawing/2014/main" id="{20DB4EA8-D117-415A-81D2-7BEF77511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05" name="Rectangle 4404">
                              <a:extLst>
                                <a:ext uri="{FF2B5EF4-FFF2-40B4-BE49-F238E27FC236}">
                                  <a16:creationId xmlns:a16="http://schemas.microsoft.com/office/drawing/2014/main" id="{F4E8CC19-8C82-45DB-8929-51A86570AC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406" name="Rectangle 4405">
                              <a:extLst>
                                <a:ext uri="{FF2B5EF4-FFF2-40B4-BE49-F238E27FC236}">
                                  <a16:creationId xmlns:a16="http://schemas.microsoft.com/office/drawing/2014/main" id="{76FEEDB0-0B07-4068-B769-E907803C7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02" name="Group 4401">
                            <a:extLst>
                              <a:ext uri="{FF2B5EF4-FFF2-40B4-BE49-F238E27FC236}">
                                <a16:creationId xmlns:a16="http://schemas.microsoft.com/office/drawing/2014/main" id="{48F8C601-1DCB-4325-BC83-7113477F923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03" name="Rectangle 4402">
                              <a:extLst>
                                <a:ext uri="{FF2B5EF4-FFF2-40B4-BE49-F238E27FC236}">
                                  <a16:creationId xmlns:a16="http://schemas.microsoft.com/office/drawing/2014/main" id="{AAAACD05-136A-40C7-9969-48897F0D14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404" name="Rectangle 4403">
                              <a:extLst>
                                <a:ext uri="{FF2B5EF4-FFF2-40B4-BE49-F238E27FC236}">
                                  <a16:creationId xmlns:a16="http://schemas.microsoft.com/office/drawing/2014/main" id="{BEB4C516-2777-49C7-A488-495CBBAF7F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94" name="Group 4393">
                          <a:extLst>
                            <a:ext uri="{FF2B5EF4-FFF2-40B4-BE49-F238E27FC236}">
                              <a16:creationId xmlns:a16="http://schemas.microsoft.com/office/drawing/2014/main" id="{90F3412D-B3FC-4277-ABE1-2EA6BF1AC1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95" name="Group 4394">
                            <a:extLst>
                              <a:ext uri="{FF2B5EF4-FFF2-40B4-BE49-F238E27FC236}">
                                <a16:creationId xmlns:a16="http://schemas.microsoft.com/office/drawing/2014/main" id="{F6796298-8237-4530-96A4-4E8E544182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99" name="Rectangle 4398">
                              <a:extLst>
                                <a:ext uri="{FF2B5EF4-FFF2-40B4-BE49-F238E27FC236}">
                                  <a16:creationId xmlns:a16="http://schemas.microsoft.com/office/drawing/2014/main" id="{3F186BA5-21F9-46D6-B0C5-F958597A18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400" name="Rectangle 4399">
                              <a:extLst>
                                <a:ext uri="{FF2B5EF4-FFF2-40B4-BE49-F238E27FC236}">
                                  <a16:creationId xmlns:a16="http://schemas.microsoft.com/office/drawing/2014/main" id="{7CF1EF9D-479E-4762-A70B-C65C8A3383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96" name="Group 4395">
                            <a:extLst>
                              <a:ext uri="{FF2B5EF4-FFF2-40B4-BE49-F238E27FC236}">
                                <a16:creationId xmlns:a16="http://schemas.microsoft.com/office/drawing/2014/main" id="{4D13D007-CD9F-47FC-9C1F-6F54977F87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97" name="Rectangle 4396">
                              <a:extLst>
                                <a:ext uri="{FF2B5EF4-FFF2-40B4-BE49-F238E27FC236}">
                                  <a16:creationId xmlns:a16="http://schemas.microsoft.com/office/drawing/2014/main" id="{B4DECFDE-7FCC-4E00-A11D-6F0AB150F3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398" name="Rectangle 4397">
                              <a:extLst>
                                <a:ext uri="{FF2B5EF4-FFF2-40B4-BE49-F238E27FC236}">
                                  <a16:creationId xmlns:a16="http://schemas.microsoft.com/office/drawing/2014/main" id="{4B76B33C-CBCC-424B-B905-5B467F1DC9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360" name="Group 4359">
                      <a:extLst>
                        <a:ext uri="{FF2B5EF4-FFF2-40B4-BE49-F238E27FC236}">
                          <a16:creationId xmlns:a16="http://schemas.microsoft.com/office/drawing/2014/main" id="{21C315AA-4C26-4DEB-9929-5B53A75B86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61" name="Group 4360">
                        <a:extLst>
                          <a:ext uri="{FF2B5EF4-FFF2-40B4-BE49-F238E27FC236}">
                            <a16:creationId xmlns:a16="http://schemas.microsoft.com/office/drawing/2014/main" id="{694E663D-E332-461C-A12E-BD2E6801C7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77" name="Group 4376">
                          <a:extLst>
                            <a:ext uri="{FF2B5EF4-FFF2-40B4-BE49-F238E27FC236}">
                              <a16:creationId xmlns:a16="http://schemas.microsoft.com/office/drawing/2014/main" id="{67AE999D-8C34-4A24-9775-6161DFF844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85" name="Group 4384">
                            <a:extLst>
                              <a:ext uri="{FF2B5EF4-FFF2-40B4-BE49-F238E27FC236}">
                                <a16:creationId xmlns:a16="http://schemas.microsoft.com/office/drawing/2014/main" id="{7CBE595A-15E5-4005-B6A9-9F97699ACA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9" name="Rectangle 4388">
                              <a:extLst>
                                <a:ext uri="{FF2B5EF4-FFF2-40B4-BE49-F238E27FC236}">
                                  <a16:creationId xmlns:a16="http://schemas.microsoft.com/office/drawing/2014/main" id="{60F0BC13-94E3-4304-B068-77255B1A16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390" name="Rectangle 4389">
                              <a:extLst>
                                <a:ext uri="{FF2B5EF4-FFF2-40B4-BE49-F238E27FC236}">
                                  <a16:creationId xmlns:a16="http://schemas.microsoft.com/office/drawing/2014/main" id="{F54A0918-C1C2-499A-9B13-3FDD0AB242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86" name="Group 4385">
                            <a:extLst>
                              <a:ext uri="{FF2B5EF4-FFF2-40B4-BE49-F238E27FC236}">
                                <a16:creationId xmlns:a16="http://schemas.microsoft.com/office/drawing/2014/main" id="{019915DF-E364-4A5B-B7A8-D3C8D3C8A2C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7" name="Rectangle 4386">
                              <a:extLst>
                                <a:ext uri="{FF2B5EF4-FFF2-40B4-BE49-F238E27FC236}">
                                  <a16:creationId xmlns:a16="http://schemas.microsoft.com/office/drawing/2014/main" id="{7E11C8F9-F34E-448D-9378-475977B68A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388" name="Rectangle 4387">
                              <a:extLst>
                                <a:ext uri="{FF2B5EF4-FFF2-40B4-BE49-F238E27FC236}">
                                  <a16:creationId xmlns:a16="http://schemas.microsoft.com/office/drawing/2014/main" id="{94D3647A-4384-47B2-BB85-3E8D19C42D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78" name="Group 4377">
                          <a:extLst>
                            <a:ext uri="{FF2B5EF4-FFF2-40B4-BE49-F238E27FC236}">
                              <a16:creationId xmlns:a16="http://schemas.microsoft.com/office/drawing/2014/main" id="{02D53954-5209-4951-9DB8-A16C3062B1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79" name="Group 4378">
                            <a:extLst>
                              <a:ext uri="{FF2B5EF4-FFF2-40B4-BE49-F238E27FC236}">
                                <a16:creationId xmlns:a16="http://schemas.microsoft.com/office/drawing/2014/main" id="{04662F09-3B14-484B-944E-F9B9F7E395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3" name="Rectangle 4382">
                              <a:extLst>
                                <a:ext uri="{FF2B5EF4-FFF2-40B4-BE49-F238E27FC236}">
                                  <a16:creationId xmlns:a16="http://schemas.microsoft.com/office/drawing/2014/main" id="{0A629839-C1C4-4CF1-99A9-FD8433EE37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384" name="Rectangle 4383">
                              <a:extLst>
                                <a:ext uri="{FF2B5EF4-FFF2-40B4-BE49-F238E27FC236}">
                                  <a16:creationId xmlns:a16="http://schemas.microsoft.com/office/drawing/2014/main" id="{76485E33-3B54-4C47-8F7F-05707AB08E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80" name="Group 4379">
                            <a:extLst>
                              <a:ext uri="{FF2B5EF4-FFF2-40B4-BE49-F238E27FC236}">
                                <a16:creationId xmlns:a16="http://schemas.microsoft.com/office/drawing/2014/main" id="{07AA022D-9110-45FD-ABFE-92A4E76C9B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1" name="Rectangle 4380">
                              <a:extLst>
                                <a:ext uri="{FF2B5EF4-FFF2-40B4-BE49-F238E27FC236}">
                                  <a16:creationId xmlns:a16="http://schemas.microsoft.com/office/drawing/2014/main" id="{BFA8F0D9-5F90-4162-8855-3A523B1E48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382" name="Rectangle 4381">
                              <a:extLst>
                                <a:ext uri="{FF2B5EF4-FFF2-40B4-BE49-F238E27FC236}">
                                  <a16:creationId xmlns:a16="http://schemas.microsoft.com/office/drawing/2014/main" id="{7766181B-FCD5-4CA1-90E1-C3F6C9BB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62" name="Group 4361">
                        <a:extLst>
                          <a:ext uri="{FF2B5EF4-FFF2-40B4-BE49-F238E27FC236}">
                            <a16:creationId xmlns:a16="http://schemas.microsoft.com/office/drawing/2014/main" id="{F5B9322E-FB6B-48AD-850F-21ADF5448F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63" name="Group 4362">
                          <a:extLst>
                            <a:ext uri="{FF2B5EF4-FFF2-40B4-BE49-F238E27FC236}">
                              <a16:creationId xmlns:a16="http://schemas.microsoft.com/office/drawing/2014/main" id="{A2A658D6-3D98-4001-923C-11864B788D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71" name="Group 4370">
                            <a:extLst>
                              <a:ext uri="{FF2B5EF4-FFF2-40B4-BE49-F238E27FC236}">
                                <a16:creationId xmlns:a16="http://schemas.microsoft.com/office/drawing/2014/main" id="{583E5184-DA18-432D-A021-7FD8945D05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75" name="Rectangle 4374">
                              <a:extLst>
                                <a:ext uri="{FF2B5EF4-FFF2-40B4-BE49-F238E27FC236}">
                                  <a16:creationId xmlns:a16="http://schemas.microsoft.com/office/drawing/2014/main" id="{8437C8C0-8424-4D8E-8457-C0843DB806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376" name="Rectangle 4375">
                              <a:extLst>
                                <a:ext uri="{FF2B5EF4-FFF2-40B4-BE49-F238E27FC236}">
                                  <a16:creationId xmlns:a16="http://schemas.microsoft.com/office/drawing/2014/main" id="{44BFB647-3C7C-4355-A679-F8049A7D3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72" name="Group 4371">
                            <a:extLst>
                              <a:ext uri="{FF2B5EF4-FFF2-40B4-BE49-F238E27FC236}">
                                <a16:creationId xmlns:a16="http://schemas.microsoft.com/office/drawing/2014/main" id="{AED174FA-5875-4653-81BC-C16E4BF902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73" name="Rectangle 4372">
                              <a:extLst>
                                <a:ext uri="{FF2B5EF4-FFF2-40B4-BE49-F238E27FC236}">
                                  <a16:creationId xmlns:a16="http://schemas.microsoft.com/office/drawing/2014/main" id="{FB520E3E-E777-450F-8C8A-B3DE169093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374" name="Rectangle 4373">
                              <a:extLst>
                                <a:ext uri="{FF2B5EF4-FFF2-40B4-BE49-F238E27FC236}">
                                  <a16:creationId xmlns:a16="http://schemas.microsoft.com/office/drawing/2014/main" id="{EB478A45-2ABA-49EF-9AAD-EE3B5A715C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64" name="Group 4363">
                          <a:extLst>
                            <a:ext uri="{FF2B5EF4-FFF2-40B4-BE49-F238E27FC236}">
                              <a16:creationId xmlns:a16="http://schemas.microsoft.com/office/drawing/2014/main" id="{2FE81A82-2DE2-4624-8FBF-DAD82C38A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65" name="Group 4364">
                            <a:extLst>
                              <a:ext uri="{FF2B5EF4-FFF2-40B4-BE49-F238E27FC236}">
                                <a16:creationId xmlns:a16="http://schemas.microsoft.com/office/drawing/2014/main" id="{72AFA720-C61F-40B6-9806-23552D6CB6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69" name="Rectangle 4368">
                              <a:extLst>
                                <a:ext uri="{FF2B5EF4-FFF2-40B4-BE49-F238E27FC236}">
                                  <a16:creationId xmlns:a16="http://schemas.microsoft.com/office/drawing/2014/main" id="{8A626EC4-FB9A-43C6-AE9A-81C45BDF8F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370" name="Rectangle 4369">
                              <a:extLst>
                                <a:ext uri="{FF2B5EF4-FFF2-40B4-BE49-F238E27FC236}">
                                  <a16:creationId xmlns:a16="http://schemas.microsoft.com/office/drawing/2014/main" id="{4DDFE70C-FB4E-4725-8192-A0AE5D977E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66" name="Group 4365">
                            <a:extLst>
                              <a:ext uri="{FF2B5EF4-FFF2-40B4-BE49-F238E27FC236}">
                                <a16:creationId xmlns:a16="http://schemas.microsoft.com/office/drawing/2014/main" id="{3BCD814E-F695-471A-85B3-671CB0C1630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67" name="Rectangle 4366">
                              <a:extLst>
                                <a:ext uri="{FF2B5EF4-FFF2-40B4-BE49-F238E27FC236}">
                                  <a16:creationId xmlns:a16="http://schemas.microsoft.com/office/drawing/2014/main" id="{74966712-FD6D-4D98-BBCF-8D03D6FB7A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368" name="Rectangle 4367">
                              <a:extLst>
                                <a:ext uri="{FF2B5EF4-FFF2-40B4-BE49-F238E27FC236}">
                                  <a16:creationId xmlns:a16="http://schemas.microsoft.com/office/drawing/2014/main" id="{C148C87E-10EC-44A3-A715-904214446E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296" name="Group 4295">
                    <a:extLst>
                      <a:ext uri="{FF2B5EF4-FFF2-40B4-BE49-F238E27FC236}">
                        <a16:creationId xmlns:a16="http://schemas.microsoft.com/office/drawing/2014/main" id="{CFF24912-BB2E-493C-9336-D171B9AFE5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297" name="Group 4296">
                      <a:extLst>
                        <a:ext uri="{FF2B5EF4-FFF2-40B4-BE49-F238E27FC236}">
                          <a16:creationId xmlns:a16="http://schemas.microsoft.com/office/drawing/2014/main" id="{218C3F0B-A2D7-40E2-B0C8-152BD82C4A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29" name="Group 4328">
                        <a:extLst>
                          <a:ext uri="{FF2B5EF4-FFF2-40B4-BE49-F238E27FC236}">
                            <a16:creationId xmlns:a16="http://schemas.microsoft.com/office/drawing/2014/main" id="{05D79268-DE99-4E67-B030-B63AA5AF676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45" name="Group 4344">
                          <a:extLst>
                            <a:ext uri="{FF2B5EF4-FFF2-40B4-BE49-F238E27FC236}">
                              <a16:creationId xmlns:a16="http://schemas.microsoft.com/office/drawing/2014/main" id="{6408D03D-FC4B-4600-A73B-0E4103F17A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53" name="Group 4352">
                            <a:extLst>
                              <a:ext uri="{FF2B5EF4-FFF2-40B4-BE49-F238E27FC236}">
                                <a16:creationId xmlns:a16="http://schemas.microsoft.com/office/drawing/2014/main" id="{AAB01861-9D19-4CE0-B79F-35181A1371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7" name="Rectangle 4356">
                              <a:extLst>
                                <a:ext uri="{FF2B5EF4-FFF2-40B4-BE49-F238E27FC236}">
                                  <a16:creationId xmlns:a16="http://schemas.microsoft.com/office/drawing/2014/main" id="{94B534D9-7305-4604-A778-B3F9B7EC31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358" name="Rectangle 4357">
                              <a:extLst>
                                <a:ext uri="{FF2B5EF4-FFF2-40B4-BE49-F238E27FC236}">
                                  <a16:creationId xmlns:a16="http://schemas.microsoft.com/office/drawing/2014/main" id="{EDBE2E06-C20C-41D2-85F5-6BF851938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54" name="Group 4353">
                            <a:extLst>
                              <a:ext uri="{FF2B5EF4-FFF2-40B4-BE49-F238E27FC236}">
                                <a16:creationId xmlns:a16="http://schemas.microsoft.com/office/drawing/2014/main" id="{9396121B-5F4B-4DF2-AD20-730BBDECC6E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5" name="Rectangle 4354">
                              <a:extLst>
                                <a:ext uri="{FF2B5EF4-FFF2-40B4-BE49-F238E27FC236}">
                                  <a16:creationId xmlns:a16="http://schemas.microsoft.com/office/drawing/2014/main" id="{C4422A69-DC86-493D-ADF7-20685C8BD6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356" name="Rectangle 4355">
                              <a:extLst>
                                <a:ext uri="{FF2B5EF4-FFF2-40B4-BE49-F238E27FC236}">
                                  <a16:creationId xmlns:a16="http://schemas.microsoft.com/office/drawing/2014/main" id="{4568BFB8-6890-465F-BC27-0109E9D97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46" name="Group 4345">
                          <a:extLst>
                            <a:ext uri="{FF2B5EF4-FFF2-40B4-BE49-F238E27FC236}">
                              <a16:creationId xmlns:a16="http://schemas.microsoft.com/office/drawing/2014/main" id="{36D1584A-69FB-43FB-8E47-8F4EB24E01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47" name="Group 4346">
                            <a:extLst>
                              <a:ext uri="{FF2B5EF4-FFF2-40B4-BE49-F238E27FC236}">
                                <a16:creationId xmlns:a16="http://schemas.microsoft.com/office/drawing/2014/main" id="{1C0BC46E-BC6F-4A9C-AA34-EE966268F44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1" name="Rectangle 4350">
                              <a:extLst>
                                <a:ext uri="{FF2B5EF4-FFF2-40B4-BE49-F238E27FC236}">
                                  <a16:creationId xmlns:a16="http://schemas.microsoft.com/office/drawing/2014/main" id="{719CC3C1-8CFD-4B75-AB4C-142F4D8CA3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352" name="Rectangle 4351">
                              <a:extLst>
                                <a:ext uri="{FF2B5EF4-FFF2-40B4-BE49-F238E27FC236}">
                                  <a16:creationId xmlns:a16="http://schemas.microsoft.com/office/drawing/2014/main" id="{BEBAE5CA-6A58-4C79-8123-74588A0424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48" name="Group 4347">
                            <a:extLst>
                              <a:ext uri="{FF2B5EF4-FFF2-40B4-BE49-F238E27FC236}">
                                <a16:creationId xmlns:a16="http://schemas.microsoft.com/office/drawing/2014/main" id="{A88F850F-9166-4773-958F-33443FA168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9" name="Rectangle 4348">
                              <a:extLst>
                                <a:ext uri="{FF2B5EF4-FFF2-40B4-BE49-F238E27FC236}">
                                  <a16:creationId xmlns:a16="http://schemas.microsoft.com/office/drawing/2014/main" id="{C85BCBE9-594F-4368-84B5-D6AA482A52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350" name="Rectangle 4349">
                              <a:extLst>
                                <a:ext uri="{FF2B5EF4-FFF2-40B4-BE49-F238E27FC236}">
                                  <a16:creationId xmlns:a16="http://schemas.microsoft.com/office/drawing/2014/main" id="{097F6EDB-4A9F-4002-8E2C-93BD22AFC5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30" name="Group 4329">
                        <a:extLst>
                          <a:ext uri="{FF2B5EF4-FFF2-40B4-BE49-F238E27FC236}">
                            <a16:creationId xmlns:a16="http://schemas.microsoft.com/office/drawing/2014/main" id="{220BD56F-3FF4-4A60-B192-6644F43816C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31" name="Group 4330">
                          <a:extLst>
                            <a:ext uri="{FF2B5EF4-FFF2-40B4-BE49-F238E27FC236}">
                              <a16:creationId xmlns:a16="http://schemas.microsoft.com/office/drawing/2014/main" id="{6C3EE5EB-E244-4D61-8F42-FCEA6ACE40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39" name="Group 4338">
                            <a:extLst>
                              <a:ext uri="{FF2B5EF4-FFF2-40B4-BE49-F238E27FC236}">
                                <a16:creationId xmlns:a16="http://schemas.microsoft.com/office/drawing/2014/main" id="{A4AA6B44-1C98-45C9-BEA5-5816A50174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3" name="Rectangle 4342">
                              <a:extLst>
                                <a:ext uri="{FF2B5EF4-FFF2-40B4-BE49-F238E27FC236}">
                                  <a16:creationId xmlns:a16="http://schemas.microsoft.com/office/drawing/2014/main" id="{1BD5F24D-862E-45ED-B774-3898585809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344" name="Rectangle 4343">
                              <a:extLst>
                                <a:ext uri="{FF2B5EF4-FFF2-40B4-BE49-F238E27FC236}">
                                  <a16:creationId xmlns:a16="http://schemas.microsoft.com/office/drawing/2014/main" id="{1F7D7A5E-D21A-48F0-B4E2-E111F6E17B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40" name="Group 4339">
                            <a:extLst>
                              <a:ext uri="{FF2B5EF4-FFF2-40B4-BE49-F238E27FC236}">
                                <a16:creationId xmlns:a16="http://schemas.microsoft.com/office/drawing/2014/main" id="{47C8DF7E-2994-4A16-96EE-8AF835164DC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1" name="Rectangle 4340">
                              <a:extLst>
                                <a:ext uri="{FF2B5EF4-FFF2-40B4-BE49-F238E27FC236}">
                                  <a16:creationId xmlns:a16="http://schemas.microsoft.com/office/drawing/2014/main" id="{63E1857B-9305-4D0C-BE6F-A24A8C44FB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342" name="Rectangle 4341">
                              <a:extLst>
                                <a:ext uri="{FF2B5EF4-FFF2-40B4-BE49-F238E27FC236}">
                                  <a16:creationId xmlns:a16="http://schemas.microsoft.com/office/drawing/2014/main" id="{129D8EC3-DF0E-4C53-A47A-F2500A1CC5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32" name="Group 4331">
                          <a:extLst>
                            <a:ext uri="{FF2B5EF4-FFF2-40B4-BE49-F238E27FC236}">
                              <a16:creationId xmlns:a16="http://schemas.microsoft.com/office/drawing/2014/main" id="{D9340C63-4475-4F57-BCDD-0ADF20BB27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33" name="Group 4332">
                            <a:extLst>
                              <a:ext uri="{FF2B5EF4-FFF2-40B4-BE49-F238E27FC236}">
                                <a16:creationId xmlns:a16="http://schemas.microsoft.com/office/drawing/2014/main" id="{258ADE8C-3C44-4757-9A0D-12AE4B4664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37" name="Rectangle 4336">
                              <a:extLst>
                                <a:ext uri="{FF2B5EF4-FFF2-40B4-BE49-F238E27FC236}">
                                  <a16:creationId xmlns:a16="http://schemas.microsoft.com/office/drawing/2014/main" id="{00EBF227-D5B6-45E6-B019-CE3158BCF9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338" name="Rectangle 4337">
                              <a:extLst>
                                <a:ext uri="{FF2B5EF4-FFF2-40B4-BE49-F238E27FC236}">
                                  <a16:creationId xmlns:a16="http://schemas.microsoft.com/office/drawing/2014/main" id="{05FE11F9-3CC3-4DE4-BA42-5AEF1A0582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34" name="Group 4333">
                            <a:extLst>
                              <a:ext uri="{FF2B5EF4-FFF2-40B4-BE49-F238E27FC236}">
                                <a16:creationId xmlns:a16="http://schemas.microsoft.com/office/drawing/2014/main" id="{E7634BE7-4E63-4E1C-804D-67866D1AEA5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35" name="Rectangle 4334">
                              <a:extLst>
                                <a:ext uri="{FF2B5EF4-FFF2-40B4-BE49-F238E27FC236}">
                                  <a16:creationId xmlns:a16="http://schemas.microsoft.com/office/drawing/2014/main" id="{89FE5A4E-CE3A-42C4-B92C-958448D5F1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336" name="Rectangle 4335">
                              <a:extLst>
                                <a:ext uri="{FF2B5EF4-FFF2-40B4-BE49-F238E27FC236}">
                                  <a16:creationId xmlns:a16="http://schemas.microsoft.com/office/drawing/2014/main" id="{586FB1CC-D4A9-40A0-8D44-32A8E2E8F2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298" name="Group 4297">
                      <a:extLst>
                        <a:ext uri="{FF2B5EF4-FFF2-40B4-BE49-F238E27FC236}">
                          <a16:creationId xmlns:a16="http://schemas.microsoft.com/office/drawing/2014/main" id="{8D22ABAD-4C81-4938-9B4E-8B188B5A46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99" name="Group 4298">
                        <a:extLst>
                          <a:ext uri="{FF2B5EF4-FFF2-40B4-BE49-F238E27FC236}">
                            <a16:creationId xmlns:a16="http://schemas.microsoft.com/office/drawing/2014/main" id="{152701AA-E923-4FDA-B2E2-D209A34BAAE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15" name="Group 4314">
                          <a:extLst>
                            <a:ext uri="{FF2B5EF4-FFF2-40B4-BE49-F238E27FC236}">
                              <a16:creationId xmlns:a16="http://schemas.microsoft.com/office/drawing/2014/main" id="{77005D89-D7F1-49CC-9A0D-B113A32F742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23" name="Group 4322">
                            <a:extLst>
                              <a:ext uri="{FF2B5EF4-FFF2-40B4-BE49-F238E27FC236}">
                                <a16:creationId xmlns:a16="http://schemas.microsoft.com/office/drawing/2014/main" id="{80D146DF-5ABA-47CB-872C-70BA79F5C4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7" name="Rectangle 4326">
                              <a:extLst>
                                <a:ext uri="{FF2B5EF4-FFF2-40B4-BE49-F238E27FC236}">
                                  <a16:creationId xmlns:a16="http://schemas.microsoft.com/office/drawing/2014/main" id="{74431D3F-2CD3-4BD6-827C-448A966939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328" name="Rectangle 4327">
                              <a:extLst>
                                <a:ext uri="{FF2B5EF4-FFF2-40B4-BE49-F238E27FC236}">
                                  <a16:creationId xmlns:a16="http://schemas.microsoft.com/office/drawing/2014/main" id="{9542C25F-8ACC-4DFE-99F6-E1BF4F50C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24" name="Group 4323">
                            <a:extLst>
                              <a:ext uri="{FF2B5EF4-FFF2-40B4-BE49-F238E27FC236}">
                                <a16:creationId xmlns:a16="http://schemas.microsoft.com/office/drawing/2014/main" id="{F8A6C123-4087-4B49-B30C-2A44B59FC15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5" name="Rectangle 4324">
                              <a:extLst>
                                <a:ext uri="{FF2B5EF4-FFF2-40B4-BE49-F238E27FC236}">
                                  <a16:creationId xmlns:a16="http://schemas.microsoft.com/office/drawing/2014/main" id="{309FA2E5-0424-4A2B-923E-36624F59C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326" name="Rectangle 4325">
                              <a:extLst>
                                <a:ext uri="{FF2B5EF4-FFF2-40B4-BE49-F238E27FC236}">
                                  <a16:creationId xmlns:a16="http://schemas.microsoft.com/office/drawing/2014/main" id="{8B0D1CE5-2C19-4D34-9FA7-7512ECA02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16" name="Group 4315">
                          <a:extLst>
                            <a:ext uri="{FF2B5EF4-FFF2-40B4-BE49-F238E27FC236}">
                              <a16:creationId xmlns:a16="http://schemas.microsoft.com/office/drawing/2014/main" id="{6CD4F790-954D-4A9A-8232-FB0D6EEA82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17" name="Group 4316">
                            <a:extLst>
                              <a:ext uri="{FF2B5EF4-FFF2-40B4-BE49-F238E27FC236}">
                                <a16:creationId xmlns:a16="http://schemas.microsoft.com/office/drawing/2014/main" id="{7ED96A39-A1DD-460F-A0A1-3B31CD56A2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1" name="Rectangle 4320">
                              <a:extLst>
                                <a:ext uri="{FF2B5EF4-FFF2-40B4-BE49-F238E27FC236}">
                                  <a16:creationId xmlns:a16="http://schemas.microsoft.com/office/drawing/2014/main" id="{49CDDB85-77F1-4929-9EE4-A981F2D82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322" name="Rectangle 4321">
                              <a:extLst>
                                <a:ext uri="{FF2B5EF4-FFF2-40B4-BE49-F238E27FC236}">
                                  <a16:creationId xmlns:a16="http://schemas.microsoft.com/office/drawing/2014/main" id="{43B2D715-021F-4540-8359-B7F3272830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18" name="Group 4317">
                            <a:extLst>
                              <a:ext uri="{FF2B5EF4-FFF2-40B4-BE49-F238E27FC236}">
                                <a16:creationId xmlns:a16="http://schemas.microsoft.com/office/drawing/2014/main" id="{8472787D-1BA4-4281-A439-DDCE9F9491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9" name="Rectangle 4318">
                              <a:extLst>
                                <a:ext uri="{FF2B5EF4-FFF2-40B4-BE49-F238E27FC236}">
                                  <a16:creationId xmlns:a16="http://schemas.microsoft.com/office/drawing/2014/main" id="{37949CB6-106C-4CFF-99C3-E17DE5F3BB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320" name="Rectangle 4319">
                              <a:extLst>
                                <a:ext uri="{FF2B5EF4-FFF2-40B4-BE49-F238E27FC236}">
                                  <a16:creationId xmlns:a16="http://schemas.microsoft.com/office/drawing/2014/main" id="{2D24EEA1-85F9-408A-8E2E-035FA3B358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00" name="Group 4299">
                        <a:extLst>
                          <a:ext uri="{FF2B5EF4-FFF2-40B4-BE49-F238E27FC236}">
                            <a16:creationId xmlns:a16="http://schemas.microsoft.com/office/drawing/2014/main" id="{355707D7-5AD7-4192-891D-3723A5CF168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01" name="Group 4300">
                          <a:extLst>
                            <a:ext uri="{FF2B5EF4-FFF2-40B4-BE49-F238E27FC236}">
                              <a16:creationId xmlns:a16="http://schemas.microsoft.com/office/drawing/2014/main" id="{24624B49-B376-47C3-BE67-1EC4F6CB27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09" name="Group 4308">
                            <a:extLst>
                              <a:ext uri="{FF2B5EF4-FFF2-40B4-BE49-F238E27FC236}">
                                <a16:creationId xmlns:a16="http://schemas.microsoft.com/office/drawing/2014/main" id="{B58B2040-9279-440F-BC5E-F27B3E9691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3" name="Rectangle 4312">
                              <a:extLst>
                                <a:ext uri="{FF2B5EF4-FFF2-40B4-BE49-F238E27FC236}">
                                  <a16:creationId xmlns:a16="http://schemas.microsoft.com/office/drawing/2014/main" id="{E2A17DD8-DF2E-45E3-B0AF-9FB6CA3131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314" name="Rectangle 4313">
                              <a:extLst>
                                <a:ext uri="{FF2B5EF4-FFF2-40B4-BE49-F238E27FC236}">
                                  <a16:creationId xmlns:a16="http://schemas.microsoft.com/office/drawing/2014/main" id="{C11E36A1-2081-453B-B79D-4A7722A578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10" name="Group 4309">
                            <a:extLst>
                              <a:ext uri="{FF2B5EF4-FFF2-40B4-BE49-F238E27FC236}">
                                <a16:creationId xmlns:a16="http://schemas.microsoft.com/office/drawing/2014/main" id="{570DCDEF-C21E-4DBA-AD27-D182FB667C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1" name="Rectangle 4310">
                              <a:extLst>
                                <a:ext uri="{FF2B5EF4-FFF2-40B4-BE49-F238E27FC236}">
                                  <a16:creationId xmlns:a16="http://schemas.microsoft.com/office/drawing/2014/main" id="{069C92CA-625E-4AE3-9154-4AF75101F3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312" name="Rectangle 4311">
                              <a:extLst>
                                <a:ext uri="{FF2B5EF4-FFF2-40B4-BE49-F238E27FC236}">
                                  <a16:creationId xmlns:a16="http://schemas.microsoft.com/office/drawing/2014/main" id="{1F96F0E4-7BED-4C4C-93AA-B8863443E5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02" name="Group 4301">
                          <a:extLst>
                            <a:ext uri="{FF2B5EF4-FFF2-40B4-BE49-F238E27FC236}">
                              <a16:creationId xmlns:a16="http://schemas.microsoft.com/office/drawing/2014/main" id="{AC595FAB-CCF7-4ACC-9EAE-CCF99C37EAD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03" name="Group 4302">
                            <a:extLst>
                              <a:ext uri="{FF2B5EF4-FFF2-40B4-BE49-F238E27FC236}">
                                <a16:creationId xmlns:a16="http://schemas.microsoft.com/office/drawing/2014/main" id="{6A1437AF-C604-4A8D-BB7A-DB74219E91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07" name="Rectangle 4306">
                              <a:extLst>
                                <a:ext uri="{FF2B5EF4-FFF2-40B4-BE49-F238E27FC236}">
                                  <a16:creationId xmlns:a16="http://schemas.microsoft.com/office/drawing/2014/main" id="{8A99B21B-4083-4CE4-86CE-1B7825E4C7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308" name="Rectangle 4307">
                              <a:extLst>
                                <a:ext uri="{FF2B5EF4-FFF2-40B4-BE49-F238E27FC236}">
                                  <a16:creationId xmlns:a16="http://schemas.microsoft.com/office/drawing/2014/main" id="{63EACBCC-BF5E-4FB0-8FC7-27C325E4B2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04" name="Group 4303">
                            <a:extLst>
                              <a:ext uri="{FF2B5EF4-FFF2-40B4-BE49-F238E27FC236}">
                                <a16:creationId xmlns:a16="http://schemas.microsoft.com/office/drawing/2014/main" id="{7B9CB5D7-F123-4D38-8624-F865695E5B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05" name="Rectangle 4304">
                              <a:extLst>
                                <a:ext uri="{FF2B5EF4-FFF2-40B4-BE49-F238E27FC236}">
                                  <a16:creationId xmlns:a16="http://schemas.microsoft.com/office/drawing/2014/main" id="{34DB1399-7EE3-41CD-B9B1-BD51CB764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306" name="Rectangle 4305">
                              <a:extLst>
                                <a:ext uri="{FF2B5EF4-FFF2-40B4-BE49-F238E27FC236}">
                                  <a16:creationId xmlns:a16="http://schemas.microsoft.com/office/drawing/2014/main" id="{8F504AFF-0222-4C70-8FDD-945670EA7A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  <p:grpSp>
          <p:nvGrpSpPr>
            <p:cNvPr id="3780" name="Group 3779">
              <a:extLst>
                <a:ext uri="{FF2B5EF4-FFF2-40B4-BE49-F238E27FC236}">
                  <a16:creationId xmlns:a16="http://schemas.microsoft.com/office/drawing/2014/main" id="{5CA6BC74-533F-4EDF-9901-D2AEA6544CE5}"/>
                </a:ext>
              </a:extLst>
            </p:cNvPr>
            <p:cNvGrpSpPr/>
            <p:nvPr/>
          </p:nvGrpSpPr>
          <p:grpSpPr>
            <a:xfrm>
              <a:off x="56543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3781" name="Group 3780">
                <a:extLst>
                  <a:ext uri="{FF2B5EF4-FFF2-40B4-BE49-F238E27FC236}">
                    <a16:creationId xmlns:a16="http://schemas.microsoft.com/office/drawing/2014/main" id="{CC5B242F-31AA-4132-9EE8-74A71571AA55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037" name="Group 4036">
                  <a:extLst>
                    <a:ext uri="{FF2B5EF4-FFF2-40B4-BE49-F238E27FC236}">
                      <a16:creationId xmlns:a16="http://schemas.microsoft.com/office/drawing/2014/main" id="{4FEBA1BE-2902-457C-A959-52831B6DA49C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165" name="Group 4164">
                    <a:extLst>
                      <a:ext uri="{FF2B5EF4-FFF2-40B4-BE49-F238E27FC236}">
                        <a16:creationId xmlns:a16="http://schemas.microsoft.com/office/drawing/2014/main" id="{F491EA26-CF92-47E2-98B2-6A0420263F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229" name="Group 4228">
                      <a:extLst>
                        <a:ext uri="{FF2B5EF4-FFF2-40B4-BE49-F238E27FC236}">
                          <a16:creationId xmlns:a16="http://schemas.microsoft.com/office/drawing/2014/main" id="{87D894CE-3B76-4833-A9F8-09064787F2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61" name="Group 4260">
                        <a:extLst>
                          <a:ext uri="{FF2B5EF4-FFF2-40B4-BE49-F238E27FC236}">
                            <a16:creationId xmlns:a16="http://schemas.microsoft.com/office/drawing/2014/main" id="{A0326F6F-FDA4-4F78-9D39-C96DB946E5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77" name="Group 4276">
                          <a:extLst>
                            <a:ext uri="{FF2B5EF4-FFF2-40B4-BE49-F238E27FC236}">
                              <a16:creationId xmlns:a16="http://schemas.microsoft.com/office/drawing/2014/main" id="{F6014560-EA12-4A77-94C9-0297320D24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85" name="Group 4284">
                            <a:extLst>
                              <a:ext uri="{FF2B5EF4-FFF2-40B4-BE49-F238E27FC236}">
                                <a16:creationId xmlns:a16="http://schemas.microsoft.com/office/drawing/2014/main" id="{8778D06D-F1AD-44AE-BD29-20AF0F40D5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9" name="Rectangle 4288">
                              <a:extLst>
                                <a:ext uri="{FF2B5EF4-FFF2-40B4-BE49-F238E27FC236}">
                                  <a16:creationId xmlns:a16="http://schemas.microsoft.com/office/drawing/2014/main" id="{4C0C2173-176F-4EA9-9B02-D73D43ED45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290" name="Rectangle 4289">
                              <a:extLst>
                                <a:ext uri="{FF2B5EF4-FFF2-40B4-BE49-F238E27FC236}">
                                  <a16:creationId xmlns:a16="http://schemas.microsoft.com/office/drawing/2014/main" id="{90E96D61-71EC-4417-A06C-4D810FD04A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86" name="Group 4285">
                            <a:extLst>
                              <a:ext uri="{FF2B5EF4-FFF2-40B4-BE49-F238E27FC236}">
                                <a16:creationId xmlns:a16="http://schemas.microsoft.com/office/drawing/2014/main" id="{20D98498-3A4D-4FDC-97B6-D1278A0B51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7" name="Rectangle 4286">
                              <a:extLst>
                                <a:ext uri="{FF2B5EF4-FFF2-40B4-BE49-F238E27FC236}">
                                  <a16:creationId xmlns:a16="http://schemas.microsoft.com/office/drawing/2014/main" id="{0E410242-415B-4FDF-BD5F-606ED8B9C0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288" name="Rectangle 4287">
                              <a:extLst>
                                <a:ext uri="{FF2B5EF4-FFF2-40B4-BE49-F238E27FC236}">
                                  <a16:creationId xmlns:a16="http://schemas.microsoft.com/office/drawing/2014/main" id="{89455AC7-65FE-4CCF-85C2-92951BD63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78" name="Group 4277">
                          <a:extLst>
                            <a:ext uri="{FF2B5EF4-FFF2-40B4-BE49-F238E27FC236}">
                              <a16:creationId xmlns:a16="http://schemas.microsoft.com/office/drawing/2014/main" id="{5C46C064-1CA3-4784-BB36-70E17169D1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79" name="Group 4278">
                            <a:extLst>
                              <a:ext uri="{FF2B5EF4-FFF2-40B4-BE49-F238E27FC236}">
                                <a16:creationId xmlns:a16="http://schemas.microsoft.com/office/drawing/2014/main" id="{8A3D1FAC-168B-4524-BA29-7C14865592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3" name="Rectangle 4282">
                              <a:extLst>
                                <a:ext uri="{FF2B5EF4-FFF2-40B4-BE49-F238E27FC236}">
                                  <a16:creationId xmlns:a16="http://schemas.microsoft.com/office/drawing/2014/main" id="{A69C2567-F286-48D2-AF20-0B2D74E24F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284" name="Rectangle 4283">
                              <a:extLst>
                                <a:ext uri="{FF2B5EF4-FFF2-40B4-BE49-F238E27FC236}">
                                  <a16:creationId xmlns:a16="http://schemas.microsoft.com/office/drawing/2014/main" id="{37694EB0-5E5D-480D-B2FB-7FD55EA481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80" name="Group 4279">
                            <a:extLst>
                              <a:ext uri="{FF2B5EF4-FFF2-40B4-BE49-F238E27FC236}">
                                <a16:creationId xmlns:a16="http://schemas.microsoft.com/office/drawing/2014/main" id="{535228AD-480A-432B-9BA0-C29020F0CE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1" name="Rectangle 4280">
                              <a:extLst>
                                <a:ext uri="{FF2B5EF4-FFF2-40B4-BE49-F238E27FC236}">
                                  <a16:creationId xmlns:a16="http://schemas.microsoft.com/office/drawing/2014/main" id="{F9BE37F7-1106-46DB-B825-836D299AD5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282" name="Rectangle 4281">
                              <a:extLst>
                                <a:ext uri="{FF2B5EF4-FFF2-40B4-BE49-F238E27FC236}">
                                  <a16:creationId xmlns:a16="http://schemas.microsoft.com/office/drawing/2014/main" id="{0AD01F9A-5AE5-4088-91E3-49562175F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62" name="Group 4261">
                        <a:extLst>
                          <a:ext uri="{FF2B5EF4-FFF2-40B4-BE49-F238E27FC236}">
                            <a16:creationId xmlns:a16="http://schemas.microsoft.com/office/drawing/2014/main" id="{610F97B1-1D6E-4B88-931C-03E67E5C1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63" name="Group 4262">
                          <a:extLst>
                            <a:ext uri="{FF2B5EF4-FFF2-40B4-BE49-F238E27FC236}">
                              <a16:creationId xmlns:a16="http://schemas.microsoft.com/office/drawing/2014/main" id="{8148D9D2-13BF-45F7-A377-A999F0E72B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71" name="Group 4270">
                            <a:extLst>
                              <a:ext uri="{FF2B5EF4-FFF2-40B4-BE49-F238E27FC236}">
                                <a16:creationId xmlns:a16="http://schemas.microsoft.com/office/drawing/2014/main" id="{5231DC78-A5A1-4706-A5DF-F663C5E7C9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75" name="Rectangle 4274">
                              <a:extLst>
                                <a:ext uri="{FF2B5EF4-FFF2-40B4-BE49-F238E27FC236}">
                                  <a16:creationId xmlns:a16="http://schemas.microsoft.com/office/drawing/2014/main" id="{EE5125FF-8F84-4C3C-A083-EDB949B5D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276" name="Rectangle 4275">
                              <a:extLst>
                                <a:ext uri="{FF2B5EF4-FFF2-40B4-BE49-F238E27FC236}">
                                  <a16:creationId xmlns:a16="http://schemas.microsoft.com/office/drawing/2014/main" id="{894DD63B-033A-4336-B5D6-BF8254187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72" name="Group 4271">
                            <a:extLst>
                              <a:ext uri="{FF2B5EF4-FFF2-40B4-BE49-F238E27FC236}">
                                <a16:creationId xmlns:a16="http://schemas.microsoft.com/office/drawing/2014/main" id="{87C6A8B4-3AF3-4F97-B99E-780F8EE6BB7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73" name="Rectangle 4272">
                              <a:extLst>
                                <a:ext uri="{FF2B5EF4-FFF2-40B4-BE49-F238E27FC236}">
                                  <a16:creationId xmlns:a16="http://schemas.microsoft.com/office/drawing/2014/main" id="{AC149C39-E19A-434B-AE47-C49DDFAB97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274" name="Rectangle 4273">
                              <a:extLst>
                                <a:ext uri="{FF2B5EF4-FFF2-40B4-BE49-F238E27FC236}">
                                  <a16:creationId xmlns:a16="http://schemas.microsoft.com/office/drawing/2014/main" id="{87111AB7-71B5-4CA8-BE95-12279E3E9E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64" name="Group 4263">
                          <a:extLst>
                            <a:ext uri="{FF2B5EF4-FFF2-40B4-BE49-F238E27FC236}">
                              <a16:creationId xmlns:a16="http://schemas.microsoft.com/office/drawing/2014/main" id="{6202ECF0-3CD8-4376-B6A7-59F4286B8B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65" name="Group 4264">
                            <a:extLst>
                              <a:ext uri="{FF2B5EF4-FFF2-40B4-BE49-F238E27FC236}">
                                <a16:creationId xmlns:a16="http://schemas.microsoft.com/office/drawing/2014/main" id="{F84724D7-9A31-4D6F-9D14-4F851FB358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69" name="Rectangle 4268">
                              <a:extLst>
                                <a:ext uri="{FF2B5EF4-FFF2-40B4-BE49-F238E27FC236}">
                                  <a16:creationId xmlns:a16="http://schemas.microsoft.com/office/drawing/2014/main" id="{AA5821D1-BE7C-45C0-A2FB-C93AE50A6E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270" name="Rectangle 4269">
                              <a:extLst>
                                <a:ext uri="{FF2B5EF4-FFF2-40B4-BE49-F238E27FC236}">
                                  <a16:creationId xmlns:a16="http://schemas.microsoft.com/office/drawing/2014/main" id="{C0027FAB-5E06-4294-B04F-6D534F4253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66" name="Group 4265">
                            <a:extLst>
                              <a:ext uri="{FF2B5EF4-FFF2-40B4-BE49-F238E27FC236}">
                                <a16:creationId xmlns:a16="http://schemas.microsoft.com/office/drawing/2014/main" id="{C986E556-943A-48A3-BA95-4C4A811358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67" name="Rectangle 4266">
                              <a:extLst>
                                <a:ext uri="{FF2B5EF4-FFF2-40B4-BE49-F238E27FC236}">
                                  <a16:creationId xmlns:a16="http://schemas.microsoft.com/office/drawing/2014/main" id="{470A943A-8F63-4CB4-93A5-83D1EFCE6B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268" name="Rectangle 4267">
                              <a:extLst>
                                <a:ext uri="{FF2B5EF4-FFF2-40B4-BE49-F238E27FC236}">
                                  <a16:creationId xmlns:a16="http://schemas.microsoft.com/office/drawing/2014/main" id="{7D1C5C82-1BA5-4A8E-89DF-8D4FC73CF2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230" name="Group 4229">
                      <a:extLst>
                        <a:ext uri="{FF2B5EF4-FFF2-40B4-BE49-F238E27FC236}">
                          <a16:creationId xmlns:a16="http://schemas.microsoft.com/office/drawing/2014/main" id="{3185A72F-014D-4D46-BCFD-C8753AD489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31" name="Group 4230">
                        <a:extLst>
                          <a:ext uri="{FF2B5EF4-FFF2-40B4-BE49-F238E27FC236}">
                            <a16:creationId xmlns:a16="http://schemas.microsoft.com/office/drawing/2014/main" id="{6CE6A71E-898C-480E-AFBF-B2BDBB05B2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47" name="Group 4246">
                          <a:extLst>
                            <a:ext uri="{FF2B5EF4-FFF2-40B4-BE49-F238E27FC236}">
                              <a16:creationId xmlns:a16="http://schemas.microsoft.com/office/drawing/2014/main" id="{B9B5B871-53DC-4F5D-93F6-987EC54D8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55" name="Group 4254">
                            <a:extLst>
                              <a:ext uri="{FF2B5EF4-FFF2-40B4-BE49-F238E27FC236}">
                                <a16:creationId xmlns:a16="http://schemas.microsoft.com/office/drawing/2014/main" id="{6EE8527A-D958-4BFE-8C61-043436DF90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9" name="Rectangle 4258">
                              <a:extLst>
                                <a:ext uri="{FF2B5EF4-FFF2-40B4-BE49-F238E27FC236}">
                                  <a16:creationId xmlns:a16="http://schemas.microsoft.com/office/drawing/2014/main" id="{D05F353F-CC84-45A9-B9BD-A22EF736F6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260" name="Rectangle 4259">
                              <a:extLst>
                                <a:ext uri="{FF2B5EF4-FFF2-40B4-BE49-F238E27FC236}">
                                  <a16:creationId xmlns:a16="http://schemas.microsoft.com/office/drawing/2014/main" id="{7A365882-BEF5-4297-A957-6F92272764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56" name="Group 4255">
                            <a:extLst>
                              <a:ext uri="{FF2B5EF4-FFF2-40B4-BE49-F238E27FC236}">
                                <a16:creationId xmlns:a16="http://schemas.microsoft.com/office/drawing/2014/main" id="{3E66E4A1-20EE-419C-9C6A-C588AA71585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7" name="Rectangle 4256">
                              <a:extLst>
                                <a:ext uri="{FF2B5EF4-FFF2-40B4-BE49-F238E27FC236}">
                                  <a16:creationId xmlns:a16="http://schemas.microsoft.com/office/drawing/2014/main" id="{909EF4D1-8B1F-4CD5-8496-556CC67DC7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258" name="Rectangle 4257">
                              <a:extLst>
                                <a:ext uri="{FF2B5EF4-FFF2-40B4-BE49-F238E27FC236}">
                                  <a16:creationId xmlns:a16="http://schemas.microsoft.com/office/drawing/2014/main" id="{91DCE61B-DA1A-4A2B-8163-1D0CEA8AA7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48" name="Group 4247">
                          <a:extLst>
                            <a:ext uri="{FF2B5EF4-FFF2-40B4-BE49-F238E27FC236}">
                              <a16:creationId xmlns:a16="http://schemas.microsoft.com/office/drawing/2014/main" id="{1EA5D28A-6BED-405C-BF45-8EDE422612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49" name="Group 4248">
                            <a:extLst>
                              <a:ext uri="{FF2B5EF4-FFF2-40B4-BE49-F238E27FC236}">
                                <a16:creationId xmlns:a16="http://schemas.microsoft.com/office/drawing/2014/main" id="{9BD0FE59-A98A-4D5C-9E81-B0F4803AEC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3" name="Rectangle 4252">
                              <a:extLst>
                                <a:ext uri="{FF2B5EF4-FFF2-40B4-BE49-F238E27FC236}">
                                  <a16:creationId xmlns:a16="http://schemas.microsoft.com/office/drawing/2014/main" id="{5CF68F11-2878-4576-97A7-D8153FC83A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254" name="Rectangle 4253">
                              <a:extLst>
                                <a:ext uri="{FF2B5EF4-FFF2-40B4-BE49-F238E27FC236}">
                                  <a16:creationId xmlns:a16="http://schemas.microsoft.com/office/drawing/2014/main" id="{E5DC724A-220C-4D6B-AEA1-92DAA65170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50" name="Group 4249">
                            <a:extLst>
                              <a:ext uri="{FF2B5EF4-FFF2-40B4-BE49-F238E27FC236}">
                                <a16:creationId xmlns:a16="http://schemas.microsoft.com/office/drawing/2014/main" id="{E66125D8-6C29-47E4-93EC-0C2FD87EE90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1" name="Rectangle 4250">
                              <a:extLst>
                                <a:ext uri="{FF2B5EF4-FFF2-40B4-BE49-F238E27FC236}">
                                  <a16:creationId xmlns:a16="http://schemas.microsoft.com/office/drawing/2014/main" id="{393BDB00-6BFB-4222-9AD2-F1D6F9A32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252" name="Rectangle 4251">
                              <a:extLst>
                                <a:ext uri="{FF2B5EF4-FFF2-40B4-BE49-F238E27FC236}">
                                  <a16:creationId xmlns:a16="http://schemas.microsoft.com/office/drawing/2014/main" id="{873E5249-982E-43A4-AC28-A8F11F6F98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32" name="Group 4231">
                        <a:extLst>
                          <a:ext uri="{FF2B5EF4-FFF2-40B4-BE49-F238E27FC236}">
                            <a16:creationId xmlns:a16="http://schemas.microsoft.com/office/drawing/2014/main" id="{D695B71A-A272-42CB-B5F7-80F11A2D61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33" name="Group 4232">
                          <a:extLst>
                            <a:ext uri="{FF2B5EF4-FFF2-40B4-BE49-F238E27FC236}">
                              <a16:creationId xmlns:a16="http://schemas.microsoft.com/office/drawing/2014/main" id="{61F431CD-4AF3-46F6-AE4B-12F16185C3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41" name="Group 4240">
                            <a:extLst>
                              <a:ext uri="{FF2B5EF4-FFF2-40B4-BE49-F238E27FC236}">
                                <a16:creationId xmlns:a16="http://schemas.microsoft.com/office/drawing/2014/main" id="{0AFAB419-A42A-44CF-A28C-2AE7CA81BCC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45" name="Rectangle 4244">
                              <a:extLst>
                                <a:ext uri="{FF2B5EF4-FFF2-40B4-BE49-F238E27FC236}">
                                  <a16:creationId xmlns:a16="http://schemas.microsoft.com/office/drawing/2014/main" id="{87F011B3-441E-4DFA-97C1-8C60E2E43D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246" name="Rectangle 4245">
                              <a:extLst>
                                <a:ext uri="{FF2B5EF4-FFF2-40B4-BE49-F238E27FC236}">
                                  <a16:creationId xmlns:a16="http://schemas.microsoft.com/office/drawing/2014/main" id="{CBD2EC7A-FB1E-4F09-BA7D-5E4871BAB7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42" name="Group 4241">
                            <a:extLst>
                              <a:ext uri="{FF2B5EF4-FFF2-40B4-BE49-F238E27FC236}">
                                <a16:creationId xmlns:a16="http://schemas.microsoft.com/office/drawing/2014/main" id="{8DFB973F-5D8F-48E0-8A29-F743140273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43" name="Rectangle 4242">
                              <a:extLst>
                                <a:ext uri="{FF2B5EF4-FFF2-40B4-BE49-F238E27FC236}">
                                  <a16:creationId xmlns:a16="http://schemas.microsoft.com/office/drawing/2014/main" id="{1DE3912A-B486-4E01-A7C9-E257C8C604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244" name="Rectangle 4243">
                              <a:extLst>
                                <a:ext uri="{FF2B5EF4-FFF2-40B4-BE49-F238E27FC236}">
                                  <a16:creationId xmlns:a16="http://schemas.microsoft.com/office/drawing/2014/main" id="{D5241FDF-146D-43FE-B3FE-2FB0814232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34" name="Group 4233">
                          <a:extLst>
                            <a:ext uri="{FF2B5EF4-FFF2-40B4-BE49-F238E27FC236}">
                              <a16:creationId xmlns:a16="http://schemas.microsoft.com/office/drawing/2014/main" id="{B7A80A67-DBB9-4CA1-A2D2-076E2B4239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35" name="Group 4234">
                            <a:extLst>
                              <a:ext uri="{FF2B5EF4-FFF2-40B4-BE49-F238E27FC236}">
                                <a16:creationId xmlns:a16="http://schemas.microsoft.com/office/drawing/2014/main" id="{B4255C44-7890-461D-B990-524F064AEE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39" name="Rectangle 4238">
                              <a:extLst>
                                <a:ext uri="{FF2B5EF4-FFF2-40B4-BE49-F238E27FC236}">
                                  <a16:creationId xmlns:a16="http://schemas.microsoft.com/office/drawing/2014/main" id="{3FD24CD6-24B9-4746-AAF0-23E52581EC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240" name="Rectangle 4239">
                              <a:extLst>
                                <a:ext uri="{FF2B5EF4-FFF2-40B4-BE49-F238E27FC236}">
                                  <a16:creationId xmlns:a16="http://schemas.microsoft.com/office/drawing/2014/main" id="{B89C7A20-13EC-4886-BF90-334A4B27F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36" name="Group 4235">
                            <a:extLst>
                              <a:ext uri="{FF2B5EF4-FFF2-40B4-BE49-F238E27FC236}">
                                <a16:creationId xmlns:a16="http://schemas.microsoft.com/office/drawing/2014/main" id="{0C0D2FDE-9180-4DA6-90F5-4118465BB7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37" name="Rectangle 4236">
                              <a:extLst>
                                <a:ext uri="{FF2B5EF4-FFF2-40B4-BE49-F238E27FC236}">
                                  <a16:creationId xmlns:a16="http://schemas.microsoft.com/office/drawing/2014/main" id="{45F8E7C9-CF91-4E19-93B4-B972FC926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238" name="Rectangle 4237">
                              <a:extLst>
                                <a:ext uri="{FF2B5EF4-FFF2-40B4-BE49-F238E27FC236}">
                                  <a16:creationId xmlns:a16="http://schemas.microsoft.com/office/drawing/2014/main" id="{6A987F60-2705-435E-B1EE-9BE005207E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166" name="Group 4165">
                    <a:extLst>
                      <a:ext uri="{FF2B5EF4-FFF2-40B4-BE49-F238E27FC236}">
                        <a16:creationId xmlns:a16="http://schemas.microsoft.com/office/drawing/2014/main" id="{1EB31F77-16D2-4FE3-8316-E8705B51010F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167" name="Group 4166">
                      <a:extLst>
                        <a:ext uri="{FF2B5EF4-FFF2-40B4-BE49-F238E27FC236}">
                          <a16:creationId xmlns:a16="http://schemas.microsoft.com/office/drawing/2014/main" id="{3EBA42E1-E091-45BD-B1E5-07A4976FFF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99" name="Group 4198">
                        <a:extLst>
                          <a:ext uri="{FF2B5EF4-FFF2-40B4-BE49-F238E27FC236}">
                            <a16:creationId xmlns:a16="http://schemas.microsoft.com/office/drawing/2014/main" id="{CBF6BA02-C07E-4C47-A517-1CD91DD98D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15" name="Group 4214">
                          <a:extLst>
                            <a:ext uri="{FF2B5EF4-FFF2-40B4-BE49-F238E27FC236}">
                              <a16:creationId xmlns:a16="http://schemas.microsoft.com/office/drawing/2014/main" id="{092DD0D6-DEFE-47EF-AF3A-437F9D69FE8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23" name="Group 4222">
                            <a:extLst>
                              <a:ext uri="{FF2B5EF4-FFF2-40B4-BE49-F238E27FC236}">
                                <a16:creationId xmlns:a16="http://schemas.microsoft.com/office/drawing/2014/main" id="{23FAC681-9D44-4EDA-A326-0B90B7C8413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7" name="Rectangle 4226">
                              <a:extLst>
                                <a:ext uri="{FF2B5EF4-FFF2-40B4-BE49-F238E27FC236}">
                                  <a16:creationId xmlns:a16="http://schemas.microsoft.com/office/drawing/2014/main" id="{375A08E2-4ACC-4883-A8BA-4272F2BDE7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228" name="Rectangle 4227">
                              <a:extLst>
                                <a:ext uri="{FF2B5EF4-FFF2-40B4-BE49-F238E27FC236}">
                                  <a16:creationId xmlns:a16="http://schemas.microsoft.com/office/drawing/2014/main" id="{D7AEDD11-F5B8-4290-9414-4685C815AE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24" name="Group 4223">
                            <a:extLst>
                              <a:ext uri="{FF2B5EF4-FFF2-40B4-BE49-F238E27FC236}">
                                <a16:creationId xmlns:a16="http://schemas.microsoft.com/office/drawing/2014/main" id="{71F767D3-94F7-4C2D-81A5-8D57A42B0B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5" name="Rectangle 4224">
                              <a:extLst>
                                <a:ext uri="{FF2B5EF4-FFF2-40B4-BE49-F238E27FC236}">
                                  <a16:creationId xmlns:a16="http://schemas.microsoft.com/office/drawing/2014/main" id="{FC127FD5-9844-4B95-A9BC-98B5EEB3F4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226" name="Rectangle 4225">
                              <a:extLst>
                                <a:ext uri="{FF2B5EF4-FFF2-40B4-BE49-F238E27FC236}">
                                  <a16:creationId xmlns:a16="http://schemas.microsoft.com/office/drawing/2014/main" id="{BF2CDBCD-A115-4340-A253-C18C40F090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16" name="Group 4215">
                          <a:extLst>
                            <a:ext uri="{FF2B5EF4-FFF2-40B4-BE49-F238E27FC236}">
                              <a16:creationId xmlns:a16="http://schemas.microsoft.com/office/drawing/2014/main" id="{EC85772D-371C-4D7B-9AE9-B15B3FC9BB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17" name="Group 4216">
                            <a:extLst>
                              <a:ext uri="{FF2B5EF4-FFF2-40B4-BE49-F238E27FC236}">
                                <a16:creationId xmlns:a16="http://schemas.microsoft.com/office/drawing/2014/main" id="{EEA5BE85-50F2-4581-9322-5C80805294E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1" name="Rectangle 4220">
                              <a:extLst>
                                <a:ext uri="{FF2B5EF4-FFF2-40B4-BE49-F238E27FC236}">
                                  <a16:creationId xmlns:a16="http://schemas.microsoft.com/office/drawing/2014/main" id="{08AF93B7-9DEC-4359-A1BB-C2C74B6241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222" name="Rectangle 4221">
                              <a:extLst>
                                <a:ext uri="{FF2B5EF4-FFF2-40B4-BE49-F238E27FC236}">
                                  <a16:creationId xmlns:a16="http://schemas.microsoft.com/office/drawing/2014/main" id="{0FDB2C5B-A463-45EC-B9C1-5E16C8759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18" name="Group 4217">
                            <a:extLst>
                              <a:ext uri="{FF2B5EF4-FFF2-40B4-BE49-F238E27FC236}">
                                <a16:creationId xmlns:a16="http://schemas.microsoft.com/office/drawing/2014/main" id="{FA73B93F-9BE0-4614-A692-6B73CAD6015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9" name="Rectangle 4218">
                              <a:extLst>
                                <a:ext uri="{FF2B5EF4-FFF2-40B4-BE49-F238E27FC236}">
                                  <a16:creationId xmlns:a16="http://schemas.microsoft.com/office/drawing/2014/main" id="{FB5CCA25-510F-4149-89CC-94E07A1B32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220" name="Rectangle 4219">
                              <a:extLst>
                                <a:ext uri="{FF2B5EF4-FFF2-40B4-BE49-F238E27FC236}">
                                  <a16:creationId xmlns:a16="http://schemas.microsoft.com/office/drawing/2014/main" id="{50C1CF21-37BA-4B0C-9BD0-D38D52429F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00" name="Group 4199">
                        <a:extLst>
                          <a:ext uri="{FF2B5EF4-FFF2-40B4-BE49-F238E27FC236}">
                            <a16:creationId xmlns:a16="http://schemas.microsoft.com/office/drawing/2014/main" id="{5B3B0A91-6DE2-454C-A49D-BD81CA60D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01" name="Group 4200">
                          <a:extLst>
                            <a:ext uri="{FF2B5EF4-FFF2-40B4-BE49-F238E27FC236}">
                              <a16:creationId xmlns:a16="http://schemas.microsoft.com/office/drawing/2014/main" id="{9F36E7F7-1DB0-4042-8B3A-842A24B70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09" name="Group 4208">
                            <a:extLst>
                              <a:ext uri="{FF2B5EF4-FFF2-40B4-BE49-F238E27FC236}">
                                <a16:creationId xmlns:a16="http://schemas.microsoft.com/office/drawing/2014/main" id="{6129D24F-7D7F-44FB-825A-6E4FB9768C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3" name="Rectangle 4212">
                              <a:extLst>
                                <a:ext uri="{FF2B5EF4-FFF2-40B4-BE49-F238E27FC236}">
                                  <a16:creationId xmlns:a16="http://schemas.microsoft.com/office/drawing/2014/main" id="{89E9D895-2AE2-42EA-BF08-E8F8A3FFBA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214" name="Rectangle 4213">
                              <a:extLst>
                                <a:ext uri="{FF2B5EF4-FFF2-40B4-BE49-F238E27FC236}">
                                  <a16:creationId xmlns:a16="http://schemas.microsoft.com/office/drawing/2014/main" id="{C3055F5B-93CB-435B-9435-E870841368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10" name="Group 4209">
                            <a:extLst>
                              <a:ext uri="{FF2B5EF4-FFF2-40B4-BE49-F238E27FC236}">
                                <a16:creationId xmlns:a16="http://schemas.microsoft.com/office/drawing/2014/main" id="{0F153145-06D1-4A74-9046-49D7781DEA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1" name="Rectangle 4210">
                              <a:extLst>
                                <a:ext uri="{FF2B5EF4-FFF2-40B4-BE49-F238E27FC236}">
                                  <a16:creationId xmlns:a16="http://schemas.microsoft.com/office/drawing/2014/main" id="{3012D6FC-D816-46A5-A92A-9AE51D741C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212" name="Rectangle 4211">
                              <a:extLst>
                                <a:ext uri="{FF2B5EF4-FFF2-40B4-BE49-F238E27FC236}">
                                  <a16:creationId xmlns:a16="http://schemas.microsoft.com/office/drawing/2014/main" id="{89CAA40C-A337-4A51-ADEC-F997DA094D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02" name="Group 4201">
                          <a:extLst>
                            <a:ext uri="{FF2B5EF4-FFF2-40B4-BE49-F238E27FC236}">
                              <a16:creationId xmlns:a16="http://schemas.microsoft.com/office/drawing/2014/main" id="{C464BA3C-2573-49D1-B726-1B5C354D57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03" name="Group 4202">
                            <a:extLst>
                              <a:ext uri="{FF2B5EF4-FFF2-40B4-BE49-F238E27FC236}">
                                <a16:creationId xmlns:a16="http://schemas.microsoft.com/office/drawing/2014/main" id="{9CDC9BD5-8FE9-470C-A467-811C889AB1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07" name="Rectangle 4206">
                              <a:extLst>
                                <a:ext uri="{FF2B5EF4-FFF2-40B4-BE49-F238E27FC236}">
                                  <a16:creationId xmlns:a16="http://schemas.microsoft.com/office/drawing/2014/main" id="{80CA9DB7-3DD9-477F-A0D1-B769431C16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208" name="Rectangle 4207">
                              <a:extLst>
                                <a:ext uri="{FF2B5EF4-FFF2-40B4-BE49-F238E27FC236}">
                                  <a16:creationId xmlns:a16="http://schemas.microsoft.com/office/drawing/2014/main" id="{1DA0AAD6-46FF-4623-A8DD-414415E854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04" name="Group 4203">
                            <a:extLst>
                              <a:ext uri="{FF2B5EF4-FFF2-40B4-BE49-F238E27FC236}">
                                <a16:creationId xmlns:a16="http://schemas.microsoft.com/office/drawing/2014/main" id="{EBC62EF7-EEC2-4FCB-A4B1-3509ACF686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05" name="Rectangle 4204">
                              <a:extLst>
                                <a:ext uri="{FF2B5EF4-FFF2-40B4-BE49-F238E27FC236}">
                                  <a16:creationId xmlns:a16="http://schemas.microsoft.com/office/drawing/2014/main" id="{3E5CF9AD-CC13-4B62-B401-34AB17F4EC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206" name="Rectangle 4205">
                              <a:extLst>
                                <a:ext uri="{FF2B5EF4-FFF2-40B4-BE49-F238E27FC236}">
                                  <a16:creationId xmlns:a16="http://schemas.microsoft.com/office/drawing/2014/main" id="{CCD28357-1F83-4134-B887-C41B02708D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168" name="Group 4167">
                      <a:extLst>
                        <a:ext uri="{FF2B5EF4-FFF2-40B4-BE49-F238E27FC236}">
                          <a16:creationId xmlns:a16="http://schemas.microsoft.com/office/drawing/2014/main" id="{2C39BBBD-79F3-40BC-ADCA-2138C721B9E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69" name="Group 4168">
                        <a:extLst>
                          <a:ext uri="{FF2B5EF4-FFF2-40B4-BE49-F238E27FC236}">
                            <a16:creationId xmlns:a16="http://schemas.microsoft.com/office/drawing/2014/main" id="{6EE608FA-A64C-4A99-A131-84AD283E48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85" name="Group 4184">
                          <a:extLst>
                            <a:ext uri="{FF2B5EF4-FFF2-40B4-BE49-F238E27FC236}">
                              <a16:creationId xmlns:a16="http://schemas.microsoft.com/office/drawing/2014/main" id="{30D5C247-2510-4C14-99EE-A3A089F7F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93" name="Group 4192">
                            <a:extLst>
                              <a:ext uri="{FF2B5EF4-FFF2-40B4-BE49-F238E27FC236}">
                                <a16:creationId xmlns:a16="http://schemas.microsoft.com/office/drawing/2014/main" id="{B5B33FFA-2777-49BB-AC50-B33D7C0D420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7" name="Rectangle 4196">
                              <a:extLst>
                                <a:ext uri="{FF2B5EF4-FFF2-40B4-BE49-F238E27FC236}">
                                  <a16:creationId xmlns:a16="http://schemas.microsoft.com/office/drawing/2014/main" id="{5586CF3E-2979-46DC-8A29-95934EAD35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198" name="Rectangle 4197">
                              <a:extLst>
                                <a:ext uri="{FF2B5EF4-FFF2-40B4-BE49-F238E27FC236}">
                                  <a16:creationId xmlns:a16="http://schemas.microsoft.com/office/drawing/2014/main" id="{BC612EC9-2FE6-479C-B23C-9540096651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94" name="Group 4193">
                            <a:extLst>
                              <a:ext uri="{FF2B5EF4-FFF2-40B4-BE49-F238E27FC236}">
                                <a16:creationId xmlns:a16="http://schemas.microsoft.com/office/drawing/2014/main" id="{899270CE-1863-4914-891D-0AD3101593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5" name="Rectangle 4194">
                              <a:extLst>
                                <a:ext uri="{FF2B5EF4-FFF2-40B4-BE49-F238E27FC236}">
                                  <a16:creationId xmlns:a16="http://schemas.microsoft.com/office/drawing/2014/main" id="{1E05BF8A-6186-45C2-B2D4-E5620D4466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196" name="Rectangle 4195">
                              <a:extLst>
                                <a:ext uri="{FF2B5EF4-FFF2-40B4-BE49-F238E27FC236}">
                                  <a16:creationId xmlns:a16="http://schemas.microsoft.com/office/drawing/2014/main" id="{BF7C46B4-5C53-436A-B3FD-AE7E2BBAF9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86" name="Group 4185">
                          <a:extLst>
                            <a:ext uri="{FF2B5EF4-FFF2-40B4-BE49-F238E27FC236}">
                              <a16:creationId xmlns:a16="http://schemas.microsoft.com/office/drawing/2014/main" id="{EACA1B49-EAF1-494D-A83A-044B54C920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87" name="Group 4186">
                            <a:extLst>
                              <a:ext uri="{FF2B5EF4-FFF2-40B4-BE49-F238E27FC236}">
                                <a16:creationId xmlns:a16="http://schemas.microsoft.com/office/drawing/2014/main" id="{A653F3F6-D55C-489A-8216-68AB8297C01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1" name="Rectangle 4190">
                              <a:extLst>
                                <a:ext uri="{FF2B5EF4-FFF2-40B4-BE49-F238E27FC236}">
                                  <a16:creationId xmlns:a16="http://schemas.microsoft.com/office/drawing/2014/main" id="{75BAAB1B-056E-4580-9716-A7C210927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192" name="Rectangle 4191">
                              <a:extLst>
                                <a:ext uri="{FF2B5EF4-FFF2-40B4-BE49-F238E27FC236}">
                                  <a16:creationId xmlns:a16="http://schemas.microsoft.com/office/drawing/2014/main" id="{BACE3EC3-00E4-4311-BBED-8D56687680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88" name="Group 4187">
                            <a:extLst>
                              <a:ext uri="{FF2B5EF4-FFF2-40B4-BE49-F238E27FC236}">
                                <a16:creationId xmlns:a16="http://schemas.microsoft.com/office/drawing/2014/main" id="{F177ED55-7990-4D02-8019-0C0644BB74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9" name="Rectangle 4188">
                              <a:extLst>
                                <a:ext uri="{FF2B5EF4-FFF2-40B4-BE49-F238E27FC236}">
                                  <a16:creationId xmlns:a16="http://schemas.microsoft.com/office/drawing/2014/main" id="{CE9521F2-4602-483A-AA82-94E5299296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190" name="Rectangle 4189">
                              <a:extLst>
                                <a:ext uri="{FF2B5EF4-FFF2-40B4-BE49-F238E27FC236}">
                                  <a16:creationId xmlns:a16="http://schemas.microsoft.com/office/drawing/2014/main" id="{746B804D-87FF-4FD7-8E3D-CCF864ED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70" name="Group 4169">
                        <a:extLst>
                          <a:ext uri="{FF2B5EF4-FFF2-40B4-BE49-F238E27FC236}">
                            <a16:creationId xmlns:a16="http://schemas.microsoft.com/office/drawing/2014/main" id="{0083B709-0E54-484E-8F70-B7E16E04FA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71" name="Group 4170">
                          <a:extLst>
                            <a:ext uri="{FF2B5EF4-FFF2-40B4-BE49-F238E27FC236}">
                              <a16:creationId xmlns:a16="http://schemas.microsoft.com/office/drawing/2014/main" id="{F7FB49EA-8D63-417F-9706-A6BD5A30E9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79" name="Group 4178">
                            <a:extLst>
                              <a:ext uri="{FF2B5EF4-FFF2-40B4-BE49-F238E27FC236}">
                                <a16:creationId xmlns:a16="http://schemas.microsoft.com/office/drawing/2014/main" id="{5E3E91A6-97DA-4D9D-86C6-21BCF082C0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3" name="Rectangle 4182">
                              <a:extLst>
                                <a:ext uri="{FF2B5EF4-FFF2-40B4-BE49-F238E27FC236}">
                                  <a16:creationId xmlns:a16="http://schemas.microsoft.com/office/drawing/2014/main" id="{10572FA6-A61A-45C1-A1E3-370B8A0E8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184" name="Rectangle 4183">
                              <a:extLst>
                                <a:ext uri="{FF2B5EF4-FFF2-40B4-BE49-F238E27FC236}">
                                  <a16:creationId xmlns:a16="http://schemas.microsoft.com/office/drawing/2014/main" id="{D3802C93-F099-4728-B6B9-2357D72BC6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80" name="Group 4179">
                            <a:extLst>
                              <a:ext uri="{FF2B5EF4-FFF2-40B4-BE49-F238E27FC236}">
                                <a16:creationId xmlns:a16="http://schemas.microsoft.com/office/drawing/2014/main" id="{A890920C-CF5F-4BFD-87F4-AC9F289BB0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1" name="Rectangle 4180">
                              <a:extLst>
                                <a:ext uri="{FF2B5EF4-FFF2-40B4-BE49-F238E27FC236}">
                                  <a16:creationId xmlns:a16="http://schemas.microsoft.com/office/drawing/2014/main" id="{A83ECA68-3C8B-444E-A016-B7F4B7F811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182" name="Rectangle 4181">
                              <a:extLst>
                                <a:ext uri="{FF2B5EF4-FFF2-40B4-BE49-F238E27FC236}">
                                  <a16:creationId xmlns:a16="http://schemas.microsoft.com/office/drawing/2014/main" id="{900FAB48-1EDB-4306-99FA-1A431206E5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72" name="Group 4171">
                          <a:extLst>
                            <a:ext uri="{FF2B5EF4-FFF2-40B4-BE49-F238E27FC236}">
                              <a16:creationId xmlns:a16="http://schemas.microsoft.com/office/drawing/2014/main" id="{96D0CE10-F8A7-4C2F-8816-FE3CFF30CA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73" name="Group 4172">
                            <a:extLst>
                              <a:ext uri="{FF2B5EF4-FFF2-40B4-BE49-F238E27FC236}">
                                <a16:creationId xmlns:a16="http://schemas.microsoft.com/office/drawing/2014/main" id="{BC4E8183-5C90-4F71-BA7A-CE3C0DB400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77" name="Rectangle 4176">
                              <a:extLst>
                                <a:ext uri="{FF2B5EF4-FFF2-40B4-BE49-F238E27FC236}">
                                  <a16:creationId xmlns:a16="http://schemas.microsoft.com/office/drawing/2014/main" id="{E2016B08-99E1-4E05-81F6-3CF931C2B2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178" name="Rectangle 4177">
                              <a:extLst>
                                <a:ext uri="{FF2B5EF4-FFF2-40B4-BE49-F238E27FC236}">
                                  <a16:creationId xmlns:a16="http://schemas.microsoft.com/office/drawing/2014/main" id="{9465C6E4-D0B6-4959-B7BD-AD52379FCD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74" name="Group 4173">
                            <a:extLst>
                              <a:ext uri="{FF2B5EF4-FFF2-40B4-BE49-F238E27FC236}">
                                <a16:creationId xmlns:a16="http://schemas.microsoft.com/office/drawing/2014/main" id="{0C7629B4-6320-49EF-A8A2-213BABFDB2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75" name="Rectangle 4174">
                              <a:extLst>
                                <a:ext uri="{FF2B5EF4-FFF2-40B4-BE49-F238E27FC236}">
                                  <a16:creationId xmlns:a16="http://schemas.microsoft.com/office/drawing/2014/main" id="{3E3C705B-1FD4-46F9-9868-1AA1E2903D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176" name="Rectangle 4175">
                              <a:extLst>
                                <a:ext uri="{FF2B5EF4-FFF2-40B4-BE49-F238E27FC236}">
                                  <a16:creationId xmlns:a16="http://schemas.microsoft.com/office/drawing/2014/main" id="{35C6D3E9-A8F9-4785-A7ED-4339B05709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038" name="Group 4037">
                  <a:extLst>
                    <a:ext uri="{FF2B5EF4-FFF2-40B4-BE49-F238E27FC236}">
                      <a16:creationId xmlns:a16="http://schemas.microsoft.com/office/drawing/2014/main" id="{6D8AAB00-684C-4D6E-B4CE-3AB202CA0A2B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039" name="Group 4038">
                    <a:extLst>
                      <a:ext uri="{FF2B5EF4-FFF2-40B4-BE49-F238E27FC236}">
                        <a16:creationId xmlns:a16="http://schemas.microsoft.com/office/drawing/2014/main" id="{A2C3279C-39DD-450F-8099-38D0EF64BE7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103" name="Group 4102">
                      <a:extLst>
                        <a:ext uri="{FF2B5EF4-FFF2-40B4-BE49-F238E27FC236}">
                          <a16:creationId xmlns:a16="http://schemas.microsoft.com/office/drawing/2014/main" id="{7F53CEBA-C4FE-4913-9AC9-1FE6DFBF5F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35" name="Group 4134">
                        <a:extLst>
                          <a:ext uri="{FF2B5EF4-FFF2-40B4-BE49-F238E27FC236}">
                            <a16:creationId xmlns:a16="http://schemas.microsoft.com/office/drawing/2014/main" id="{56163932-F05E-4B66-92EF-6A321D82620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51" name="Group 4150">
                          <a:extLst>
                            <a:ext uri="{FF2B5EF4-FFF2-40B4-BE49-F238E27FC236}">
                              <a16:creationId xmlns:a16="http://schemas.microsoft.com/office/drawing/2014/main" id="{2E26373E-8749-4782-A45D-A5294FFA68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59" name="Group 4158">
                            <a:extLst>
                              <a:ext uri="{FF2B5EF4-FFF2-40B4-BE49-F238E27FC236}">
                                <a16:creationId xmlns:a16="http://schemas.microsoft.com/office/drawing/2014/main" id="{25C0F589-70B6-4A08-9270-5B3B820C9A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63" name="Rectangle 4162">
                              <a:extLst>
                                <a:ext uri="{FF2B5EF4-FFF2-40B4-BE49-F238E27FC236}">
                                  <a16:creationId xmlns:a16="http://schemas.microsoft.com/office/drawing/2014/main" id="{0D716DBC-D15E-4B9B-B22E-D634F88B6B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164" name="Rectangle 4163">
                              <a:extLst>
                                <a:ext uri="{FF2B5EF4-FFF2-40B4-BE49-F238E27FC236}">
                                  <a16:creationId xmlns:a16="http://schemas.microsoft.com/office/drawing/2014/main" id="{34DC02A8-6926-46E4-8CE1-207D029539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60" name="Group 4159">
                            <a:extLst>
                              <a:ext uri="{FF2B5EF4-FFF2-40B4-BE49-F238E27FC236}">
                                <a16:creationId xmlns:a16="http://schemas.microsoft.com/office/drawing/2014/main" id="{ADB32D51-6162-4380-AFA9-193743DB71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61" name="Rectangle 4160">
                              <a:extLst>
                                <a:ext uri="{FF2B5EF4-FFF2-40B4-BE49-F238E27FC236}">
                                  <a16:creationId xmlns:a16="http://schemas.microsoft.com/office/drawing/2014/main" id="{FEC1A337-D81C-489E-9B58-0C074153FB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162" name="Rectangle 4161">
                              <a:extLst>
                                <a:ext uri="{FF2B5EF4-FFF2-40B4-BE49-F238E27FC236}">
                                  <a16:creationId xmlns:a16="http://schemas.microsoft.com/office/drawing/2014/main" id="{5213D095-3617-4AC8-812A-BE092213C8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52" name="Group 4151">
                          <a:extLst>
                            <a:ext uri="{FF2B5EF4-FFF2-40B4-BE49-F238E27FC236}">
                              <a16:creationId xmlns:a16="http://schemas.microsoft.com/office/drawing/2014/main" id="{2B65E6B3-FEFD-42FC-B57B-B39A6CD9AC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53" name="Group 4152">
                            <a:extLst>
                              <a:ext uri="{FF2B5EF4-FFF2-40B4-BE49-F238E27FC236}">
                                <a16:creationId xmlns:a16="http://schemas.microsoft.com/office/drawing/2014/main" id="{E88BCD03-69EE-4D4E-BE85-CB5A814A841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57" name="Rectangle 4156">
                              <a:extLst>
                                <a:ext uri="{FF2B5EF4-FFF2-40B4-BE49-F238E27FC236}">
                                  <a16:creationId xmlns:a16="http://schemas.microsoft.com/office/drawing/2014/main" id="{1F6AFB22-DB51-4995-8630-860A4066ED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158" name="Rectangle 4157">
                              <a:extLst>
                                <a:ext uri="{FF2B5EF4-FFF2-40B4-BE49-F238E27FC236}">
                                  <a16:creationId xmlns:a16="http://schemas.microsoft.com/office/drawing/2014/main" id="{F9B278A9-9645-40F7-A618-9D51BB6EBB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54" name="Group 4153">
                            <a:extLst>
                              <a:ext uri="{FF2B5EF4-FFF2-40B4-BE49-F238E27FC236}">
                                <a16:creationId xmlns:a16="http://schemas.microsoft.com/office/drawing/2014/main" id="{E387F86E-76A6-4165-8578-CF5DF4CA68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55" name="Rectangle 4154">
                              <a:extLst>
                                <a:ext uri="{FF2B5EF4-FFF2-40B4-BE49-F238E27FC236}">
                                  <a16:creationId xmlns:a16="http://schemas.microsoft.com/office/drawing/2014/main" id="{601415E6-6DA1-46BF-BE66-A16175DC7C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156" name="Rectangle 4155">
                              <a:extLst>
                                <a:ext uri="{FF2B5EF4-FFF2-40B4-BE49-F238E27FC236}">
                                  <a16:creationId xmlns:a16="http://schemas.microsoft.com/office/drawing/2014/main" id="{5A98EF71-7412-4102-9327-1C27B582A4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36" name="Group 4135">
                        <a:extLst>
                          <a:ext uri="{FF2B5EF4-FFF2-40B4-BE49-F238E27FC236}">
                            <a16:creationId xmlns:a16="http://schemas.microsoft.com/office/drawing/2014/main" id="{4C036428-A477-4546-BE9E-C1BC41765B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37" name="Group 4136">
                          <a:extLst>
                            <a:ext uri="{FF2B5EF4-FFF2-40B4-BE49-F238E27FC236}">
                              <a16:creationId xmlns:a16="http://schemas.microsoft.com/office/drawing/2014/main" id="{594FAEAB-5CD4-46DD-A068-2EC73886B1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45" name="Group 4144">
                            <a:extLst>
                              <a:ext uri="{FF2B5EF4-FFF2-40B4-BE49-F238E27FC236}">
                                <a16:creationId xmlns:a16="http://schemas.microsoft.com/office/drawing/2014/main" id="{92CDF1A1-2F8C-45C4-8290-F384DCD090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9" name="Rectangle 4148">
                              <a:extLst>
                                <a:ext uri="{FF2B5EF4-FFF2-40B4-BE49-F238E27FC236}">
                                  <a16:creationId xmlns:a16="http://schemas.microsoft.com/office/drawing/2014/main" id="{37F90DC2-BAE8-4C53-8A57-5F8958BB97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150" name="Rectangle 4149">
                              <a:extLst>
                                <a:ext uri="{FF2B5EF4-FFF2-40B4-BE49-F238E27FC236}">
                                  <a16:creationId xmlns:a16="http://schemas.microsoft.com/office/drawing/2014/main" id="{430C00A2-6B5C-49E4-A899-C60D393A5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46" name="Group 4145">
                            <a:extLst>
                              <a:ext uri="{FF2B5EF4-FFF2-40B4-BE49-F238E27FC236}">
                                <a16:creationId xmlns:a16="http://schemas.microsoft.com/office/drawing/2014/main" id="{F1EAC968-ED3A-4014-AF7B-62205F30111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7" name="Rectangle 4146">
                              <a:extLst>
                                <a:ext uri="{FF2B5EF4-FFF2-40B4-BE49-F238E27FC236}">
                                  <a16:creationId xmlns:a16="http://schemas.microsoft.com/office/drawing/2014/main" id="{BD4212FC-954F-4BD6-89A1-96F1977572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148" name="Rectangle 4147">
                              <a:extLst>
                                <a:ext uri="{FF2B5EF4-FFF2-40B4-BE49-F238E27FC236}">
                                  <a16:creationId xmlns:a16="http://schemas.microsoft.com/office/drawing/2014/main" id="{21EFD893-DE25-4827-A230-5F202EBAB7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38" name="Group 4137">
                          <a:extLst>
                            <a:ext uri="{FF2B5EF4-FFF2-40B4-BE49-F238E27FC236}">
                              <a16:creationId xmlns:a16="http://schemas.microsoft.com/office/drawing/2014/main" id="{9EFE2FE3-536B-462E-B5D7-F7405ECDBD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39" name="Group 4138">
                            <a:extLst>
                              <a:ext uri="{FF2B5EF4-FFF2-40B4-BE49-F238E27FC236}">
                                <a16:creationId xmlns:a16="http://schemas.microsoft.com/office/drawing/2014/main" id="{DF8263C0-881C-4599-A517-39CD0EBE9D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3" name="Rectangle 4142">
                              <a:extLst>
                                <a:ext uri="{FF2B5EF4-FFF2-40B4-BE49-F238E27FC236}">
                                  <a16:creationId xmlns:a16="http://schemas.microsoft.com/office/drawing/2014/main" id="{9D1FCF49-80B7-4CC8-8AFA-8BCE972524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144" name="Rectangle 4143">
                              <a:extLst>
                                <a:ext uri="{FF2B5EF4-FFF2-40B4-BE49-F238E27FC236}">
                                  <a16:creationId xmlns:a16="http://schemas.microsoft.com/office/drawing/2014/main" id="{6945E860-F927-4014-87E4-AEF8EA2538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40" name="Group 4139">
                            <a:extLst>
                              <a:ext uri="{FF2B5EF4-FFF2-40B4-BE49-F238E27FC236}">
                                <a16:creationId xmlns:a16="http://schemas.microsoft.com/office/drawing/2014/main" id="{D15D2877-E60F-4EAC-983B-8AD4F9F475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1" name="Rectangle 4140">
                              <a:extLst>
                                <a:ext uri="{FF2B5EF4-FFF2-40B4-BE49-F238E27FC236}">
                                  <a16:creationId xmlns:a16="http://schemas.microsoft.com/office/drawing/2014/main" id="{00883483-A1A3-414A-BA58-32D5F867B9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142" name="Rectangle 4141">
                              <a:extLst>
                                <a:ext uri="{FF2B5EF4-FFF2-40B4-BE49-F238E27FC236}">
                                  <a16:creationId xmlns:a16="http://schemas.microsoft.com/office/drawing/2014/main" id="{32B607B5-7E35-45BD-AF2B-0090D8233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104" name="Group 4103">
                      <a:extLst>
                        <a:ext uri="{FF2B5EF4-FFF2-40B4-BE49-F238E27FC236}">
                          <a16:creationId xmlns:a16="http://schemas.microsoft.com/office/drawing/2014/main" id="{EF22563E-53D0-4335-80B1-45F7B7DB24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05" name="Group 4104">
                        <a:extLst>
                          <a:ext uri="{FF2B5EF4-FFF2-40B4-BE49-F238E27FC236}">
                            <a16:creationId xmlns:a16="http://schemas.microsoft.com/office/drawing/2014/main" id="{B151B433-B636-44AE-9957-F9638625323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21" name="Group 4120">
                          <a:extLst>
                            <a:ext uri="{FF2B5EF4-FFF2-40B4-BE49-F238E27FC236}">
                              <a16:creationId xmlns:a16="http://schemas.microsoft.com/office/drawing/2014/main" id="{DD04907F-9D5E-4699-9B20-9BAE88E9B9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29" name="Group 4128">
                            <a:extLst>
                              <a:ext uri="{FF2B5EF4-FFF2-40B4-BE49-F238E27FC236}">
                                <a16:creationId xmlns:a16="http://schemas.microsoft.com/office/drawing/2014/main" id="{7264C2AF-CF4A-4857-8B01-42EE372D4A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33" name="Rectangle 4132">
                              <a:extLst>
                                <a:ext uri="{FF2B5EF4-FFF2-40B4-BE49-F238E27FC236}">
                                  <a16:creationId xmlns:a16="http://schemas.microsoft.com/office/drawing/2014/main" id="{C4FC48FB-CD38-4736-9DAE-8974BB1C0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134" name="Rectangle 4133">
                              <a:extLst>
                                <a:ext uri="{FF2B5EF4-FFF2-40B4-BE49-F238E27FC236}">
                                  <a16:creationId xmlns:a16="http://schemas.microsoft.com/office/drawing/2014/main" id="{44DCC0BC-490D-424E-A50C-419DC7BC13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30" name="Group 4129">
                            <a:extLst>
                              <a:ext uri="{FF2B5EF4-FFF2-40B4-BE49-F238E27FC236}">
                                <a16:creationId xmlns:a16="http://schemas.microsoft.com/office/drawing/2014/main" id="{141B3A9F-9338-4B65-9D6A-68ACE6410CA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31" name="Rectangle 4130">
                              <a:extLst>
                                <a:ext uri="{FF2B5EF4-FFF2-40B4-BE49-F238E27FC236}">
                                  <a16:creationId xmlns:a16="http://schemas.microsoft.com/office/drawing/2014/main" id="{84A6EF51-7EB1-4B35-89D3-FDADF2F95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132" name="Rectangle 4131">
                              <a:extLst>
                                <a:ext uri="{FF2B5EF4-FFF2-40B4-BE49-F238E27FC236}">
                                  <a16:creationId xmlns:a16="http://schemas.microsoft.com/office/drawing/2014/main" id="{BA532850-047F-4C30-96D5-F71B7AD44B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22" name="Group 4121">
                          <a:extLst>
                            <a:ext uri="{FF2B5EF4-FFF2-40B4-BE49-F238E27FC236}">
                              <a16:creationId xmlns:a16="http://schemas.microsoft.com/office/drawing/2014/main" id="{E7BB91A8-F3C3-4374-B089-AE311AFD4E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23" name="Group 4122">
                            <a:extLst>
                              <a:ext uri="{FF2B5EF4-FFF2-40B4-BE49-F238E27FC236}">
                                <a16:creationId xmlns:a16="http://schemas.microsoft.com/office/drawing/2014/main" id="{02420044-550C-481E-9FCE-4D6E3B3FC0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27" name="Rectangle 4126">
                              <a:extLst>
                                <a:ext uri="{FF2B5EF4-FFF2-40B4-BE49-F238E27FC236}">
                                  <a16:creationId xmlns:a16="http://schemas.microsoft.com/office/drawing/2014/main" id="{2C8D3446-C8A9-47DE-B077-099442A8FA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128" name="Rectangle 4127">
                              <a:extLst>
                                <a:ext uri="{FF2B5EF4-FFF2-40B4-BE49-F238E27FC236}">
                                  <a16:creationId xmlns:a16="http://schemas.microsoft.com/office/drawing/2014/main" id="{D4378CF5-420F-41D6-A791-40CA167CCF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24" name="Group 4123">
                            <a:extLst>
                              <a:ext uri="{FF2B5EF4-FFF2-40B4-BE49-F238E27FC236}">
                                <a16:creationId xmlns:a16="http://schemas.microsoft.com/office/drawing/2014/main" id="{9964AD5A-B8D5-45F5-8564-E13F8CD8ED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25" name="Rectangle 4124">
                              <a:extLst>
                                <a:ext uri="{FF2B5EF4-FFF2-40B4-BE49-F238E27FC236}">
                                  <a16:creationId xmlns:a16="http://schemas.microsoft.com/office/drawing/2014/main" id="{8ECB5B57-A826-45FD-9385-BEB4289854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126" name="Rectangle 4125">
                              <a:extLst>
                                <a:ext uri="{FF2B5EF4-FFF2-40B4-BE49-F238E27FC236}">
                                  <a16:creationId xmlns:a16="http://schemas.microsoft.com/office/drawing/2014/main" id="{DA0755D9-8DB3-4E39-8B26-36B27571B7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06" name="Group 4105">
                        <a:extLst>
                          <a:ext uri="{FF2B5EF4-FFF2-40B4-BE49-F238E27FC236}">
                            <a16:creationId xmlns:a16="http://schemas.microsoft.com/office/drawing/2014/main" id="{6E74137E-314E-44ED-8B3F-260FDDED2EE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07" name="Group 4106">
                          <a:extLst>
                            <a:ext uri="{FF2B5EF4-FFF2-40B4-BE49-F238E27FC236}">
                              <a16:creationId xmlns:a16="http://schemas.microsoft.com/office/drawing/2014/main" id="{5CAA81B6-3F41-4DF4-BBFC-84A2BCF582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15" name="Group 4114">
                            <a:extLst>
                              <a:ext uri="{FF2B5EF4-FFF2-40B4-BE49-F238E27FC236}">
                                <a16:creationId xmlns:a16="http://schemas.microsoft.com/office/drawing/2014/main" id="{B1FB275C-9E27-4260-8F7E-C7D7C3CE02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9" name="Rectangle 4118">
                              <a:extLst>
                                <a:ext uri="{FF2B5EF4-FFF2-40B4-BE49-F238E27FC236}">
                                  <a16:creationId xmlns:a16="http://schemas.microsoft.com/office/drawing/2014/main" id="{0A7E3D2C-E577-47FD-9863-F0FCEAAFED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120" name="Rectangle 4119">
                              <a:extLst>
                                <a:ext uri="{FF2B5EF4-FFF2-40B4-BE49-F238E27FC236}">
                                  <a16:creationId xmlns:a16="http://schemas.microsoft.com/office/drawing/2014/main" id="{86F45A85-CC0A-44E7-9FE4-D5FF28A5F5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16" name="Group 4115">
                            <a:extLst>
                              <a:ext uri="{FF2B5EF4-FFF2-40B4-BE49-F238E27FC236}">
                                <a16:creationId xmlns:a16="http://schemas.microsoft.com/office/drawing/2014/main" id="{EC9A2B87-DAD7-44BF-A174-5446365DB2B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7" name="Rectangle 4116">
                              <a:extLst>
                                <a:ext uri="{FF2B5EF4-FFF2-40B4-BE49-F238E27FC236}">
                                  <a16:creationId xmlns:a16="http://schemas.microsoft.com/office/drawing/2014/main" id="{CD071DCA-67CE-436C-9608-AFCCA2CB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118" name="Rectangle 4117">
                              <a:extLst>
                                <a:ext uri="{FF2B5EF4-FFF2-40B4-BE49-F238E27FC236}">
                                  <a16:creationId xmlns:a16="http://schemas.microsoft.com/office/drawing/2014/main" id="{A5472B82-62E6-4E31-B3EA-59B1D86691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08" name="Group 4107">
                          <a:extLst>
                            <a:ext uri="{FF2B5EF4-FFF2-40B4-BE49-F238E27FC236}">
                              <a16:creationId xmlns:a16="http://schemas.microsoft.com/office/drawing/2014/main" id="{D0FBD6C2-DB2D-4CBE-AA7C-1FE316BE39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09" name="Group 4108">
                            <a:extLst>
                              <a:ext uri="{FF2B5EF4-FFF2-40B4-BE49-F238E27FC236}">
                                <a16:creationId xmlns:a16="http://schemas.microsoft.com/office/drawing/2014/main" id="{687F071B-AF82-4DAE-AFC0-06F33F4A28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3" name="Rectangle 4112">
                              <a:extLst>
                                <a:ext uri="{FF2B5EF4-FFF2-40B4-BE49-F238E27FC236}">
                                  <a16:creationId xmlns:a16="http://schemas.microsoft.com/office/drawing/2014/main" id="{E15FD9B0-367F-4DCB-A124-5113EBD126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114" name="Rectangle 4113">
                              <a:extLst>
                                <a:ext uri="{FF2B5EF4-FFF2-40B4-BE49-F238E27FC236}">
                                  <a16:creationId xmlns:a16="http://schemas.microsoft.com/office/drawing/2014/main" id="{79E91E90-8ABB-48AE-AEDC-30B7D722F9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10" name="Group 4109">
                            <a:extLst>
                              <a:ext uri="{FF2B5EF4-FFF2-40B4-BE49-F238E27FC236}">
                                <a16:creationId xmlns:a16="http://schemas.microsoft.com/office/drawing/2014/main" id="{62FA9F6B-1FBC-4EB7-BC70-33C70A5EBB6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1" name="Rectangle 4110">
                              <a:extLst>
                                <a:ext uri="{FF2B5EF4-FFF2-40B4-BE49-F238E27FC236}">
                                  <a16:creationId xmlns:a16="http://schemas.microsoft.com/office/drawing/2014/main" id="{AC1820F1-CB9C-4F8D-BBF9-38E577A38E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112" name="Rectangle 4111">
                              <a:extLst>
                                <a:ext uri="{FF2B5EF4-FFF2-40B4-BE49-F238E27FC236}">
                                  <a16:creationId xmlns:a16="http://schemas.microsoft.com/office/drawing/2014/main" id="{B15871D8-4C30-47BA-BCEF-E588B938BF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040" name="Group 4039">
                    <a:extLst>
                      <a:ext uri="{FF2B5EF4-FFF2-40B4-BE49-F238E27FC236}">
                        <a16:creationId xmlns:a16="http://schemas.microsoft.com/office/drawing/2014/main" id="{06B0A9C0-D63E-416F-9462-2883CD27388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041" name="Group 4040">
                      <a:extLst>
                        <a:ext uri="{FF2B5EF4-FFF2-40B4-BE49-F238E27FC236}">
                          <a16:creationId xmlns:a16="http://schemas.microsoft.com/office/drawing/2014/main" id="{379EAF68-B767-4452-BF46-7C8B93998B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73" name="Group 4072">
                        <a:extLst>
                          <a:ext uri="{FF2B5EF4-FFF2-40B4-BE49-F238E27FC236}">
                            <a16:creationId xmlns:a16="http://schemas.microsoft.com/office/drawing/2014/main" id="{B41BBC15-684B-48C1-A390-65E983C427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89" name="Group 4088">
                          <a:extLst>
                            <a:ext uri="{FF2B5EF4-FFF2-40B4-BE49-F238E27FC236}">
                              <a16:creationId xmlns:a16="http://schemas.microsoft.com/office/drawing/2014/main" id="{D5AC52BA-6086-460E-8A67-D821A35D295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97" name="Group 4096">
                            <a:extLst>
                              <a:ext uri="{FF2B5EF4-FFF2-40B4-BE49-F238E27FC236}">
                                <a16:creationId xmlns:a16="http://schemas.microsoft.com/office/drawing/2014/main" id="{4DCAAB0D-2EDE-4E5B-AE7E-250427D7533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01" name="Rectangle 4100">
                              <a:extLst>
                                <a:ext uri="{FF2B5EF4-FFF2-40B4-BE49-F238E27FC236}">
                                  <a16:creationId xmlns:a16="http://schemas.microsoft.com/office/drawing/2014/main" id="{3615CB22-F5C9-4665-BE18-1C80347D67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102" name="Rectangle 4101">
                              <a:extLst>
                                <a:ext uri="{FF2B5EF4-FFF2-40B4-BE49-F238E27FC236}">
                                  <a16:creationId xmlns:a16="http://schemas.microsoft.com/office/drawing/2014/main" id="{A063C5D3-FBD9-4226-8460-A21381FF5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98" name="Group 4097">
                            <a:extLst>
                              <a:ext uri="{FF2B5EF4-FFF2-40B4-BE49-F238E27FC236}">
                                <a16:creationId xmlns:a16="http://schemas.microsoft.com/office/drawing/2014/main" id="{1DD521E6-8272-4E49-97F3-7D81874546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9" name="Rectangle 4098">
                              <a:extLst>
                                <a:ext uri="{FF2B5EF4-FFF2-40B4-BE49-F238E27FC236}">
                                  <a16:creationId xmlns:a16="http://schemas.microsoft.com/office/drawing/2014/main" id="{973D7702-9AF9-4E56-B8CD-53545C5305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100" name="Rectangle 4099">
                              <a:extLst>
                                <a:ext uri="{FF2B5EF4-FFF2-40B4-BE49-F238E27FC236}">
                                  <a16:creationId xmlns:a16="http://schemas.microsoft.com/office/drawing/2014/main" id="{984E6CDD-9714-4487-866C-0F370B7353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90" name="Group 4089">
                          <a:extLst>
                            <a:ext uri="{FF2B5EF4-FFF2-40B4-BE49-F238E27FC236}">
                              <a16:creationId xmlns:a16="http://schemas.microsoft.com/office/drawing/2014/main" id="{AA307351-2CCE-407D-9196-2A56C033A1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91" name="Group 4090">
                            <a:extLst>
                              <a:ext uri="{FF2B5EF4-FFF2-40B4-BE49-F238E27FC236}">
                                <a16:creationId xmlns:a16="http://schemas.microsoft.com/office/drawing/2014/main" id="{F6EF3735-132F-411B-8973-72D68952CF2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5" name="Rectangle 4094">
                              <a:extLst>
                                <a:ext uri="{FF2B5EF4-FFF2-40B4-BE49-F238E27FC236}">
                                  <a16:creationId xmlns:a16="http://schemas.microsoft.com/office/drawing/2014/main" id="{C9B17273-A57F-4226-87CF-EC7BE174E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096" name="Rectangle 4095">
                              <a:extLst>
                                <a:ext uri="{FF2B5EF4-FFF2-40B4-BE49-F238E27FC236}">
                                  <a16:creationId xmlns:a16="http://schemas.microsoft.com/office/drawing/2014/main" id="{78465D95-20FD-4847-A1F8-E02CA30F5F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92" name="Group 4091">
                            <a:extLst>
                              <a:ext uri="{FF2B5EF4-FFF2-40B4-BE49-F238E27FC236}">
                                <a16:creationId xmlns:a16="http://schemas.microsoft.com/office/drawing/2014/main" id="{087FB6BA-F697-4336-99A8-CD76148F4D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3" name="Rectangle 4092">
                              <a:extLst>
                                <a:ext uri="{FF2B5EF4-FFF2-40B4-BE49-F238E27FC236}">
                                  <a16:creationId xmlns:a16="http://schemas.microsoft.com/office/drawing/2014/main" id="{F31633D5-8177-447C-93F5-C13335C0F4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094" name="Rectangle 4093">
                              <a:extLst>
                                <a:ext uri="{FF2B5EF4-FFF2-40B4-BE49-F238E27FC236}">
                                  <a16:creationId xmlns:a16="http://schemas.microsoft.com/office/drawing/2014/main" id="{C65E2926-DA9B-4A1F-81DF-CFBB236372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74" name="Group 4073">
                        <a:extLst>
                          <a:ext uri="{FF2B5EF4-FFF2-40B4-BE49-F238E27FC236}">
                            <a16:creationId xmlns:a16="http://schemas.microsoft.com/office/drawing/2014/main" id="{02D4EABC-C9EB-4428-BF55-B7024E3E7E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75" name="Group 4074">
                          <a:extLst>
                            <a:ext uri="{FF2B5EF4-FFF2-40B4-BE49-F238E27FC236}">
                              <a16:creationId xmlns:a16="http://schemas.microsoft.com/office/drawing/2014/main" id="{B09C7966-1CC6-4C90-A20D-1B9E1120EE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83" name="Group 4082">
                            <a:extLst>
                              <a:ext uri="{FF2B5EF4-FFF2-40B4-BE49-F238E27FC236}">
                                <a16:creationId xmlns:a16="http://schemas.microsoft.com/office/drawing/2014/main" id="{DAF39D4B-8441-4227-9098-8A29FFDCF8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7" name="Rectangle 4086">
                              <a:extLst>
                                <a:ext uri="{FF2B5EF4-FFF2-40B4-BE49-F238E27FC236}">
                                  <a16:creationId xmlns:a16="http://schemas.microsoft.com/office/drawing/2014/main" id="{26DE23AF-73E7-46DC-AC9E-F0A8E5217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088" name="Rectangle 4087">
                              <a:extLst>
                                <a:ext uri="{FF2B5EF4-FFF2-40B4-BE49-F238E27FC236}">
                                  <a16:creationId xmlns:a16="http://schemas.microsoft.com/office/drawing/2014/main" id="{8F050532-7320-4E1B-929C-53158E23C5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84" name="Group 4083">
                            <a:extLst>
                              <a:ext uri="{FF2B5EF4-FFF2-40B4-BE49-F238E27FC236}">
                                <a16:creationId xmlns:a16="http://schemas.microsoft.com/office/drawing/2014/main" id="{1E9F42E4-A357-48FA-B6FE-DA4656B691F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5" name="Rectangle 4084">
                              <a:extLst>
                                <a:ext uri="{FF2B5EF4-FFF2-40B4-BE49-F238E27FC236}">
                                  <a16:creationId xmlns:a16="http://schemas.microsoft.com/office/drawing/2014/main" id="{17060DDC-0263-42D2-8666-3856A1C0F3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086" name="Rectangle 4085">
                              <a:extLst>
                                <a:ext uri="{FF2B5EF4-FFF2-40B4-BE49-F238E27FC236}">
                                  <a16:creationId xmlns:a16="http://schemas.microsoft.com/office/drawing/2014/main" id="{A5B78EA6-CB9B-47AC-85C7-7B8C0F125C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76" name="Group 4075">
                          <a:extLst>
                            <a:ext uri="{FF2B5EF4-FFF2-40B4-BE49-F238E27FC236}">
                              <a16:creationId xmlns:a16="http://schemas.microsoft.com/office/drawing/2014/main" id="{7572DFFF-9E3F-45F3-8695-323B75198B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77" name="Group 4076">
                            <a:extLst>
                              <a:ext uri="{FF2B5EF4-FFF2-40B4-BE49-F238E27FC236}">
                                <a16:creationId xmlns:a16="http://schemas.microsoft.com/office/drawing/2014/main" id="{A5805A27-1FF4-4CCA-A409-084EDFEA9AD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1" name="Rectangle 4080">
                              <a:extLst>
                                <a:ext uri="{FF2B5EF4-FFF2-40B4-BE49-F238E27FC236}">
                                  <a16:creationId xmlns:a16="http://schemas.microsoft.com/office/drawing/2014/main" id="{EF6F5DE3-201D-4C33-A5F7-4902AC000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082" name="Rectangle 4081">
                              <a:extLst>
                                <a:ext uri="{FF2B5EF4-FFF2-40B4-BE49-F238E27FC236}">
                                  <a16:creationId xmlns:a16="http://schemas.microsoft.com/office/drawing/2014/main" id="{F60C4173-9638-45CB-A5C9-B1F7557D9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78" name="Group 4077">
                            <a:extLst>
                              <a:ext uri="{FF2B5EF4-FFF2-40B4-BE49-F238E27FC236}">
                                <a16:creationId xmlns:a16="http://schemas.microsoft.com/office/drawing/2014/main" id="{C63D9FB3-9412-47CF-87AE-381698CCE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79" name="Rectangle 4078">
                              <a:extLst>
                                <a:ext uri="{FF2B5EF4-FFF2-40B4-BE49-F238E27FC236}">
                                  <a16:creationId xmlns:a16="http://schemas.microsoft.com/office/drawing/2014/main" id="{B4EF97AB-0E1D-4D6B-867E-EE2C278D28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080" name="Rectangle 4079">
                              <a:extLst>
                                <a:ext uri="{FF2B5EF4-FFF2-40B4-BE49-F238E27FC236}">
                                  <a16:creationId xmlns:a16="http://schemas.microsoft.com/office/drawing/2014/main" id="{A7389EA8-7B82-4F9B-9BE6-D47EBF61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042" name="Group 4041">
                      <a:extLst>
                        <a:ext uri="{FF2B5EF4-FFF2-40B4-BE49-F238E27FC236}">
                          <a16:creationId xmlns:a16="http://schemas.microsoft.com/office/drawing/2014/main" id="{048B620E-ECB8-4096-9EF3-F23FCA0F05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43" name="Group 4042">
                        <a:extLst>
                          <a:ext uri="{FF2B5EF4-FFF2-40B4-BE49-F238E27FC236}">
                            <a16:creationId xmlns:a16="http://schemas.microsoft.com/office/drawing/2014/main" id="{59006D44-2718-4A23-BABB-58DDB5B5B0F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59" name="Group 4058">
                          <a:extLst>
                            <a:ext uri="{FF2B5EF4-FFF2-40B4-BE49-F238E27FC236}">
                              <a16:creationId xmlns:a16="http://schemas.microsoft.com/office/drawing/2014/main" id="{339E966C-726A-4BC2-B0EC-A973BB8A5DE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67" name="Group 4066">
                            <a:extLst>
                              <a:ext uri="{FF2B5EF4-FFF2-40B4-BE49-F238E27FC236}">
                                <a16:creationId xmlns:a16="http://schemas.microsoft.com/office/drawing/2014/main" id="{897F88DD-F527-4DE3-AFF2-BD701C85D5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71" name="Rectangle 4070">
                              <a:extLst>
                                <a:ext uri="{FF2B5EF4-FFF2-40B4-BE49-F238E27FC236}">
                                  <a16:creationId xmlns:a16="http://schemas.microsoft.com/office/drawing/2014/main" id="{FAF9A207-92AB-4EE7-967B-57191C49E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072" name="Rectangle 4071">
                              <a:extLst>
                                <a:ext uri="{FF2B5EF4-FFF2-40B4-BE49-F238E27FC236}">
                                  <a16:creationId xmlns:a16="http://schemas.microsoft.com/office/drawing/2014/main" id="{D505B8E8-F329-4BB5-8C35-BECF763278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68" name="Group 4067">
                            <a:extLst>
                              <a:ext uri="{FF2B5EF4-FFF2-40B4-BE49-F238E27FC236}">
                                <a16:creationId xmlns:a16="http://schemas.microsoft.com/office/drawing/2014/main" id="{3767E9F3-BCD0-42BE-92F2-3270B03E80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9" name="Rectangle 4068">
                              <a:extLst>
                                <a:ext uri="{FF2B5EF4-FFF2-40B4-BE49-F238E27FC236}">
                                  <a16:creationId xmlns:a16="http://schemas.microsoft.com/office/drawing/2014/main" id="{4E8CF544-4333-4FA2-81AE-940EC2194B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070" name="Rectangle 4069">
                              <a:extLst>
                                <a:ext uri="{FF2B5EF4-FFF2-40B4-BE49-F238E27FC236}">
                                  <a16:creationId xmlns:a16="http://schemas.microsoft.com/office/drawing/2014/main" id="{3EA7C03A-2E92-4CA9-90D8-A07AA36DCF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60" name="Group 4059">
                          <a:extLst>
                            <a:ext uri="{FF2B5EF4-FFF2-40B4-BE49-F238E27FC236}">
                              <a16:creationId xmlns:a16="http://schemas.microsoft.com/office/drawing/2014/main" id="{B11B2D49-A9C1-4AFB-B088-E93EE508BA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61" name="Group 4060">
                            <a:extLst>
                              <a:ext uri="{FF2B5EF4-FFF2-40B4-BE49-F238E27FC236}">
                                <a16:creationId xmlns:a16="http://schemas.microsoft.com/office/drawing/2014/main" id="{A01A857A-D30A-4686-A9CD-BE3BE4D8E1E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5" name="Rectangle 4064">
                              <a:extLst>
                                <a:ext uri="{FF2B5EF4-FFF2-40B4-BE49-F238E27FC236}">
                                  <a16:creationId xmlns:a16="http://schemas.microsoft.com/office/drawing/2014/main" id="{3D3B4B94-8ADD-452E-A290-C537251B1B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066" name="Rectangle 4065">
                              <a:extLst>
                                <a:ext uri="{FF2B5EF4-FFF2-40B4-BE49-F238E27FC236}">
                                  <a16:creationId xmlns:a16="http://schemas.microsoft.com/office/drawing/2014/main" id="{B287140C-ABD6-4D04-AEB8-E24A856CD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62" name="Group 4061">
                            <a:extLst>
                              <a:ext uri="{FF2B5EF4-FFF2-40B4-BE49-F238E27FC236}">
                                <a16:creationId xmlns:a16="http://schemas.microsoft.com/office/drawing/2014/main" id="{73484140-C3FB-4631-9E3C-E0D7795E4E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3" name="Rectangle 4062">
                              <a:extLst>
                                <a:ext uri="{FF2B5EF4-FFF2-40B4-BE49-F238E27FC236}">
                                  <a16:creationId xmlns:a16="http://schemas.microsoft.com/office/drawing/2014/main" id="{AA4D2DBB-E687-40F4-B4EF-82BFFB4A6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064" name="Rectangle 4063">
                              <a:extLst>
                                <a:ext uri="{FF2B5EF4-FFF2-40B4-BE49-F238E27FC236}">
                                  <a16:creationId xmlns:a16="http://schemas.microsoft.com/office/drawing/2014/main" id="{67B29582-9874-410F-8DD1-07DBB762B1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44" name="Group 4043">
                        <a:extLst>
                          <a:ext uri="{FF2B5EF4-FFF2-40B4-BE49-F238E27FC236}">
                            <a16:creationId xmlns:a16="http://schemas.microsoft.com/office/drawing/2014/main" id="{A5017AC8-AC3D-4698-A2E9-09BBD4E20D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45" name="Group 4044">
                          <a:extLst>
                            <a:ext uri="{FF2B5EF4-FFF2-40B4-BE49-F238E27FC236}">
                              <a16:creationId xmlns:a16="http://schemas.microsoft.com/office/drawing/2014/main" id="{C6F8C31A-AE63-4E2D-A1C7-24365B47742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53" name="Group 4052">
                            <a:extLst>
                              <a:ext uri="{FF2B5EF4-FFF2-40B4-BE49-F238E27FC236}">
                                <a16:creationId xmlns:a16="http://schemas.microsoft.com/office/drawing/2014/main" id="{346E0AAA-F8B8-46A0-BAA3-EE7032C49D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7" name="Rectangle 4056">
                              <a:extLst>
                                <a:ext uri="{FF2B5EF4-FFF2-40B4-BE49-F238E27FC236}">
                                  <a16:creationId xmlns:a16="http://schemas.microsoft.com/office/drawing/2014/main" id="{DAEA2C5E-07A0-4255-B7FB-C647D1566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058" name="Rectangle 4057">
                              <a:extLst>
                                <a:ext uri="{FF2B5EF4-FFF2-40B4-BE49-F238E27FC236}">
                                  <a16:creationId xmlns:a16="http://schemas.microsoft.com/office/drawing/2014/main" id="{852AE9DE-2B62-4960-B1FF-D04092ADF2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54" name="Group 4053">
                            <a:extLst>
                              <a:ext uri="{FF2B5EF4-FFF2-40B4-BE49-F238E27FC236}">
                                <a16:creationId xmlns:a16="http://schemas.microsoft.com/office/drawing/2014/main" id="{23D24C25-5BA0-446B-B5CD-B38926222C7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5" name="Rectangle 4054">
                              <a:extLst>
                                <a:ext uri="{FF2B5EF4-FFF2-40B4-BE49-F238E27FC236}">
                                  <a16:creationId xmlns:a16="http://schemas.microsoft.com/office/drawing/2014/main" id="{A953A254-CB50-4872-A746-32FAAEAAA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056" name="Rectangle 4055">
                              <a:extLst>
                                <a:ext uri="{FF2B5EF4-FFF2-40B4-BE49-F238E27FC236}">
                                  <a16:creationId xmlns:a16="http://schemas.microsoft.com/office/drawing/2014/main" id="{E751C5FE-C7EC-4F22-A7A7-0F52C8DD5E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46" name="Group 4045">
                          <a:extLst>
                            <a:ext uri="{FF2B5EF4-FFF2-40B4-BE49-F238E27FC236}">
                              <a16:creationId xmlns:a16="http://schemas.microsoft.com/office/drawing/2014/main" id="{40940BBB-352C-4F5D-8194-12D17F102B6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47" name="Group 4046">
                            <a:extLst>
                              <a:ext uri="{FF2B5EF4-FFF2-40B4-BE49-F238E27FC236}">
                                <a16:creationId xmlns:a16="http://schemas.microsoft.com/office/drawing/2014/main" id="{B9490F2F-51CE-4F20-9E99-C6301E6A45C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1" name="Rectangle 4050">
                              <a:extLst>
                                <a:ext uri="{FF2B5EF4-FFF2-40B4-BE49-F238E27FC236}">
                                  <a16:creationId xmlns:a16="http://schemas.microsoft.com/office/drawing/2014/main" id="{59418216-AA21-46D7-8F3C-8DE7B70965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052" name="Rectangle 4051">
                              <a:extLst>
                                <a:ext uri="{FF2B5EF4-FFF2-40B4-BE49-F238E27FC236}">
                                  <a16:creationId xmlns:a16="http://schemas.microsoft.com/office/drawing/2014/main" id="{B820C3DD-0C6D-4835-81C2-B178F21073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48" name="Group 4047">
                            <a:extLst>
                              <a:ext uri="{FF2B5EF4-FFF2-40B4-BE49-F238E27FC236}">
                                <a16:creationId xmlns:a16="http://schemas.microsoft.com/office/drawing/2014/main" id="{89BA2E94-0E7E-450C-B2BE-1C3E33D3E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49" name="Rectangle 4048">
                              <a:extLst>
                                <a:ext uri="{FF2B5EF4-FFF2-40B4-BE49-F238E27FC236}">
                                  <a16:creationId xmlns:a16="http://schemas.microsoft.com/office/drawing/2014/main" id="{C8DC53C9-F6CC-448C-9F0B-D1D62DAE3B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050" name="Rectangle 4049">
                              <a:extLst>
                                <a:ext uri="{FF2B5EF4-FFF2-40B4-BE49-F238E27FC236}">
                                  <a16:creationId xmlns:a16="http://schemas.microsoft.com/office/drawing/2014/main" id="{BE74D7A2-9E4B-4D17-A433-71FA96F068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3782" name="Group 3781">
                <a:extLst>
                  <a:ext uri="{FF2B5EF4-FFF2-40B4-BE49-F238E27FC236}">
                    <a16:creationId xmlns:a16="http://schemas.microsoft.com/office/drawing/2014/main" id="{4AB79DFA-0068-40AA-80C4-25DAA581B47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783" name="Group 3782">
                  <a:extLst>
                    <a:ext uri="{FF2B5EF4-FFF2-40B4-BE49-F238E27FC236}">
                      <a16:creationId xmlns:a16="http://schemas.microsoft.com/office/drawing/2014/main" id="{2204B609-B00B-46BF-9A59-1F6663B960F3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911" name="Group 3910">
                    <a:extLst>
                      <a:ext uri="{FF2B5EF4-FFF2-40B4-BE49-F238E27FC236}">
                        <a16:creationId xmlns:a16="http://schemas.microsoft.com/office/drawing/2014/main" id="{14D8D78D-9882-4323-830C-FF32C8981C7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975" name="Group 3974">
                      <a:extLst>
                        <a:ext uri="{FF2B5EF4-FFF2-40B4-BE49-F238E27FC236}">
                          <a16:creationId xmlns:a16="http://schemas.microsoft.com/office/drawing/2014/main" id="{86569791-A4D6-4CE6-B37F-9A91B1E020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07" name="Group 4006">
                        <a:extLst>
                          <a:ext uri="{FF2B5EF4-FFF2-40B4-BE49-F238E27FC236}">
                            <a16:creationId xmlns:a16="http://schemas.microsoft.com/office/drawing/2014/main" id="{3C9926F5-3387-41F3-B10D-DC9579342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23" name="Group 4022">
                          <a:extLst>
                            <a:ext uri="{FF2B5EF4-FFF2-40B4-BE49-F238E27FC236}">
                              <a16:creationId xmlns:a16="http://schemas.microsoft.com/office/drawing/2014/main" id="{087BE6C7-B3C2-47F6-A456-18CCFAC8829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31" name="Group 4030">
                            <a:extLst>
                              <a:ext uri="{FF2B5EF4-FFF2-40B4-BE49-F238E27FC236}">
                                <a16:creationId xmlns:a16="http://schemas.microsoft.com/office/drawing/2014/main" id="{2B9F423F-7228-4619-9B46-FB70A5EF69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35" name="Rectangle 4034">
                              <a:extLst>
                                <a:ext uri="{FF2B5EF4-FFF2-40B4-BE49-F238E27FC236}">
                                  <a16:creationId xmlns:a16="http://schemas.microsoft.com/office/drawing/2014/main" id="{26BC7858-8DFC-43B8-B1A3-346F378316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036" name="Rectangle 4035">
                              <a:extLst>
                                <a:ext uri="{FF2B5EF4-FFF2-40B4-BE49-F238E27FC236}">
                                  <a16:creationId xmlns:a16="http://schemas.microsoft.com/office/drawing/2014/main" id="{5ACAD627-B36B-4F06-B6B5-7C9B8A3A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32" name="Group 4031">
                            <a:extLst>
                              <a:ext uri="{FF2B5EF4-FFF2-40B4-BE49-F238E27FC236}">
                                <a16:creationId xmlns:a16="http://schemas.microsoft.com/office/drawing/2014/main" id="{E5559838-CEB1-4674-B94B-5981D98DDE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33" name="Rectangle 4032">
                              <a:extLst>
                                <a:ext uri="{FF2B5EF4-FFF2-40B4-BE49-F238E27FC236}">
                                  <a16:creationId xmlns:a16="http://schemas.microsoft.com/office/drawing/2014/main" id="{AAA1E80D-194C-46F4-8607-389FF3E1F6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034" name="Rectangle 4033">
                              <a:extLst>
                                <a:ext uri="{FF2B5EF4-FFF2-40B4-BE49-F238E27FC236}">
                                  <a16:creationId xmlns:a16="http://schemas.microsoft.com/office/drawing/2014/main" id="{F9777174-F246-48AC-957C-2BBD71C42D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24" name="Group 4023">
                          <a:extLst>
                            <a:ext uri="{FF2B5EF4-FFF2-40B4-BE49-F238E27FC236}">
                              <a16:creationId xmlns:a16="http://schemas.microsoft.com/office/drawing/2014/main" id="{79FF0519-DA11-4E89-80B7-BC2B54E144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25" name="Group 4024">
                            <a:extLst>
                              <a:ext uri="{FF2B5EF4-FFF2-40B4-BE49-F238E27FC236}">
                                <a16:creationId xmlns:a16="http://schemas.microsoft.com/office/drawing/2014/main" id="{798EAB09-BB95-49C1-AE6B-734F860B11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9" name="Rectangle 4028">
                              <a:extLst>
                                <a:ext uri="{FF2B5EF4-FFF2-40B4-BE49-F238E27FC236}">
                                  <a16:creationId xmlns:a16="http://schemas.microsoft.com/office/drawing/2014/main" id="{5AFD1CA1-9E42-41FA-8490-9943B2BE87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030" name="Rectangle 4029">
                              <a:extLst>
                                <a:ext uri="{FF2B5EF4-FFF2-40B4-BE49-F238E27FC236}">
                                  <a16:creationId xmlns:a16="http://schemas.microsoft.com/office/drawing/2014/main" id="{1D3DF87D-9D8E-487C-ACC2-A8980870D4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26" name="Group 4025">
                            <a:extLst>
                              <a:ext uri="{FF2B5EF4-FFF2-40B4-BE49-F238E27FC236}">
                                <a16:creationId xmlns:a16="http://schemas.microsoft.com/office/drawing/2014/main" id="{F03AE81B-9538-41B5-978D-FE114DDCC3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7" name="Rectangle 4026">
                              <a:extLst>
                                <a:ext uri="{FF2B5EF4-FFF2-40B4-BE49-F238E27FC236}">
                                  <a16:creationId xmlns:a16="http://schemas.microsoft.com/office/drawing/2014/main" id="{09B65E87-C635-44E3-8559-4900E36BF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028" name="Rectangle 4027">
                              <a:extLst>
                                <a:ext uri="{FF2B5EF4-FFF2-40B4-BE49-F238E27FC236}">
                                  <a16:creationId xmlns:a16="http://schemas.microsoft.com/office/drawing/2014/main" id="{366DF0BB-335B-4747-9708-FFEE6E06AD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08" name="Group 4007">
                        <a:extLst>
                          <a:ext uri="{FF2B5EF4-FFF2-40B4-BE49-F238E27FC236}">
                            <a16:creationId xmlns:a16="http://schemas.microsoft.com/office/drawing/2014/main" id="{3F9515B2-7598-4256-BB4F-171A3765E2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09" name="Group 4008">
                          <a:extLst>
                            <a:ext uri="{FF2B5EF4-FFF2-40B4-BE49-F238E27FC236}">
                              <a16:creationId xmlns:a16="http://schemas.microsoft.com/office/drawing/2014/main" id="{965EC5EB-034A-4562-AAE8-42A1784F3C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17" name="Group 4016">
                            <a:extLst>
                              <a:ext uri="{FF2B5EF4-FFF2-40B4-BE49-F238E27FC236}">
                                <a16:creationId xmlns:a16="http://schemas.microsoft.com/office/drawing/2014/main" id="{7DEC8AC8-472D-4770-9220-9E7CA52ABC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1" name="Rectangle 4020">
                              <a:extLst>
                                <a:ext uri="{FF2B5EF4-FFF2-40B4-BE49-F238E27FC236}">
                                  <a16:creationId xmlns:a16="http://schemas.microsoft.com/office/drawing/2014/main" id="{77804CD6-EF28-43A3-A652-A381633A53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022" name="Rectangle 4021">
                              <a:extLst>
                                <a:ext uri="{FF2B5EF4-FFF2-40B4-BE49-F238E27FC236}">
                                  <a16:creationId xmlns:a16="http://schemas.microsoft.com/office/drawing/2014/main" id="{A3EC6AB7-BF43-4439-A8F2-1BA411212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18" name="Group 4017">
                            <a:extLst>
                              <a:ext uri="{FF2B5EF4-FFF2-40B4-BE49-F238E27FC236}">
                                <a16:creationId xmlns:a16="http://schemas.microsoft.com/office/drawing/2014/main" id="{526A02AB-412C-4061-9078-027CA6C48C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9" name="Rectangle 4018">
                              <a:extLst>
                                <a:ext uri="{FF2B5EF4-FFF2-40B4-BE49-F238E27FC236}">
                                  <a16:creationId xmlns:a16="http://schemas.microsoft.com/office/drawing/2014/main" id="{9BB1F25C-ABD5-4024-A9E6-4A4F34E386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020" name="Rectangle 4019">
                              <a:extLst>
                                <a:ext uri="{FF2B5EF4-FFF2-40B4-BE49-F238E27FC236}">
                                  <a16:creationId xmlns:a16="http://schemas.microsoft.com/office/drawing/2014/main" id="{2F6116A0-0999-4FCB-AB72-21D67C449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10" name="Group 4009">
                          <a:extLst>
                            <a:ext uri="{FF2B5EF4-FFF2-40B4-BE49-F238E27FC236}">
                              <a16:creationId xmlns:a16="http://schemas.microsoft.com/office/drawing/2014/main" id="{0170E8B8-D473-4B6E-A43B-36C52EB75A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11" name="Group 4010">
                            <a:extLst>
                              <a:ext uri="{FF2B5EF4-FFF2-40B4-BE49-F238E27FC236}">
                                <a16:creationId xmlns:a16="http://schemas.microsoft.com/office/drawing/2014/main" id="{EB503BB9-0404-4517-902D-CF2D22AE4F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5" name="Rectangle 4014">
                              <a:extLst>
                                <a:ext uri="{FF2B5EF4-FFF2-40B4-BE49-F238E27FC236}">
                                  <a16:creationId xmlns:a16="http://schemas.microsoft.com/office/drawing/2014/main" id="{522B7D3C-49DC-401F-912C-4A6336564A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016" name="Rectangle 4015">
                              <a:extLst>
                                <a:ext uri="{FF2B5EF4-FFF2-40B4-BE49-F238E27FC236}">
                                  <a16:creationId xmlns:a16="http://schemas.microsoft.com/office/drawing/2014/main" id="{109E86A8-0AFA-4A49-86A2-8CC8CEBBC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12" name="Group 4011">
                            <a:extLst>
                              <a:ext uri="{FF2B5EF4-FFF2-40B4-BE49-F238E27FC236}">
                                <a16:creationId xmlns:a16="http://schemas.microsoft.com/office/drawing/2014/main" id="{84520153-C6C4-4F96-9D00-69E1FEAAE71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3" name="Rectangle 4012">
                              <a:extLst>
                                <a:ext uri="{FF2B5EF4-FFF2-40B4-BE49-F238E27FC236}">
                                  <a16:creationId xmlns:a16="http://schemas.microsoft.com/office/drawing/2014/main" id="{B8461C91-1054-40A6-802D-6AF80BF12D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014" name="Rectangle 4013">
                              <a:extLst>
                                <a:ext uri="{FF2B5EF4-FFF2-40B4-BE49-F238E27FC236}">
                                  <a16:creationId xmlns:a16="http://schemas.microsoft.com/office/drawing/2014/main" id="{0EE5EBEC-62DF-4705-B963-746D0B2E9E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976" name="Group 3975">
                      <a:extLst>
                        <a:ext uri="{FF2B5EF4-FFF2-40B4-BE49-F238E27FC236}">
                          <a16:creationId xmlns:a16="http://schemas.microsoft.com/office/drawing/2014/main" id="{2758B8F6-FD53-44ED-926A-6551034C3B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77" name="Group 3976">
                        <a:extLst>
                          <a:ext uri="{FF2B5EF4-FFF2-40B4-BE49-F238E27FC236}">
                            <a16:creationId xmlns:a16="http://schemas.microsoft.com/office/drawing/2014/main" id="{E49E4B06-AFEF-491F-B849-8845C69C2F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93" name="Group 3992">
                          <a:extLst>
                            <a:ext uri="{FF2B5EF4-FFF2-40B4-BE49-F238E27FC236}">
                              <a16:creationId xmlns:a16="http://schemas.microsoft.com/office/drawing/2014/main" id="{AE33BF10-18AB-4BE1-B991-EAE2A87AC9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01" name="Group 4000">
                            <a:extLst>
                              <a:ext uri="{FF2B5EF4-FFF2-40B4-BE49-F238E27FC236}">
                                <a16:creationId xmlns:a16="http://schemas.microsoft.com/office/drawing/2014/main" id="{FD0330B5-7B79-437D-8949-D0554AEC18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05" name="Rectangle 4004">
                              <a:extLst>
                                <a:ext uri="{FF2B5EF4-FFF2-40B4-BE49-F238E27FC236}">
                                  <a16:creationId xmlns:a16="http://schemas.microsoft.com/office/drawing/2014/main" id="{E46D4E2D-4CC1-4A2E-B4BE-490C1A1C6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006" name="Rectangle 4005">
                              <a:extLst>
                                <a:ext uri="{FF2B5EF4-FFF2-40B4-BE49-F238E27FC236}">
                                  <a16:creationId xmlns:a16="http://schemas.microsoft.com/office/drawing/2014/main" id="{B3632E69-1374-4C6A-A248-B01F50E9A9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02" name="Group 4001">
                            <a:extLst>
                              <a:ext uri="{FF2B5EF4-FFF2-40B4-BE49-F238E27FC236}">
                                <a16:creationId xmlns:a16="http://schemas.microsoft.com/office/drawing/2014/main" id="{B0441172-C2E2-4540-A7EE-5CDB495511E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03" name="Rectangle 4002">
                              <a:extLst>
                                <a:ext uri="{FF2B5EF4-FFF2-40B4-BE49-F238E27FC236}">
                                  <a16:creationId xmlns:a16="http://schemas.microsoft.com/office/drawing/2014/main" id="{F112DD35-B578-425E-9680-3512B6112B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004" name="Rectangle 4003">
                              <a:extLst>
                                <a:ext uri="{FF2B5EF4-FFF2-40B4-BE49-F238E27FC236}">
                                  <a16:creationId xmlns:a16="http://schemas.microsoft.com/office/drawing/2014/main" id="{0D46A805-F850-4ED0-AA51-B1C82F17C3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94" name="Group 3993">
                          <a:extLst>
                            <a:ext uri="{FF2B5EF4-FFF2-40B4-BE49-F238E27FC236}">
                              <a16:creationId xmlns:a16="http://schemas.microsoft.com/office/drawing/2014/main" id="{F7E80FAF-27CE-4351-A0E0-1EFC6B090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95" name="Group 3994">
                            <a:extLst>
                              <a:ext uri="{FF2B5EF4-FFF2-40B4-BE49-F238E27FC236}">
                                <a16:creationId xmlns:a16="http://schemas.microsoft.com/office/drawing/2014/main" id="{EB6321D3-0291-4228-BDDF-D796CA2D43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9" name="Rectangle 3998">
                              <a:extLst>
                                <a:ext uri="{FF2B5EF4-FFF2-40B4-BE49-F238E27FC236}">
                                  <a16:creationId xmlns:a16="http://schemas.microsoft.com/office/drawing/2014/main" id="{2DDBE5A5-3549-4C8F-B32F-AB2251403B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000" name="Rectangle 3999">
                              <a:extLst>
                                <a:ext uri="{FF2B5EF4-FFF2-40B4-BE49-F238E27FC236}">
                                  <a16:creationId xmlns:a16="http://schemas.microsoft.com/office/drawing/2014/main" id="{374743B5-B2C6-4F59-A60D-94D0C9AE2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96" name="Group 3995">
                            <a:extLst>
                              <a:ext uri="{FF2B5EF4-FFF2-40B4-BE49-F238E27FC236}">
                                <a16:creationId xmlns:a16="http://schemas.microsoft.com/office/drawing/2014/main" id="{E2940512-C68F-441A-A1C0-C493785F85B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7" name="Rectangle 3996">
                              <a:extLst>
                                <a:ext uri="{FF2B5EF4-FFF2-40B4-BE49-F238E27FC236}">
                                  <a16:creationId xmlns:a16="http://schemas.microsoft.com/office/drawing/2014/main" id="{443B8E2F-4CFC-49AC-A072-50BA6E6AD0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998" name="Rectangle 3997">
                              <a:extLst>
                                <a:ext uri="{FF2B5EF4-FFF2-40B4-BE49-F238E27FC236}">
                                  <a16:creationId xmlns:a16="http://schemas.microsoft.com/office/drawing/2014/main" id="{189AFF97-0B80-4131-B44D-DF4C79A41B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78" name="Group 3977">
                        <a:extLst>
                          <a:ext uri="{FF2B5EF4-FFF2-40B4-BE49-F238E27FC236}">
                            <a16:creationId xmlns:a16="http://schemas.microsoft.com/office/drawing/2014/main" id="{B41E0EEF-CA10-497B-B2A4-DFF8B3460DA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79" name="Group 3978">
                          <a:extLst>
                            <a:ext uri="{FF2B5EF4-FFF2-40B4-BE49-F238E27FC236}">
                              <a16:creationId xmlns:a16="http://schemas.microsoft.com/office/drawing/2014/main" id="{442DD11A-E73D-4A7F-908D-97152E5A7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87" name="Group 3986">
                            <a:extLst>
                              <a:ext uri="{FF2B5EF4-FFF2-40B4-BE49-F238E27FC236}">
                                <a16:creationId xmlns:a16="http://schemas.microsoft.com/office/drawing/2014/main" id="{7F4D7E42-4F6D-44DD-9D4E-BA936A6A24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1" name="Rectangle 3990">
                              <a:extLst>
                                <a:ext uri="{FF2B5EF4-FFF2-40B4-BE49-F238E27FC236}">
                                  <a16:creationId xmlns:a16="http://schemas.microsoft.com/office/drawing/2014/main" id="{319C6689-E46B-49D0-BE07-993F0BD654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992" name="Rectangle 3991">
                              <a:extLst>
                                <a:ext uri="{FF2B5EF4-FFF2-40B4-BE49-F238E27FC236}">
                                  <a16:creationId xmlns:a16="http://schemas.microsoft.com/office/drawing/2014/main" id="{DDB84249-BF44-4120-B76C-E1247D2F35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88" name="Group 3987">
                            <a:extLst>
                              <a:ext uri="{FF2B5EF4-FFF2-40B4-BE49-F238E27FC236}">
                                <a16:creationId xmlns:a16="http://schemas.microsoft.com/office/drawing/2014/main" id="{711543DA-EB91-44FA-9A1E-AA8306A0D56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9" name="Rectangle 3988">
                              <a:extLst>
                                <a:ext uri="{FF2B5EF4-FFF2-40B4-BE49-F238E27FC236}">
                                  <a16:creationId xmlns:a16="http://schemas.microsoft.com/office/drawing/2014/main" id="{D582732C-1930-423F-9238-3ABF9206D2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990" name="Rectangle 3989">
                              <a:extLst>
                                <a:ext uri="{FF2B5EF4-FFF2-40B4-BE49-F238E27FC236}">
                                  <a16:creationId xmlns:a16="http://schemas.microsoft.com/office/drawing/2014/main" id="{F6F81A6A-CC16-418A-A961-E60AD2CE18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80" name="Group 3979">
                          <a:extLst>
                            <a:ext uri="{FF2B5EF4-FFF2-40B4-BE49-F238E27FC236}">
                              <a16:creationId xmlns:a16="http://schemas.microsoft.com/office/drawing/2014/main" id="{7D666F8D-C289-4897-A8B4-A8B52A90AB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81" name="Group 3980">
                            <a:extLst>
                              <a:ext uri="{FF2B5EF4-FFF2-40B4-BE49-F238E27FC236}">
                                <a16:creationId xmlns:a16="http://schemas.microsoft.com/office/drawing/2014/main" id="{0EF413C6-6AD1-4C5F-9B85-095925A99A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5" name="Rectangle 3984">
                              <a:extLst>
                                <a:ext uri="{FF2B5EF4-FFF2-40B4-BE49-F238E27FC236}">
                                  <a16:creationId xmlns:a16="http://schemas.microsoft.com/office/drawing/2014/main" id="{FA499861-55DF-4C7E-B25B-4397220285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986" name="Rectangle 3985">
                              <a:extLst>
                                <a:ext uri="{FF2B5EF4-FFF2-40B4-BE49-F238E27FC236}">
                                  <a16:creationId xmlns:a16="http://schemas.microsoft.com/office/drawing/2014/main" id="{48AAF8A3-EF13-4F15-AC80-D1764F45F1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82" name="Group 3981">
                            <a:extLst>
                              <a:ext uri="{FF2B5EF4-FFF2-40B4-BE49-F238E27FC236}">
                                <a16:creationId xmlns:a16="http://schemas.microsoft.com/office/drawing/2014/main" id="{2DFDD52B-4F86-4C45-BC27-560E6D2437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3" name="Rectangle 3982">
                              <a:extLst>
                                <a:ext uri="{FF2B5EF4-FFF2-40B4-BE49-F238E27FC236}">
                                  <a16:creationId xmlns:a16="http://schemas.microsoft.com/office/drawing/2014/main" id="{72A6F18C-594D-4723-94BF-10C6F903FD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984" name="Rectangle 3983">
                              <a:extLst>
                                <a:ext uri="{FF2B5EF4-FFF2-40B4-BE49-F238E27FC236}">
                                  <a16:creationId xmlns:a16="http://schemas.microsoft.com/office/drawing/2014/main" id="{93E7FA20-1076-4D79-9EE5-9B3376DD2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912" name="Group 3911">
                    <a:extLst>
                      <a:ext uri="{FF2B5EF4-FFF2-40B4-BE49-F238E27FC236}">
                        <a16:creationId xmlns:a16="http://schemas.microsoft.com/office/drawing/2014/main" id="{D6E4A7CC-1C26-481A-9242-A127FB0F94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913" name="Group 3912">
                      <a:extLst>
                        <a:ext uri="{FF2B5EF4-FFF2-40B4-BE49-F238E27FC236}">
                          <a16:creationId xmlns:a16="http://schemas.microsoft.com/office/drawing/2014/main" id="{FA85D407-7797-43B6-B59B-3985715D51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45" name="Group 3944">
                        <a:extLst>
                          <a:ext uri="{FF2B5EF4-FFF2-40B4-BE49-F238E27FC236}">
                            <a16:creationId xmlns:a16="http://schemas.microsoft.com/office/drawing/2014/main" id="{2BE2E516-16F9-4171-BBD2-17BAA75C20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61" name="Group 3960">
                          <a:extLst>
                            <a:ext uri="{FF2B5EF4-FFF2-40B4-BE49-F238E27FC236}">
                              <a16:creationId xmlns:a16="http://schemas.microsoft.com/office/drawing/2014/main" id="{0010A814-39A5-4708-B398-C56DB85E0D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69" name="Group 3968">
                            <a:extLst>
                              <a:ext uri="{FF2B5EF4-FFF2-40B4-BE49-F238E27FC236}">
                                <a16:creationId xmlns:a16="http://schemas.microsoft.com/office/drawing/2014/main" id="{33746C82-6541-403D-A9C3-09AF5725C4D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73" name="Rectangle 3972">
                              <a:extLst>
                                <a:ext uri="{FF2B5EF4-FFF2-40B4-BE49-F238E27FC236}">
                                  <a16:creationId xmlns:a16="http://schemas.microsoft.com/office/drawing/2014/main" id="{F8B76B69-2722-4F55-92BE-A521004DD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974" name="Rectangle 3973">
                              <a:extLst>
                                <a:ext uri="{FF2B5EF4-FFF2-40B4-BE49-F238E27FC236}">
                                  <a16:creationId xmlns:a16="http://schemas.microsoft.com/office/drawing/2014/main" id="{7A17DB28-F41D-42B3-A067-F48517CCB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70" name="Group 3969">
                            <a:extLst>
                              <a:ext uri="{FF2B5EF4-FFF2-40B4-BE49-F238E27FC236}">
                                <a16:creationId xmlns:a16="http://schemas.microsoft.com/office/drawing/2014/main" id="{7A29C646-99AA-48A4-8921-0DF16C2884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71" name="Rectangle 3970">
                              <a:extLst>
                                <a:ext uri="{FF2B5EF4-FFF2-40B4-BE49-F238E27FC236}">
                                  <a16:creationId xmlns:a16="http://schemas.microsoft.com/office/drawing/2014/main" id="{65627A33-2E74-4FB0-BF0C-0EEE599C5F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972" name="Rectangle 3971">
                              <a:extLst>
                                <a:ext uri="{FF2B5EF4-FFF2-40B4-BE49-F238E27FC236}">
                                  <a16:creationId xmlns:a16="http://schemas.microsoft.com/office/drawing/2014/main" id="{7616B060-E15E-4177-A605-62354CDAA0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62" name="Group 3961">
                          <a:extLst>
                            <a:ext uri="{FF2B5EF4-FFF2-40B4-BE49-F238E27FC236}">
                              <a16:creationId xmlns:a16="http://schemas.microsoft.com/office/drawing/2014/main" id="{98CC4CEE-8C93-40CA-9891-B6DD2455E7E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63" name="Group 3962">
                            <a:extLst>
                              <a:ext uri="{FF2B5EF4-FFF2-40B4-BE49-F238E27FC236}">
                                <a16:creationId xmlns:a16="http://schemas.microsoft.com/office/drawing/2014/main" id="{DCCC7487-5FDB-48A0-BDFE-18B4CF8817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67" name="Rectangle 3966">
                              <a:extLst>
                                <a:ext uri="{FF2B5EF4-FFF2-40B4-BE49-F238E27FC236}">
                                  <a16:creationId xmlns:a16="http://schemas.microsoft.com/office/drawing/2014/main" id="{5B8492B1-63E1-46A6-8F99-3C4CD63781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968" name="Rectangle 3967">
                              <a:extLst>
                                <a:ext uri="{FF2B5EF4-FFF2-40B4-BE49-F238E27FC236}">
                                  <a16:creationId xmlns:a16="http://schemas.microsoft.com/office/drawing/2014/main" id="{F39BA7D7-2FC3-4C0E-B7A9-DD7F8A8F2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64" name="Group 3963">
                            <a:extLst>
                              <a:ext uri="{FF2B5EF4-FFF2-40B4-BE49-F238E27FC236}">
                                <a16:creationId xmlns:a16="http://schemas.microsoft.com/office/drawing/2014/main" id="{D9875B6F-7DFC-42BB-9F20-DFE2ABD9B0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65" name="Rectangle 3964">
                              <a:extLst>
                                <a:ext uri="{FF2B5EF4-FFF2-40B4-BE49-F238E27FC236}">
                                  <a16:creationId xmlns:a16="http://schemas.microsoft.com/office/drawing/2014/main" id="{51835261-F008-4F43-A42D-FE458FE880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966" name="Rectangle 3965">
                              <a:extLst>
                                <a:ext uri="{FF2B5EF4-FFF2-40B4-BE49-F238E27FC236}">
                                  <a16:creationId xmlns:a16="http://schemas.microsoft.com/office/drawing/2014/main" id="{21CA2EAE-B3F4-42A7-A2DE-265732A1D1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46" name="Group 3945">
                        <a:extLst>
                          <a:ext uri="{FF2B5EF4-FFF2-40B4-BE49-F238E27FC236}">
                            <a16:creationId xmlns:a16="http://schemas.microsoft.com/office/drawing/2014/main" id="{507051C4-ACBA-4857-B60D-24A9AB48A0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47" name="Group 3946">
                          <a:extLst>
                            <a:ext uri="{FF2B5EF4-FFF2-40B4-BE49-F238E27FC236}">
                              <a16:creationId xmlns:a16="http://schemas.microsoft.com/office/drawing/2014/main" id="{AAE89629-44F3-4B0F-8BF1-E47B36A329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55" name="Group 3954">
                            <a:extLst>
                              <a:ext uri="{FF2B5EF4-FFF2-40B4-BE49-F238E27FC236}">
                                <a16:creationId xmlns:a16="http://schemas.microsoft.com/office/drawing/2014/main" id="{16F12611-BBEA-4E9B-B320-60F9F546CD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9" name="Rectangle 3958">
                              <a:extLst>
                                <a:ext uri="{FF2B5EF4-FFF2-40B4-BE49-F238E27FC236}">
                                  <a16:creationId xmlns:a16="http://schemas.microsoft.com/office/drawing/2014/main" id="{1F7D8811-A5BC-4597-BECE-4CD11AE558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960" name="Rectangle 3959">
                              <a:extLst>
                                <a:ext uri="{FF2B5EF4-FFF2-40B4-BE49-F238E27FC236}">
                                  <a16:creationId xmlns:a16="http://schemas.microsoft.com/office/drawing/2014/main" id="{F70F6C1F-20BC-4253-A1A5-B6AE0A7AFC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56" name="Group 3955">
                            <a:extLst>
                              <a:ext uri="{FF2B5EF4-FFF2-40B4-BE49-F238E27FC236}">
                                <a16:creationId xmlns:a16="http://schemas.microsoft.com/office/drawing/2014/main" id="{822D65C4-E7DD-4D2C-A8BB-A7E7363B7CB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7" name="Rectangle 3956">
                              <a:extLst>
                                <a:ext uri="{FF2B5EF4-FFF2-40B4-BE49-F238E27FC236}">
                                  <a16:creationId xmlns:a16="http://schemas.microsoft.com/office/drawing/2014/main" id="{4CE7ADF7-A76D-44AF-985D-5B50F9FE95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958" name="Rectangle 3957">
                              <a:extLst>
                                <a:ext uri="{FF2B5EF4-FFF2-40B4-BE49-F238E27FC236}">
                                  <a16:creationId xmlns:a16="http://schemas.microsoft.com/office/drawing/2014/main" id="{3C24BF60-C655-4BAA-995A-479706AD99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48" name="Group 3947">
                          <a:extLst>
                            <a:ext uri="{FF2B5EF4-FFF2-40B4-BE49-F238E27FC236}">
                              <a16:creationId xmlns:a16="http://schemas.microsoft.com/office/drawing/2014/main" id="{C23F35BE-B683-4FE9-8819-56FF7CE8865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49" name="Group 3948">
                            <a:extLst>
                              <a:ext uri="{FF2B5EF4-FFF2-40B4-BE49-F238E27FC236}">
                                <a16:creationId xmlns:a16="http://schemas.microsoft.com/office/drawing/2014/main" id="{7F2E81EF-4AC0-4C59-8A36-955D2BD1D9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3" name="Rectangle 3952">
                              <a:extLst>
                                <a:ext uri="{FF2B5EF4-FFF2-40B4-BE49-F238E27FC236}">
                                  <a16:creationId xmlns:a16="http://schemas.microsoft.com/office/drawing/2014/main" id="{CC28A1B7-4D37-45F1-A253-D9CF21B73F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954" name="Rectangle 3953">
                              <a:extLst>
                                <a:ext uri="{FF2B5EF4-FFF2-40B4-BE49-F238E27FC236}">
                                  <a16:creationId xmlns:a16="http://schemas.microsoft.com/office/drawing/2014/main" id="{F4C8FC92-82C3-44BD-A817-E90A110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50" name="Group 3949">
                            <a:extLst>
                              <a:ext uri="{FF2B5EF4-FFF2-40B4-BE49-F238E27FC236}">
                                <a16:creationId xmlns:a16="http://schemas.microsoft.com/office/drawing/2014/main" id="{A0A6F435-DCA7-49C5-BC82-5EE0A8AEE7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1" name="Rectangle 3950">
                              <a:extLst>
                                <a:ext uri="{FF2B5EF4-FFF2-40B4-BE49-F238E27FC236}">
                                  <a16:creationId xmlns:a16="http://schemas.microsoft.com/office/drawing/2014/main" id="{92B32F66-2049-4268-82B9-C1B018BF16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952" name="Rectangle 3951">
                              <a:extLst>
                                <a:ext uri="{FF2B5EF4-FFF2-40B4-BE49-F238E27FC236}">
                                  <a16:creationId xmlns:a16="http://schemas.microsoft.com/office/drawing/2014/main" id="{78525CC8-D660-4472-88AA-FA2A3B3272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914" name="Group 3913">
                      <a:extLst>
                        <a:ext uri="{FF2B5EF4-FFF2-40B4-BE49-F238E27FC236}">
                          <a16:creationId xmlns:a16="http://schemas.microsoft.com/office/drawing/2014/main" id="{035C0F06-640F-4642-86F9-CA465722F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15" name="Group 3914">
                        <a:extLst>
                          <a:ext uri="{FF2B5EF4-FFF2-40B4-BE49-F238E27FC236}">
                            <a16:creationId xmlns:a16="http://schemas.microsoft.com/office/drawing/2014/main" id="{50C5877F-6928-4EB4-AABB-2B62A90F007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31" name="Group 3930">
                          <a:extLst>
                            <a:ext uri="{FF2B5EF4-FFF2-40B4-BE49-F238E27FC236}">
                              <a16:creationId xmlns:a16="http://schemas.microsoft.com/office/drawing/2014/main" id="{6D73F89B-1B62-4889-A3BF-0BBC8CB695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39" name="Group 3938">
                            <a:extLst>
                              <a:ext uri="{FF2B5EF4-FFF2-40B4-BE49-F238E27FC236}">
                                <a16:creationId xmlns:a16="http://schemas.microsoft.com/office/drawing/2014/main" id="{F76EAE01-9823-4B2F-B0B2-7DC1D2CCBE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43" name="Rectangle 3942">
                              <a:extLst>
                                <a:ext uri="{FF2B5EF4-FFF2-40B4-BE49-F238E27FC236}">
                                  <a16:creationId xmlns:a16="http://schemas.microsoft.com/office/drawing/2014/main" id="{477D5F12-2877-4A91-A42A-AB7FBDE4EC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944" name="Rectangle 3943">
                              <a:extLst>
                                <a:ext uri="{FF2B5EF4-FFF2-40B4-BE49-F238E27FC236}">
                                  <a16:creationId xmlns:a16="http://schemas.microsoft.com/office/drawing/2014/main" id="{F178D0BB-14B9-46BE-B89F-7D28B57902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40" name="Group 3939">
                            <a:extLst>
                              <a:ext uri="{FF2B5EF4-FFF2-40B4-BE49-F238E27FC236}">
                                <a16:creationId xmlns:a16="http://schemas.microsoft.com/office/drawing/2014/main" id="{6132C488-E43B-43B3-BB3B-797ACDEABE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41" name="Rectangle 3940">
                              <a:extLst>
                                <a:ext uri="{FF2B5EF4-FFF2-40B4-BE49-F238E27FC236}">
                                  <a16:creationId xmlns:a16="http://schemas.microsoft.com/office/drawing/2014/main" id="{23E8512C-2737-4773-ADA9-8DFC3904F8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942" name="Rectangle 3941">
                              <a:extLst>
                                <a:ext uri="{FF2B5EF4-FFF2-40B4-BE49-F238E27FC236}">
                                  <a16:creationId xmlns:a16="http://schemas.microsoft.com/office/drawing/2014/main" id="{B0A7DBFA-B53D-47BA-B387-AAD981F52A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32" name="Group 3931">
                          <a:extLst>
                            <a:ext uri="{FF2B5EF4-FFF2-40B4-BE49-F238E27FC236}">
                              <a16:creationId xmlns:a16="http://schemas.microsoft.com/office/drawing/2014/main" id="{625C1AA7-8105-4D8D-AFB3-F3C9761CB9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33" name="Group 3932">
                            <a:extLst>
                              <a:ext uri="{FF2B5EF4-FFF2-40B4-BE49-F238E27FC236}">
                                <a16:creationId xmlns:a16="http://schemas.microsoft.com/office/drawing/2014/main" id="{443DE762-4E0F-492F-AE11-16EB30A3E29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37" name="Rectangle 3936">
                              <a:extLst>
                                <a:ext uri="{FF2B5EF4-FFF2-40B4-BE49-F238E27FC236}">
                                  <a16:creationId xmlns:a16="http://schemas.microsoft.com/office/drawing/2014/main" id="{226C31F5-DAFC-44E8-91C6-E44786BD0B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938" name="Rectangle 3937">
                              <a:extLst>
                                <a:ext uri="{FF2B5EF4-FFF2-40B4-BE49-F238E27FC236}">
                                  <a16:creationId xmlns:a16="http://schemas.microsoft.com/office/drawing/2014/main" id="{47556102-94E1-409E-B937-BABF05904E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34" name="Group 3933">
                            <a:extLst>
                              <a:ext uri="{FF2B5EF4-FFF2-40B4-BE49-F238E27FC236}">
                                <a16:creationId xmlns:a16="http://schemas.microsoft.com/office/drawing/2014/main" id="{5DFFCB8D-72DF-407C-965F-2EC47D90EE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35" name="Rectangle 3934">
                              <a:extLst>
                                <a:ext uri="{FF2B5EF4-FFF2-40B4-BE49-F238E27FC236}">
                                  <a16:creationId xmlns:a16="http://schemas.microsoft.com/office/drawing/2014/main" id="{F09540CB-8D9F-4A30-9654-914F87F977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936" name="Rectangle 3935">
                              <a:extLst>
                                <a:ext uri="{FF2B5EF4-FFF2-40B4-BE49-F238E27FC236}">
                                  <a16:creationId xmlns:a16="http://schemas.microsoft.com/office/drawing/2014/main" id="{DF9F0637-1ACF-44C0-B517-698AFF3596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16" name="Group 3915">
                        <a:extLst>
                          <a:ext uri="{FF2B5EF4-FFF2-40B4-BE49-F238E27FC236}">
                            <a16:creationId xmlns:a16="http://schemas.microsoft.com/office/drawing/2014/main" id="{5C7945CF-F83C-4AF6-ACDC-FA445AB7F1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17" name="Group 3916">
                          <a:extLst>
                            <a:ext uri="{FF2B5EF4-FFF2-40B4-BE49-F238E27FC236}">
                              <a16:creationId xmlns:a16="http://schemas.microsoft.com/office/drawing/2014/main" id="{EF8DF6DB-BAF4-4628-9CAC-DC6B4186DDE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25" name="Group 3924">
                            <a:extLst>
                              <a:ext uri="{FF2B5EF4-FFF2-40B4-BE49-F238E27FC236}">
                                <a16:creationId xmlns:a16="http://schemas.microsoft.com/office/drawing/2014/main" id="{F68092A6-8312-4FA2-B32A-3B0651A8AE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9" name="Rectangle 3928">
                              <a:extLst>
                                <a:ext uri="{FF2B5EF4-FFF2-40B4-BE49-F238E27FC236}">
                                  <a16:creationId xmlns:a16="http://schemas.microsoft.com/office/drawing/2014/main" id="{5EBC292B-C1D5-497D-9221-3CE49AE180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930" name="Rectangle 3929">
                              <a:extLst>
                                <a:ext uri="{FF2B5EF4-FFF2-40B4-BE49-F238E27FC236}">
                                  <a16:creationId xmlns:a16="http://schemas.microsoft.com/office/drawing/2014/main" id="{72891093-6A66-426C-8FCA-69D372C740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26" name="Group 3925">
                            <a:extLst>
                              <a:ext uri="{FF2B5EF4-FFF2-40B4-BE49-F238E27FC236}">
                                <a16:creationId xmlns:a16="http://schemas.microsoft.com/office/drawing/2014/main" id="{7A2DD164-94CA-4330-BB5E-401B6F0693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7" name="Rectangle 3926">
                              <a:extLst>
                                <a:ext uri="{FF2B5EF4-FFF2-40B4-BE49-F238E27FC236}">
                                  <a16:creationId xmlns:a16="http://schemas.microsoft.com/office/drawing/2014/main" id="{0029FA21-035F-4F5B-BBD4-83F029DB02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928" name="Rectangle 3927">
                              <a:extLst>
                                <a:ext uri="{FF2B5EF4-FFF2-40B4-BE49-F238E27FC236}">
                                  <a16:creationId xmlns:a16="http://schemas.microsoft.com/office/drawing/2014/main" id="{85833723-6A9B-45F0-8CD5-03C0F80AE7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18" name="Group 3917">
                          <a:extLst>
                            <a:ext uri="{FF2B5EF4-FFF2-40B4-BE49-F238E27FC236}">
                              <a16:creationId xmlns:a16="http://schemas.microsoft.com/office/drawing/2014/main" id="{3D37C76F-7B5F-403E-B212-D92645E88F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19" name="Group 3918">
                            <a:extLst>
                              <a:ext uri="{FF2B5EF4-FFF2-40B4-BE49-F238E27FC236}">
                                <a16:creationId xmlns:a16="http://schemas.microsoft.com/office/drawing/2014/main" id="{8A729D91-B3C3-40A3-9BF5-1D77C0C1A15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3" name="Rectangle 3922">
                              <a:extLst>
                                <a:ext uri="{FF2B5EF4-FFF2-40B4-BE49-F238E27FC236}">
                                  <a16:creationId xmlns:a16="http://schemas.microsoft.com/office/drawing/2014/main" id="{88974E54-D82F-4A22-A87E-536C44CEF5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924" name="Rectangle 3923">
                              <a:extLst>
                                <a:ext uri="{FF2B5EF4-FFF2-40B4-BE49-F238E27FC236}">
                                  <a16:creationId xmlns:a16="http://schemas.microsoft.com/office/drawing/2014/main" id="{E08591F5-E190-4775-9811-891E9665B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20" name="Group 3919">
                            <a:extLst>
                              <a:ext uri="{FF2B5EF4-FFF2-40B4-BE49-F238E27FC236}">
                                <a16:creationId xmlns:a16="http://schemas.microsoft.com/office/drawing/2014/main" id="{A4F92642-A240-4FE5-B37F-452DCE4AAF3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1" name="Rectangle 3920">
                              <a:extLst>
                                <a:ext uri="{FF2B5EF4-FFF2-40B4-BE49-F238E27FC236}">
                                  <a16:creationId xmlns:a16="http://schemas.microsoft.com/office/drawing/2014/main" id="{77F0AE02-DBAC-4A2D-8B42-57DEA23432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922" name="Rectangle 3921">
                              <a:extLst>
                                <a:ext uri="{FF2B5EF4-FFF2-40B4-BE49-F238E27FC236}">
                                  <a16:creationId xmlns:a16="http://schemas.microsoft.com/office/drawing/2014/main" id="{9F2DD3DC-67F5-4440-A5D4-E724B46790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784" name="Group 3783">
                  <a:extLst>
                    <a:ext uri="{FF2B5EF4-FFF2-40B4-BE49-F238E27FC236}">
                      <a16:creationId xmlns:a16="http://schemas.microsoft.com/office/drawing/2014/main" id="{B8D7B38C-592D-466A-BFC3-1D989786CAA6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785" name="Group 3784">
                    <a:extLst>
                      <a:ext uri="{FF2B5EF4-FFF2-40B4-BE49-F238E27FC236}">
                        <a16:creationId xmlns:a16="http://schemas.microsoft.com/office/drawing/2014/main" id="{73E1CFAE-D675-4EB8-8396-A4CF529D3AC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849" name="Group 3848">
                      <a:extLst>
                        <a:ext uri="{FF2B5EF4-FFF2-40B4-BE49-F238E27FC236}">
                          <a16:creationId xmlns:a16="http://schemas.microsoft.com/office/drawing/2014/main" id="{C94DF8EC-9BA5-43A4-8564-26048B853B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81" name="Group 3880">
                        <a:extLst>
                          <a:ext uri="{FF2B5EF4-FFF2-40B4-BE49-F238E27FC236}">
                            <a16:creationId xmlns:a16="http://schemas.microsoft.com/office/drawing/2014/main" id="{27938FE7-97AE-420A-8135-65074FF224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97" name="Group 3896">
                          <a:extLst>
                            <a:ext uri="{FF2B5EF4-FFF2-40B4-BE49-F238E27FC236}">
                              <a16:creationId xmlns:a16="http://schemas.microsoft.com/office/drawing/2014/main" id="{97B59404-5415-4373-98E6-7065F4CD3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05" name="Group 3904">
                            <a:extLst>
                              <a:ext uri="{FF2B5EF4-FFF2-40B4-BE49-F238E27FC236}">
                                <a16:creationId xmlns:a16="http://schemas.microsoft.com/office/drawing/2014/main" id="{551C7713-E9B0-4DC0-8834-7C75B3ABEB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9" name="Rectangle 3908">
                              <a:extLst>
                                <a:ext uri="{FF2B5EF4-FFF2-40B4-BE49-F238E27FC236}">
                                  <a16:creationId xmlns:a16="http://schemas.microsoft.com/office/drawing/2014/main" id="{FEBB5717-5E91-4FA5-A369-515C43882B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910" name="Rectangle 3909">
                              <a:extLst>
                                <a:ext uri="{FF2B5EF4-FFF2-40B4-BE49-F238E27FC236}">
                                  <a16:creationId xmlns:a16="http://schemas.microsoft.com/office/drawing/2014/main" id="{F0CB403F-977B-4F6F-854A-F4FE4A0378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06" name="Group 3905">
                            <a:extLst>
                              <a:ext uri="{FF2B5EF4-FFF2-40B4-BE49-F238E27FC236}">
                                <a16:creationId xmlns:a16="http://schemas.microsoft.com/office/drawing/2014/main" id="{628C419C-EBCC-4C1D-8B31-F618941303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7" name="Rectangle 3906">
                              <a:extLst>
                                <a:ext uri="{FF2B5EF4-FFF2-40B4-BE49-F238E27FC236}">
                                  <a16:creationId xmlns:a16="http://schemas.microsoft.com/office/drawing/2014/main" id="{3F8D151B-884B-46D8-BC0B-6246221B38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908" name="Rectangle 3907">
                              <a:extLst>
                                <a:ext uri="{FF2B5EF4-FFF2-40B4-BE49-F238E27FC236}">
                                  <a16:creationId xmlns:a16="http://schemas.microsoft.com/office/drawing/2014/main" id="{FD10DEB4-522F-4D9A-9CE4-6107D402F0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98" name="Group 3897">
                          <a:extLst>
                            <a:ext uri="{FF2B5EF4-FFF2-40B4-BE49-F238E27FC236}">
                              <a16:creationId xmlns:a16="http://schemas.microsoft.com/office/drawing/2014/main" id="{4DB9BCF2-2F5F-45A9-A52B-BDCB3E900E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99" name="Group 3898">
                            <a:extLst>
                              <a:ext uri="{FF2B5EF4-FFF2-40B4-BE49-F238E27FC236}">
                                <a16:creationId xmlns:a16="http://schemas.microsoft.com/office/drawing/2014/main" id="{C1AD2E24-5FD3-40B0-A479-CEE8CA96DF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3" name="Rectangle 3902">
                              <a:extLst>
                                <a:ext uri="{FF2B5EF4-FFF2-40B4-BE49-F238E27FC236}">
                                  <a16:creationId xmlns:a16="http://schemas.microsoft.com/office/drawing/2014/main" id="{96ECD5BB-A1CD-4FAD-BBEF-C81E45986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904" name="Rectangle 3903">
                              <a:extLst>
                                <a:ext uri="{FF2B5EF4-FFF2-40B4-BE49-F238E27FC236}">
                                  <a16:creationId xmlns:a16="http://schemas.microsoft.com/office/drawing/2014/main" id="{B1DBAB3E-23E7-4F4F-AD61-44D4C8EA1E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00" name="Group 3899">
                            <a:extLst>
                              <a:ext uri="{FF2B5EF4-FFF2-40B4-BE49-F238E27FC236}">
                                <a16:creationId xmlns:a16="http://schemas.microsoft.com/office/drawing/2014/main" id="{B0D6DDC4-6929-438C-9908-F5F04D9BA9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1" name="Rectangle 3900">
                              <a:extLst>
                                <a:ext uri="{FF2B5EF4-FFF2-40B4-BE49-F238E27FC236}">
                                  <a16:creationId xmlns:a16="http://schemas.microsoft.com/office/drawing/2014/main" id="{440E1C73-2403-4656-9F9D-1CF98CC4CA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902" name="Rectangle 3901">
                              <a:extLst>
                                <a:ext uri="{FF2B5EF4-FFF2-40B4-BE49-F238E27FC236}">
                                  <a16:creationId xmlns:a16="http://schemas.microsoft.com/office/drawing/2014/main" id="{B9337A56-915E-4978-B510-420BADA96A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82" name="Group 3881">
                        <a:extLst>
                          <a:ext uri="{FF2B5EF4-FFF2-40B4-BE49-F238E27FC236}">
                            <a16:creationId xmlns:a16="http://schemas.microsoft.com/office/drawing/2014/main" id="{034FAAC0-1404-4A1B-935A-44EBD04263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83" name="Group 3882">
                          <a:extLst>
                            <a:ext uri="{FF2B5EF4-FFF2-40B4-BE49-F238E27FC236}">
                              <a16:creationId xmlns:a16="http://schemas.microsoft.com/office/drawing/2014/main" id="{056D442F-D019-4D98-9642-EBC3756BA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91" name="Group 3890">
                            <a:extLst>
                              <a:ext uri="{FF2B5EF4-FFF2-40B4-BE49-F238E27FC236}">
                                <a16:creationId xmlns:a16="http://schemas.microsoft.com/office/drawing/2014/main" id="{3D095BF8-124A-444C-9EBB-E98697292E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95" name="Rectangle 3894">
                              <a:extLst>
                                <a:ext uri="{FF2B5EF4-FFF2-40B4-BE49-F238E27FC236}">
                                  <a16:creationId xmlns:a16="http://schemas.microsoft.com/office/drawing/2014/main" id="{B2CEF49F-D3FB-4A7D-ADDF-493CF71CCB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896" name="Rectangle 3895">
                              <a:extLst>
                                <a:ext uri="{FF2B5EF4-FFF2-40B4-BE49-F238E27FC236}">
                                  <a16:creationId xmlns:a16="http://schemas.microsoft.com/office/drawing/2014/main" id="{AECB397D-3102-40C9-A237-08B614E174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92" name="Group 3891">
                            <a:extLst>
                              <a:ext uri="{FF2B5EF4-FFF2-40B4-BE49-F238E27FC236}">
                                <a16:creationId xmlns:a16="http://schemas.microsoft.com/office/drawing/2014/main" id="{AAA0C255-058F-4E73-B430-9F9852ED75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93" name="Rectangle 3892">
                              <a:extLst>
                                <a:ext uri="{FF2B5EF4-FFF2-40B4-BE49-F238E27FC236}">
                                  <a16:creationId xmlns:a16="http://schemas.microsoft.com/office/drawing/2014/main" id="{C7799626-934A-4882-83B4-D27D1EBF59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894" name="Rectangle 3893">
                              <a:extLst>
                                <a:ext uri="{FF2B5EF4-FFF2-40B4-BE49-F238E27FC236}">
                                  <a16:creationId xmlns:a16="http://schemas.microsoft.com/office/drawing/2014/main" id="{5744BC13-1AF4-4A22-9ABD-FBCD2E1BF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84" name="Group 3883">
                          <a:extLst>
                            <a:ext uri="{FF2B5EF4-FFF2-40B4-BE49-F238E27FC236}">
                              <a16:creationId xmlns:a16="http://schemas.microsoft.com/office/drawing/2014/main" id="{6E02E24E-FB6F-4AC9-8D39-AFC40596C2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85" name="Group 3884">
                            <a:extLst>
                              <a:ext uri="{FF2B5EF4-FFF2-40B4-BE49-F238E27FC236}">
                                <a16:creationId xmlns:a16="http://schemas.microsoft.com/office/drawing/2014/main" id="{AE1D98C9-98E3-4E78-A91B-15BA435B86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89" name="Rectangle 3888">
                              <a:extLst>
                                <a:ext uri="{FF2B5EF4-FFF2-40B4-BE49-F238E27FC236}">
                                  <a16:creationId xmlns:a16="http://schemas.microsoft.com/office/drawing/2014/main" id="{0A41E0C2-CA32-46C5-AF80-C220874920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890" name="Rectangle 3889">
                              <a:extLst>
                                <a:ext uri="{FF2B5EF4-FFF2-40B4-BE49-F238E27FC236}">
                                  <a16:creationId xmlns:a16="http://schemas.microsoft.com/office/drawing/2014/main" id="{41D25DB6-168E-4177-902F-6CF79864E9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86" name="Group 3885">
                            <a:extLst>
                              <a:ext uri="{FF2B5EF4-FFF2-40B4-BE49-F238E27FC236}">
                                <a16:creationId xmlns:a16="http://schemas.microsoft.com/office/drawing/2014/main" id="{93B455DF-7FD7-42E3-9CEE-CBF793169F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87" name="Rectangle 3886">
                              <a:extLst>
                                <a:ext uri="{FF2B5EF4-FFF2-40B4-BE49-F238E27FC236}">
                                  <a16:creationId xmlns:a16="http://schemas.microsoft.com/office/drawing/2014/main" id="{FA571DA2-19B6-474A-B05A-3718A7FBA3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888" name="Rectangle 3887">
                              <a:extLst>
                                <a:ext uri="{FF2B5EF4-FFF2-40B4-BE49-F238E27FC236}">
                                  <a16:creationId xmlns:a16="http://schemas.microsoft.com/office/drawing/2014/main" id="{6DD4DB5D-8237-455E-8FA0-9D71C1B8C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850" name="Group 3849">
                      <a:extLst>
                        <a:ext uri="{FF2B5EF4-FFF2-40B4-BE49-F238E27FC236}">
                          <a16:creationId xmlns:a16="http://schemas.microsoft.com/office/drawing/2014/main" id="{B48524F0-3AC7-4E7D-896B-E29E724C5A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51" name="Group 3850">
                        <a:extLst>
                          <a:ext uri="{FF2B5EF4-FFF2-40B4-BE49-F238E27FC236}">
                            <a16:creationId xmlns:a16="http://schemas.microsoft.com/office/drawing/2014/main" id="{F0C5A34D-7222-4E7E-8160-4E3E172E4C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67" name="Group 3866">
                          <a:extLst>
                            <a:ext uri="{FF2B5EF4-FFF2-40B4-BE49-F238E27FC236}">
                              <a16:creationId xmlns:a16="http://schemas.microsoft.com/office/drawing/2014/main" id="{9CAE6AB1-B818-4DCA-AA5A-1FE2B474D7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75" name="Group 3874">
                            <a:extLst>
                              <a:ext uri="{FF2B5EF4-FFF2-40B4-BE49-F238E27FC236}">
                                <a16:creationId xmlns:a16="http://schemas.microsoft.com/office/drawing/2014/main" id="{CC1C78FE-5B24-4C20-9D3D-98B223C68B2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9" name="Rectangle 3878">
                              <a:extLst>
                                <a:ext uri="{FF2B5EF4-FFF2-40B4-BE49-F238E27FC236}">
                                  <a16:creationId xmlns:a16="http://schemas.microsoft.com/office/drawing/2014/main" id="{03E6D786-6E55-4AA0-B5C9-A333875327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880" name="Rectangle 3879">
                              <a:extLst>
                                <a:ext uri="{FF2B5EF4-FFF2-40B4-BE49-F238E27FC236}">
                                  <a16:creationId xmlns:a16="http://schemas.microsoft.com/office/drawing/2014/main" id="{970F7D04-509F-4362-97D9-A5D7A92523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76" name="Group 3875">
                            <a:extLst>
                              <a:ext uri="{FF2B5EF4-FFF2-40B4-BE49-F238E27FC236}">
                                <a16:creationId xmlns:a16="http://schemas.microsoft.com/office/drawing/2014/main" id="{2AA27B74-5661-48DF-86F8-D697F6CC8A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7" name="Rectangle 3876">
                              <a:extLst>
                                <a:ext uri="{FF2B5EF4-FFF2-40B4-BE49-F238E27FC236}">
                                  <a16:creationId xmlns:a16="http://schemas.microsoft.com/office/drawing/2014/main" id="{511EFBAC-E018-40F7-9798-247C5277E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878" name="Rectangle 3877">
                              <a:extLst>
                                <a:ext uri="{FF2B5EF4-FFF2-40B4-BE49-F238E27FC236}">
                                  <a16:creationId xmlns:a16="http://schemas.microsoft.com/office/drawing/2014/main" id="{B98D530E-1BD5-4FDD-8189-359F7ABAA2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68" name="Group 3867">
                          <a:extLst>
                            <a:ext uri="{FF2B5EF4-FFF2-40B4-BE49-F238E27FC236}">
                              <a16:creationId xmlns:a16="http://schemas.microsoft.com/office/drawing/2014/main" id="{39FAACD9-7A1A-4E7F-809D-33F86598328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69" name="Group 3868">
                            <a:extLst>
                              <a:ext uri="{FF2B5EF4-FFF2-40B4-BE49-F238E27FC236}">
                                <a16:creationId xmlns:a16="http://schemas.microsoft.com/office/drawing/2014/main" id="{0E63C0AC-CF82-4588-8499-0B08130410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3" name="Rectangle 3872">
                              <a:extLst>
                                <a:ext uri="{FF2B5EF4-FFF2-40B4-BE49-F238E27FC236}">
                                  <a16:creationId xmlns:a16="http://schemas.microsoft.com/office/drawing/2014/main" id="{943B04BE-DCFA-459A-BA09-461BF1BDAA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874" name="Rectangle 3873">
                              <a:extLst>
                                <a:ext uri="{FF2B5EF4-FFF2-40B4-BE49-F238E27FC236}">
                                  <a16:creationId xmlns:a16="http://schemas.microsoft.com/office/drawing/2014/main" id="{15B8225C-D8AD-4FB2-A65E-DECFE3952A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70" name="Group 3869">
                            <a:extLst>
                              <a:ext uri="{FF2B5EF4-FFF2-40B4-BE49-F238E27FC236}">
                                <a16:creationId xmlns:a16="http://schemas.microsoft.com/office/drawing/2014/main" id="{B2BFBB66-9707-492C-B9D0-86987125789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1" name="Rectangle 3870">
                              <a:extLst>
                                <a:ext uri="{FF2B5EF4-FFF2-40B4-BE49-F238E27FC236}">
                                  <a16:creationId xmlns:a16="http://schemas.microsoft.com/office/drawing/2014/main" id="{5E67A7C8-4B7F-46E8-9BD0-D70F1C6351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872" name="Rectangle 3871">
                              <a:extLst>
                                <a:ext uri="{FF2B5EF4-FFF2-40B4-BE49-F238E27FC236}">
                                  <a16:creationId xmlns:a16="http://schemas.microsoft.com/office/drawing/2014/main" id="{08E1CB5B-19C3-4A5F-8E6D-178429C1EC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52" name="Group 3851">
                        <a:extLst>
                          <a:ext uri="{FF2B5EF4-FFF2-40B4-BE49-F238E27FC236}">
                            <a16:creationId xmlns:a16="http://schemas.microsoft.com/office/drawing/2014/main" id="{547D5D93-2562-444D-9BF1-6B8F424BE20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53" name="Group 3852">
                          <a:extLst>
                            <a:ext uri="{FF2B5EF4-FFF2-40B4-BE49-F238E27FC236}">
                              <a16:creationId xmlns:a16="http://schemas.microsoft.com/office/drawing/2014/main" id="{BCB0BB2A-DD06-4615-9C3E-D248BF2CBA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61" name="Group 3860">
                            <a:extLst>
                              <a:ext uri="{FF2B5EF4-FFF2-40B4-BE49-F238E27FC236}">
                                <a16:creationId xmlns:a16="http://schemas.microsoft.com/office/drawing/2014/main" id="{284F76D9-60B7-448B-B909-9243AFB71F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65" name="Rectangle 3864">
                              <a:extLst>
                                <a:ext uri="{FF2B5EF4-FFF2-40B4-BE49-F238E27FC236}">
                                  <a16:creationId xmlns:a16="http://schemas.microsoft.com/office/drawing/2014/main" id="{DBB74489-ECF5-40D0-B65F-88CF534037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866" name="Rectangle 3865">
                              <a:extLst>
                                <a:ext uri="{FF2B5EF4-FFF2-40B4-BE49-F238E27FC236}">
                                  <a16:creationId xmlns:a16="http://schemas.microsoft.com/office/drawing/2014/main" id="{D6EF55D0-C967-4B4A-BC25-834B79AD0A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62" name="Group 3861">
                            <a:extLst>
                              <a:ext uri="{FF2B5EF4-FFF2-40B4-BE49-F238E27FC236}">
                                <a16:creationId xmlns:a16="http://schemas.microsoft.com/office/drawing/2014/main" id="{14772D6B-45CF-4D2C-A035-5D19E6E8B1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63" name="Rectangle 3862">
                              <a:extLst>
                                <a:ext uri="{FF2B5EF4-FFF2-40B4-BE49-F238E27FC236}">
                                  <a16:creationId xmlns:a16="http://schemas.microsoft.com/office/drawing/2014/main" id="{206901BB-09DB-4CEE-A26B-FC63DF2A0C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864" name="Rectangle 3863">
                              <a:extLst>
                                <a:ext uri="{FF2B5EF4-FFF2-40B4-BE49-F238E27FC236}">
                                  <a16:creationId xmlns:a16="http://schemas.microsoft.com/office/drawing/2014/main" id="{E9909366-B622-4F48-9E50-321748C52E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54" name="Group 3853">
                          <a:extLst>
                            <a:ext uri="{FF2B5EF4-FFF2-40B4-BE49-F238E27FC236}">
                              <a16:creationId xmlns:a16="http://schemas.microsoft.com/office/drawing/2014/main" id="{E232255B-28FE-4CAA-BFB3-7E8CE35392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55" name="Group 3854">
                            <a:extLst>
                              <a:ext uri="{FF2B5EF4-FFF2-40B4-BE49-F238E27FC236}">
                                <a16:creationId xmlns:a16="http://schemas.microsoft.com/office/drawing/2014/main" id="{0135B5A8-F7E3-4393-A969-5CE64A35621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59" name="Rectangle 3858">
                              <a:extLst>
                                <a:ext uri="{FF2B5EF4-FFF2-40B4-BE49-F238E27FC236}">
                                  <a16:creationId xmlns:a16="http://schemas.microsoft.com/office/drawing/2014/main" id="{CCB3942C-88C3-4FC7-BBFC-38500AC6F0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860" name="Rectangle 3859">
                              <a:extLst>
                                <a:ext uri="{FF2B5EF4-FFF2-40B4-BE49-F238E27FC236}">
                                  <a16:creationId xmlns:a16="http://schemas.microsoft.com/office/drawing/2014/main" id="{9B9FD514-CC2D-48BD-A1B0-7CA60316D9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56" name="Group 3855">
                            <a:extLst>
                              <a:ext uri="{FF2B5EF4-FFF2-40B4-BE49-F238E27FC236}">
                                <a16:creationId xmlns:a16="http://schemas.microsoft.com/office/drawing/2014/main" id="{44159E93-334B-4C60-94F8-DED7D7B4FF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57" name="Rectangle 3856">
                              <a:extLst>
                                <a:ext uri="{FF2B5EF4-FFF2-40B4-BE49-F238E27FC236}">
                                  <a16:creationId xmlns:a16="http://schemas.microsoft.com/office/drawing/2014/main" id="{F215FE83-6599-4A2C-A978-0AEA9C2651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858" name="Rectangle 3857">
                              <a:extLst>
                                <a:ext uri="{FF2B5EF4-FFF2-40B4-BE49-F238E27FC236}">
                                  <a16:creationId xmlns:a16="http://schemas.microsoft.com/office/drawing/2014/main" id="{09ECADF3-9624-4A91-A3D4-E6817E3326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786" name="Group 3785">
                    <a:extLst>
                      <a:ext uri="{FF2B5EF4-FFF2-40B4-BE49-F238E27FC236}">
                        <a16:creationId xmlns:a16="http://schemas.microsoft.com/office/drawing/2014/main" id="{DF7F1E66-5434-43FB-A9D4-FA4A9FD4DD4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787" name="Group 3786">
                      <a:extLst>
                        <a:ext uri="{FF2B5EF4-FFF2-40B4-BE49-F238E27FC236}">
                          <a16:creationId xmlns:a16="http://schemas.microsoft.com/office/drawing/2014/main" id="{BF79CF0F-FF6A-4B21-929A-25287BAF16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19" name="Group 3818">
                        <a:extLst>
                          <a:ext uri="{FF2B5EF4-FFF2-40B4-BE49-F238E27FC236}">
                            <a16:creationId xmlns:a16="http://schemas.microsoft.com/office/drawing/2014/main" id="{ACA4BE9A-0A1B-4959-9FBC-7045FE4B3C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35" name="Group 3834">
                          <a:extLst>
                            <a:ext uri="{FF2B5EF4-FFF2-40B4-BE49-F238E27FC236}">
                              <a16:creationId xmlns:a16="http://schemas.microsoft.com/office/drawing/2014/main" id="{83163F3C-0704-4CD3-94AA-B2116A33B0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43" name="Group 3842">
                            <a:extLst>
                              <a:ext uri="{FF2B5EF4-FFF2-40B4-BE49-F238E27FC236}">
                                <a16:creationId xmlns:a16="http://schemas.microsoft.com/office/drawing/2014/main" id="{5272C26F-86C7-4C90-96E3-7E9B163F99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7" name="Rectangle 3846">
                              <a:extLst>
                                <a:ext uri="{FF2B5EF4-FFF2-40B4-BE49-F238E27FC236}">
                                  <a16:creationId xmlns:a16="http://schemas.microsoft.com/office/drawing/2014/main" id="{680AFC07-F47F-4688-B01D-6724508E55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848" name="Rectangle 3847">
                              <a:extLst>
                                <a:ext uri="{FF2B5EF4-FFF2-40B4-BE49-F238E27FC236}">
                                  <a16:creationId xmlns:a16="http://schemas.microsoft.com/office/drawing/2014/main" id="{FAD8935B-BA64-4166-B7C3-2186256CB0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44" name="Group 3843">
                            <a:extLst>
                              <a:ext uri="{FF2B5EF4-FFF2-40B4-BE49-F238E27FC236}">
                                <a16:creationId xmlns:a16="http://schemas.microsoft.com/office/drawing/2014/main" id="{32A757FF-B83E-4C19-9F76-886C680E14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5" name="Rectangle 3844">
                              <a:extLst>
                                <a:ext uri="{FF2B5EF4-FFF2-40B4-BE49-F238E27FC236}">
                                  <a16:creationId xmlns:a16="http://schemas.microsoft.com/office/drawing/2014/main" id="{4E35AC4B-1040-4DD4-8A4E-A143917B87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846" name="Rectangle 3845">
                              <a:extLst>
                                <a:ext uri="{FF2B5EF4-FFF2-40B4-BE49-F238E27FC236}">
                                  <a16:creationId xmlns:a16="http://schemas.microsoft.com/office/drawing/2014/main" id="{D9A13EA9-FF1F-4A0D-8FF5-28540599B7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36" name="Group 3835">
                          <a:extLst>
                            <a:ext uri="{FF2B5EF4-FFF2-40B4-BE49-F238E27FC236}">
                              <a16:creationId xmlns:a16="http://schemas.microsoft.com/office/drawing/2014/main" id="{FD8DD674-CE99-421D-A882-2FC2B60A8A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37" name="Group 3836">
                            <a:extLst>
                              <a:ext uri="{FF2B5EF4-FFF2-40B4-BE49-F238E27FC236}">
                                <a16:creationId xmlns:a16="http://schemas.microsoft.com/office/drawing/2014/main" id="{028BF45A-CBAC-4814-93D5-5EF5C06327F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1" name="Rectangle 3840">
                              <a:extLst>
                                <a:ext uri="{FF2B5EF4-FFF2-40B4-BE49-F238E27FC236}">
                                  <a16:creationId xmlns:a16="http://schemas.microsoft.com/office/drawing/2014/main" id="{B7589433-DE03-4DAE-9350-AF93A3E50A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842" name="Rectangle 3841">
                              <a:extLst>
                                <a:ext uri="{FF2B5EF4-FFF2-40B4-BE49-F238E27FC236}">
                                  <a16:creationId xmlns:a16="http://schemas.microsoft.com/office/drawing/2014/main" id="{F025612B-47F1-4ABA-B822-5C2679938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38" name="Group 3837">
                            <a:extLst>
                              <a:ext uri="{FF2B5EF4-FFF2-40B4-BE49-F238E27FC236}">
                                <a16:creationId xmlns:a16="http://schemas.microsoft.com/office/drawing/2014/main" id="{26351ABD-FCDE-416E-935A-2E3F829DFD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9" name="Rectangle 3838">
                              <a:extLst>
                                <a:ext uri="{FF2B5EF4-FFF2-40B4-BE49-F238E27FC236}">
                                  <a16:creationId xmlns:a16="http://schemas.microsoft.com/office/drawing/2014/main" id="{9B0A8B54-1DB5-4FE7-8EC6-9754FA2E77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840" name="Rectangle 3839">
                              <a:extLst>
                                <a:ext uri="{FF2B5EF4-FFF2-40B4-BE49-F238E27FC236}">
                                  <a16:creationId xmlns:a16="http://schemas.microsoft.com/office/drawing/2014/main" id="{0245AFE8-C61A-490E-B79C-67417C008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20" name="Group 3819">
                        <a:extLst>
                          <a:ext uri="{FF2B5EF4-FFF2-40B4-BE49-F238E27FC236}">
                            <a16:creationId xmlns:a16="http://schemas.microsoft.com/office/drawing/2014/main" id="{9609AEB8-D332-4D47-BD8A-FD01B11DAB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21" name="Group 3820">
                          <a:extLst>
                            <a:ext uri="{FF2B5EF4-FFF2-40B4-BE49-F238E27FC236}">
                              <a16:creationId xmlns:a16="http://schemas.microsoft.com/office/drawing/2014/main" id="{0033C393-6FD3-40F2-B237-6F43E450DF4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29" name="Group 3828">
                            <a:extLst>
                              <a:ext uri="{FF2B5EF4-FFF2-40B4-BE49-F238E27FC236}">
                                <a16:creationId xmlns:a16="http://schemas.microsoft.com/office/drawing/2014/main" id="{69EF2CB6-60D6-4786-961E-5D26D788CE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3" name="Rectangle 3832">
                              <a:extLst>
                                <a:ext uri="{FF2B5EF4-FFF2-40B4-BE49-F238E27FC236}">
                                  <a16:creationId xmlns:a16="http://schemas.microsoft.com/office/drawing/2014/main" id="{704FA829-6D02-430F-9D5D-0F4D7B541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834" name="Rectangle 3833">
                              <a:extLst>
                                <a:ext uri="{FF2B5EF4-FFF2-40B4-BE49-F238E27FC236}">
                                  <a16:creationId xmlns:a16="http://schemas.microsoft.com/office/drawing/2014/main" id="{ACDCAD11-7930-4CEB-BA43-A9E893F39B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30" name="Group 3829">
                            <a:extLst>
                              <a:ext uri="{FF2B5EF4-FFF2-40B4-BE49-F238E27FC236}">
                                <a16:creationId xmlns:a16="http://schemas.microsoft.com/office/drawing/2014/main" id="{4E4BBD0B-3BB0-45B0-953B-4B8D95A50D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1" name="Rectangle 3830">
                              <a:extLst>
                                <a:ext uri="{FF2B5EF4-FFF2-40B4-BE49-F238E27FC236}">
                                  <a16:creationId xmlns:a16="http://schemas.microsoft.com/office/drawing/2014/main" id="{453C3C85-6663-4056-8E74-C6CB3DF81A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832" name="Rectangle 3831">
                              <a:extLst>
                                <a:ext uri="{FF2B5EF4-FFF2-40B4-BE49-F238E27FC236}">
                                  <a16:creationId xmlns:a16="http://schemas.microsoft.com/office/drawing/2014/main" id="{54651A41-4752-4663-8371-9AE0F41A5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22" name="Group 3821">
                          <a:extLst>
                            <a:ext uri="{FF2B5EF4-FFF2-40B4-BE49-F238E27FC236}">
                              <a16:creationId xmlns:a16="http://schemas.microsoft.com/office/drawing/2014/main" id="{A44063BA-C907-461A-8F47-0C95AC6360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23" name="Group 3822">
                            <a:extLst>
                              <a:ext uri="{FF2B5EF4-FFF2-40B4-BE49-F238E27FC236}">
                                <a16:creationId xmlns:a16="http://schemas.microsoft.com/office/drawing/2014/main" id="{80C241B9-6BDA-4D43-A641-41C4F18687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27" name="Rectangle 3826">
                              <a:extLst>
                                <a:ext uri="{FF2B5EF4-FFF2-40B4-BE49-F238E27FC236}">
                                  <a16:creationId xmlns:a16="http://schemas.microsoft.com/office/drawing/2014/main" id="{8730A652-BBBF-45A1-BEA1-631C005D23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828" name="Rectangle 3827">
                              <a:extLst>
                                <a:ext uri="{FF2B5EF4-FFF2-40B4-BE49-F238E27FC236}">
                                  <a16:creationId xmlns:a16="http://schemas.microsoft.com/office/drawing/2014/main" id="{133B055F-F16B-4D78-BF71-3D8BF3E01F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24" name="Group 3823">
                            <a:extLst>
                              <a:ext uri="{FF2B5EF4-FFF2-40B4-BE49-F238E27FC236}">
                                <a16:creationId xmlns:a16="http://schemas.microsoft.com/office/drawing/2014/main" id="{61CE66F9-794F-484C-91F9-877C1DE746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25" name="Rectangle 3824">
                              <a:extLst>
                                <a:ext uri="{FF2B5EF4-FFF2-40B4-BE49-F238E27FC236}">
                                  <a16:creationId xmlns:a16="http://schemas.microsoft.com/office/drawing/2014/main" id="{C5062AB4-C895-4ECF-A38A-0825882EFA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826" name="Rectangle 3825">
                              <a:extLst>
                                <a:ext uri="{FF2B5EF4-FFF2-40B4-BE49-F238E27FC236}">
                                  <a16:creationId xmlns:a16="http://schemas.microsoft.com/office/drawing/2014/main" id="{2C0B7F35-51F3-42CF-A420-4C1BA57DAE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788" name="Group 3787">
                      <a:extLst>
                        <a:ext uri="{FF2B5EF4-FFF2-40B4-BE49-F238E27FC236}">
                          <a16:creationId xmlns:a16="http://schemas.microsoft.com/office/drawing/2014/main" id="{F41D18A5-DF34-4E7A-BA72-9F2CD42584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89" name="Group 3788">
                        <a:extLst>
                          <a:ext uri="{FF2B5EF4-FFF2-40B4-BE49-F238E27FC236}">
                            <a16:creationId xmlns:a16="http://schemas.microsoft.com/office/drawing/2014/main" id="{32240047-0EE9-4BC5-B09A-0FA3CB025F9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05" name="Group 3804">
                          <a:extLst>
                            <a:ext uri="{FF2B5EF4-FFF2-40B4-BE49-F238E27FC236}">
                              <a16:creationId xmlns:a16="http://schemas.microsoft.com/office/drawing/2014/main" id="{391C6A2B-A0A7-4BEA-96A1-E1107AA76D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13" name="Group 3812">
                            <a:extLst>
                              <a:ext uri="{FF2B5EF4-FFF2-40B4-BE49-F238E27FC236}">
                                <a16:creationId xmlns:a16="http://schemas.microsoft.com/office/drawing/2014/main" id="{8C0F7C20-83DC-490E-B69C-CBB54D8631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7" name="Rectangle 3816">
                              <a:extLst>
                                <a:ext uri="{FF2B5EF4-FFF2-40B4-BE49-F238E27FC236}">
                                  <a16:creationId xmlns:a16="http://schemas.microsoft.com/office/drawing/2014/main" id="{C7756EAB-69D7-40D7-9C54-5DB70B627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818" name="Rectangle 3817">
                              <a:extLst>
                                <a:ext uri="{FF2B5EF4-FFF2-40B4-BE49-F238E27FC236}">
                                  <a16:creationId xmlns:a16="http://schemas.microsoft.com/office/drawing/2014/main" id="{ADE42631-F7A7-4EC5-8D81-671E52D450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14" name="Group 3813">
                            <a:extLst>
                              <a:ext uri="{FF2B5EF4-FFF2-40B4-BE49-F238E27FC236}">
                                <a16:creationId xmlns:a16="http://schemas.microsoft.com/office/drawing/2014/main" id="{CF3DD80A-0867-4244-BDD9-F284223D3A3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5" name="Rectangle 3814">
                              <a:extLst>
                                <a:ext uri="{FF2B5EF4-FFF2-40B4-BE49-F238E27FC236}">
                                  <a16:creationId xmlns:a16="http://schemas.microsoft.com/office/drawing/2014/main" id="{79669A89-CDF0-4DC0-96A9-86FC377146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816" name="Rectangle 3815">
                              <a:extLst>
                                <a:ext uri="{FF2B5EF4-FFF2-40B4-BE49-F238E27FC236}">
                                  <a16:creationId xmlns:a16="http://schemas.microsoft.com/office/drawing/2014/main" id="{32893816-0237-4187-A5DA-053D54F2FE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06" name="Group 3805">
                          <a:extLst>
                            <a:ext uri="{FF2B5EF4-FFF2-40B4-BE49-F238E27FC236}">
                              <a16:creationId xmlns:a16="http://schemas.microsoft.com/office/drawing/2014/main" id="{10CEDBE2-50DA-44BD-995B-417FF7C10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07" name="Group 3806">
                            <a:extLst>
                              <a:ext uri="{FF2B5EF4-FFF2-40B4-BE49-F238E27FC236}">
                                <a16:creationId xmlns:a16="http://schemas.microsoft.com/office/drawing/2014/main" id="{E3AAA88C-F06B-4051-81EC-6D2261298CB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1" name="Rectangle 3810">
                              <a:extLst>
                                <a:ext uri="{FF2B5EF4-FFF2-40B4-BE49-F238E27FC236}">
                                  <a16:creationId xmlns:a16="http://schemas.microsoft.com/office/drawing/2014/main" id="{3381B489-33FB-4493-AEF8-FA3B05562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812" name="Rectangle 3811">
                              <a:extLst>
                                <a:ext uri="{FF2B5EF4-FFF2-40B4-BE49-F238E27FC236}">
                                  <a16:creationId xmlns:a16="http://schemas.microsoft.com/office/drawing/2014/main" id="{512BAC74-C8E4-435D-9100-82CF2553FC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08" name="Group 3807">
                            <a:extLst>
                              <a:ext uri="{FF2B5EF4-FFF2-40B4-BE49-F238E27FC236}">
                                <a16:creationId xmlns:a16="http://schemas.microsoft.com/office/drawing/2014/main" id="{80B40FDA-3D9C-4CF2-9992-9F727F87FA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9" name="Rectangle 3808">
                              <a:extLst>
                                <a:ext uri="{FF2B5EF4-FFF2-40B4-BE49-F238E27FC236}">
                                  <a16:creationId xmlns:a16="http://schemas.microsoft.com/office/drawing/2014/main" id="{F91E1230-7D3E-4996-8DC4-DB9B56AA5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810" name="Rectangle 3809">
                              <a:extLst>
                                <a:ext uri="{FF2B5EF4-FFF2-40B4-BE49-F238E27FC236}">
                                  <a16:creationId xmlns:a16="http://schemas.microsoft.com/office/drawing/2014/main" id="{AE052F79-F481-402E-8BA0-130B0D0ED6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90" name="Group 3789">
                        <a:extLst>
                          <a:ext uri="{FF2B5EF4-FFF2-40B4-BE49-F238E27FC236}">
                            <a16:creationId xmlns:a16="http://schemas.microsoft.com/office/drawing/2014/main" id="{08B3AA0E-8641-4502-9D13-B3ACDF9627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91" name="Group 3790">
                          <a:extLst>
                            <a:ext uri="{FF2B5EF4-FFF2-40B4-BE49-F238E27FC236}">
                              <a16:creationId xmlns:a16="http://schemas.microsoft.com/office/drawing/2014/main" id="{53100F70-8199-441F-8AB0-02C1889E17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99" name="Group 3798">
                            <a:extLst>
                              <a:ext uri="{FF2B5EF4-FFF2-40B4-BE49-F238E27FC236}">
                                <a16:creationId xmlns:a16="http://schemas.microsoft.com/office/drawing/2014/main" id="{A463013D-7552-4B24-A201-F7C80621A45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3" name="Rectangle 3802">
                              <a:extLst>
                                <a:ext uri="{FF2B5EF4-FFF2-40B4-BE49-F238E27FC236}">
                                  <a16:creationId xmlns:a16="http://schemas.microsoft.com/office/drawing/2014/main" id="{3649B688-E0CD-4426-AE16-35BF1E275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804" name="Rectangle 3803">
                              <a:extLst>
                                <a:ext uri="{FF2B5EF4-FFF2-40B4-BE49-F238E27FC236}">
                                  <a16:creationId xmlns:a16="http://schemas.microsoft.com/office/drawing/2014/main" id="{191BD234-069E-48B2-9891-46FF328CBA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00" name="Group 3799">
                            <a:extLst>
                              <a:ext uri="{FF2B5EF4-FFF2-40B4-BE49-F238E27FC236}">
                                <a16:creationId xmlns:a16="http://schemas.microsoft.com/office/drawing/2014/main" id="{486DDFB3-CDA8-4780-8F75-EDC501449D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1" name="Rectangle 3800">
                              <a:extLst>
                                <a:ext uri="{FF2B5EF4-FFF2-40B4-BE49-F238E27FC236}">
                                  <a16:creationId xmlns:a16="http://schemas.microsoft.com/office/drawing/2014/main" id="{4B4E614A-EA8D-47B9-BCDD-4AEBBB8328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802" name="Rectangle 3801">
                              <a:extLst>
                                <a:ext uri="{FF2B5EF4-FFF2-40B4-BE49-F238E27FC236}">
                                  <a16:creationId xmlns:a16="http://schemas.microsoft.com/office/drawing/2014/main" id="{7F5D04C7-4C0A-422B-A58A-126DD87B73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92" name="Group 3791">
                          <a:extLst>
                            <a:ext uri="{FF2B5EF4-FFF2-40B4-BE49-F238E27FC236}">
                              <a16:creationId xmlns:a16="http://schemas.microsoft.com/office/drawing/2014/main" id="{9EEF5A41-F039-4C62-8DC5-25960DB4FC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93" name="Group 3792">
                            <a:extLst>
                              <a:ext uri="{FF2B5EF4-FFF2-40B4-BE49-F238E27FC236}">
                                <a16:creationId xmlns:a16="http://schemas.microsoft.com/office/drawing/2014/main" id="{D3690A1C-5452-44B8-91C9-35CC47D168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97" name="Rectangle 3796">
                              <a:extLst>
                                <a:ext uri="{FF2B5EF4-FFF2-40B4-BE49-F238E27FC236}">
                                  <a16:creationId xmlns:a16="http://schemas.microsoft.com/office/drawing/2014/main" id="{E9670942-4FF7-48B4-95A8-3E75BAFFB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798" name="Rectangle 3797">
                              <a:extLst>
                                <a:ext uri="{FF2B5EF4-FFF2-40B4-BE49-F238E27FC236}">
                                  <a16:creationId xmlns:a16="http://schemas.microsoft.com/office/drawing/2014/main" id="{BF2D9C66-8D20-40CE-ADE8-9269914EC0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94" name="Group 3793">
                            <a:extLst>
                              <a:ext uri="{FF2B5EF4-FFF2-40B4-BE49-F238E27FC236}">
                                <a16:creationId xmlns:a16="http://schemas.microsoft.com/office/drawing/2014/main" id="{6F911303-32D5-4136-A2A9-94F04ECA32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95" name="Rectangle 3794">
                              <a:extLst>
                                <a:ext uri="{FF2B5EF4-FFF2-40B4-BE49-F238E27FC236}">
                                  <a16:creationId xmlns:a16="http://schemas.microsoft.com/office/drawing/2014/main" id="{CEA79CC8-F0BA-432C-9CE7-E9B8A7DF69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796" name="Rectangle 3795">
                              <a:extLst>
                                <a:ext uri="{FF2B5EF4-FFF2-40B4-BE49-F238E27FC236}">
                                  <a16:creationId xmlns:a16="http://schemas.microsoft.com/office/drawing/2014/main" id="{21D80748-C6F3-4D4E-ABC4-0F27638506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5A088BD-E546-4B31-8220-66C24CAF1D8D}"/>
              </a:ext>
            </a:extLst>
          </p:cNvPr>
          <p:cNvSpPr txBox="1"/>
          <p:nvPr/>
        </p:nvSpPr>
        <p:spPr>
          <a:xfrm>
            <a:off x="1265619" y="5168797"/>
            <a:ext cx="485742" cy="365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…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936E7F7-710C-4AD7-956B-73DF15276736}"/>
              </a:ext>
            </a:extLst>
          </p:cNvPr>
          <p:cNvGrpSpPr/>
          <p:nvPr/>
        </p:nvGrpSpPr>
        <p:grpSpPr>
          <a:xfrm>
            <a:off x="2007603" y="1676351"/>
            <a:ext cx="7315199" cy="1190646"/>
            <a:chOff x="2084807" y="2052337"/>
            <a:chExt cx="7315199" cy="1190646"/>
          </a:xfrm>
        </p:grpSpPr>
        <p:grpSp>
          <p:nvGrpSpPr>
            <p:cNvPr id="4802" name="Group 4801">
              <a:extLst>
                <a:ext uri="{FF2B5EF4-FFF2-40B4-BE49-F238E27FC236}">
                  <a16:creationId xmlns:a16="http://schemas.microsoft.com/office/drawing/2014/main" id="{54FF9071-7FE7-4F99-85DC-7082C8BBE909}"/>
                </a:ext>
              </a:extLst>
            </p:cNvPr>
            <p:cNvGrpSpPr/>
            <p:nvPr/>
          </p:nvGrpSpPr>
          <p:grpSpPr>
            <a:xfrm>
              <a:off x="2084807" y="2593759"/>
              <a:ext cx="7315199" cy="649224"/>
              <a:chOff x="2008607" y="1241499"/>
              <a:chExt cx="7315199" cy="649224"/>
            </a:xfrm>
          </p:grpSpPr>
          <p:grpSp>
            <p:nvGrpSpPr>
              <p:cNvPr id="4804" name="Group 4803">
                <a:extLst>
                  <a:ext uri="{FF2B5EF4-FFF2-40B4-BE49-F238E27FC236}">
                    <a16:creationId xmlns:a16="http://schemas.microsoft.com/office/drawing/2014/main" id="{5F1278AF-7E3F-4F22-992D-828CD57E7E20}"/>
                  </a:ext>
                </a:extLst>
              </p:cNvPr>
              <p:cNvGrpSpPr/>
              <p:nvPr/>
            </p:nvGrpSpPr>
            <p:grpSpPr>
              <a:xfrm>
                <a:off x="20086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4812" name="Connector: Elbow 4811">
                  <a:extLst>
                    <a:ext uri="{FF2B5EF4-FFF2-40B4-BE49-F238E27FC236}">
                      <a16:creationId xmlns:a16="http://schemas.microsoft.com/office/drawing/2014/main" id="{0D5EBE0A-5561-42D1-BF4D-39757FA0C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13" name="Straight Connector 4812">
                  <a:extLst>
                    <a:ext uri="{FF2B5EF4-FFF2-40B4-BE49-F238E27FC236}">
                      <a16:creationId xmlns:a16="http://schemas.microsoft.com/office/drawing/2014/main" id="{664D2F49-9C80-448B-ADAB-D0DEA1B26C52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05" name="Group 4804">
                <a:extLst>
                  <a:ext uri="{FF2B5EF4-FFF2-40B4-BE49-F238E27FC236}">
                    <a16:creationId xmlns:a16="http://schemas.microsoft.com/office/drawing/2014/main" id="{CA7FBF46-D5C4-406F-B797-5859E3680BC5}"/>
                  </a:ext>
                </a:extLst>
              </p:cNvPr>
              <p:cNvGrpSpPr/>
              <p:nvPr/>
            </p:nvGrpSpPr>
            <p:grpSpPr>
              <a:xfrm>
                <a:off x="3837407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4810" name="Connector: Elbow 4809">
                  <a:extLst>
                    <a:ext uri="{FF2B5EF4-FFF2-40B4-BE49-F238E27FC236}">
                      <a16:creationId xmlns:a16="http://schemas.microsoft.com/office/drawing/2014/main" id="{5DEB36DF-A8E6-4EDB-B84F-A176AA93F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11" name="Straight Connector 4810">
                  <a:extLst>
                    <a:ext uri="{FF2B5EF4-FFF2-40B4-BE49-F238E27FC236}">
                      <a16:creationId xmlns:a16="http://schemas.microsoft.com/office/drawing/2014/main" id="{B015728F-446D-4B31-AAA5-1B0554FDCF6B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06" name="Group 4805">
                <a:extLst>
                  <a:ext uri="{FF2B5EF4-FFF2-40B4-BE49-F238E27FC236}">
                    <a16:creationId xmlns:a16="http://schemas.microsoft.com/office/drawing/2014/main" id="{E6107531-9665-45EE-8CA6-5FD2CBE58FE9}"/>
                  </a:ext>
                </a:extLst>
              </p:cNvPr>
              <p:cNvGrpSpPr/>
              <p:nvPr/>
            </p:nvGrpSpPr>
            <p:grpSpPr>
              <a:xfrm>
                <a:off x="5666206" y="1241499"/>
                <a:ext cx="1828800" cy="649224"/>
                <a:chOff x="2008607" y="1241499"/>
                <a:chExt cx="1828800" cy="649224"/>
              </a:xfrm>
            </p:grpSpPr>
            <p:cxnSp>
              <p:nvCxnSpPr>
                <p:cNvPr id="4808" name="Connector: Elbow 4807">
                  <a:extLst>
                    <a:ext uri="{FF2B5EF4-FFF2-40B4-BE49-F238E27FC236}">
                      <a16:creationId xmlns:a16="http://schemas.microsoft.com/office/drawing/2014/main" id="{AAFDD099-5290-445C-8437-F15B058FC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08607" y="1246487"/>
                  <a:ext cx="1828800" cy="644236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09" name="Straight Connector 4808">
                  <a:extLst>
                    <a:ext uri="{FF2B5EF4-FFF2-40B4-BE49-F238E27FC236}">
                      <a16:creationId xmlns:a16="http://schemas.microsoft.com/office/drawing/2014/main" id="{9E03341F-E36D-491D-BD89-B019919CFF07}"/>
                    </a:ext>
                  </a:extLst>
                </p:cNvPr>
                <p:cNvCxnSpPr/>
                <p:nvPr/>
              </p:nvCxnSpPr>
              <p:spPr>
                <a:xfrm>
                  <a:off x="3837407" y="1241499"/>
                  <a:ext cx="0" cy="64922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07" name="Connector: Elbow 4806">
                <a:extLst>
                  <a:ext uri="{FF2B5EF4-FFF2-40B4-BE49-F238E27FC236}">
                    <a16:creationId xmlns:a16="http://schemas.microsoft.com/office/drawing/2014/main" id="{14408C94-2253-48DE-BD04-623C65B664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95006" y="1246487"/>
                <a:ext cx="1828800" cy="644236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14" name="Straight Arrow Connector 4813">
              <a:extLst>
                <a:ext uri="{FF2B5EF4-FFF2-40B4-BE49-F238E27FC236}">
                  <a16:creationId xmlns:a16="http://schemas.microsoft.com/office/drawing/2014/main" id="{5B5FB7BB-C532-4ABA-8D79-6FCB50B87709}"/>
                </a:ext>
              </a:extLst>
            </p:cNvPr>
            <p:cNvCxnSpPr/>
            <p:nvPr/>
          </p:nvCxnSpPr>
          <p:spPr>
            <a:xfrm>
              <a:off x="2084807" y="2241937"/>
              <a:ext cx="1828800" cy="0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15" name="TextBox 4814">
                  <a:extLst>
                    <a:ext uri="{FF2B5EF4-FFF2-40B4-BE49-F238E27FC236}">
                      <a16:creationId xmlns:a16="http://schemas.microsoft.com/office/drawing/2014/main" id="{EE9A6C4F-5F3A-4BCA-80E9-9EDC6C085EA3}"/>
                    </a:ext>
                  </a:extLst>
                </p:cNvPr>
                <p:cNvSpPr txBox="1"/>
                <p:nvPr/>
              </p:nvSpPr>
              <p:spPr>
                <a:xfrm>
                  <a:off x="2689473" y="2052337"/>
                  <a:ext cx="52944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𝑃𝑒𝑟𝑖𝑜𝑑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00" b="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en-US" sz="1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815" name="TextBox 4814">
                  <a:extLst>
                    <a:ext uri="{FF2B5EF4-FFF2-40B4-BE49-F238E27FC236}">
                      <a16:creationId xmlns:a16="http://schemas.microsoft.com/office/drawing/2014/main" id="{EE9A6C4F-5F3A-4BCA-80E9-9EDC6C085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9473" y="2052337"/>
                  <a:ext cx="529440" cy="153888"/>
                </a:xfrm>
                <a:prstGeom prst="rect">
                  <a:avLst/>
                </a:prstGeom>
                <a:blipFill>
                  <a:blip r:embed="rId2"/>
                  <a:stretch>
                    <a:fillRect l="-5814" r="-5814" b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16" name="Group 4815">
              <a:extLst>
                <a:ext uri="{FF2B5EF4-FFF2-40B4-BE49-F238E27FC236}">
                  <a16:creationId xmlns:a16="http://schemas.microsoft.com/office/drawing/2014/main" id="{C01565C2-609B-4909-958D-89EE5B4D0954}"/>
                </a:ext>
              </a:extLst>
            </p:cNvPr>
            <p:cNvGrpSpPr/>
            <p:nvPr/>
          </p:nvGrpSpPr>
          <p:grpSpPr>
            <a:xfrm>
              <a:off x="2084807" y="2284874"/>
              <a:ext cx="914400" cy="205694"/>
              <a:chOff x="2008607" y="932614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17" name="TextBox 4816">
                    <a:extLst>
                      <a:ext uri="{FF2B5EF4-FFF2-40B4-BE49-F238E27FC236}">
                        <a16:creationId xmlns:a16="http://schemas.microsoft.com/office/drawing/2014/main" id="{6FC3C574-5D57-4433-A69E-C7F189C2EFBA}"/>
                      </a:ext>
                    </a:extLst>
                  </p:cNvPr>
                  <p:cNvSpPr txBox="1"/>
                  <p:nvPr/>
                </p:nvSpPr>
                <p:spPr>
                  <a:xfrm>
                    <a:off x="2304545" y="932614"/>
                    <a:ext cx="282449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𝐿𝑜𝑤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817" name="TextBox 4816">
                    <a:extLst>
                      <a:ext uri="{FF2B5EF4-FFF2-40B4-BE49-F238E27FC236}">
                        <a16:creationId xmlns:a16="http://schemas.microsoft.com/office/drawing/2014/main" id="{6FC3C574-5D57-4433-A69E-C7F189C2EF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4545" y="932614"/>
                    <a:ext cx="282449" cy="15388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3043" r="-2174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18" name="Straight Arrow Connector 4817">
                <a:extLst>
                  <a:ext uri="{FF2B5EF4-FFF2-40B4-BE49-F238E27FC236}">
                    <a16:creationId xmlns:a16="http://schemas.microsoft.com/office/drawing/2014/main" id="{34F5BD97-C71C-4DF5-95CF-41D29EFAD5F9}"/>
                  </a:ext>
                </a:extLst>
              </p:cNvPr>
              <p:cNvCxnSpPr/>
              <p:nvPr/>
            </p:nvCxnSpPr>
            <p:spPr>
              <a:xfrm>
                <a:off x="2008607" y="1138308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19" name="Group 4818">
              <a:extLst>
                <a:ext uri="{FF2B5EF4-FFF2-40B4-BE49-F238E27FC236}">
                  <a16:creationId xmlns:a16="http://schemas.microsoft.com/office/drawing/2014/main" id="{3B7BF4DB-E704-41C8-84DE-6A7BDCC41F97}"/>
                </a:ext>
              </a:extLst>
            </p:cNvPr>
            <p:cNvGrpSpPr/>
            <p:nvPr/>
          </p:nvGrpSpPr>
          <p:grpSpPr>
            <a:xfrm>
              <a:off x="2999207" y="2284874"/>
              <a:ext cx="914400" cy="205694"/>
              <a:chOff x="2685513" y="823575"/>
              <a:chExt cx="914400" cy="20569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20" name="TextBox 4819">
                    <a:extLst>
                      <a:ext uri="{FF2B5EF4-FFF2-40B4-BE49-F238E27FC236}">
                        <a16:creationId xmlns:a16="http://schemas.microsoft.com/office/drawing/2014/main" id="{D9D6186E-EF32-464A-8AE4-4731AEC0C6E9}"/>
                      </a:ext>
                    </a:extLst>
                  </p:cNvPr>
                  <p:cNvSpPr txBox="1"/>
                  <p:nvPr/>
                </p:nvSpPr>
                <p:spPr>
                  <a:xfrm>
                    <a:off x="3002616" y="823575"/>
                    <a:ext cx="322524" cy="16639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000" b="0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𝐻𝑖𝑔h</m:t>
                              </m:r>
                            </m:sub>
                          </m:sSub>
                        </m:oMath>
                      </m:oMathPara>
                    </a14:m>
                    <a:endParaRPr lang="en-US" sz="10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820" name="TextBox 4819">
                    <a:extLst>
                      <a:ext uri="{FF2B5EF4-FFF2-40B4-BE49-F238E27FC236}">
                        <a16:creationId xmlns:a16="http://schemas.microsoft.com/office/drawing/2014/main" id="{D9D6186E-EF32-464A-8AE4-4731AEC0C6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02616" y="823575"/>
                    <a:ext cx="322524" cy="16639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547" r="-5660" b="-259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21" name="Straight Arrow Connector 4820">
                <a:extLst>
                  <a:ext uri="{FF2B5EF4-FFF2-40B4-BE49-F238E27FC236}">
                    <a16:creationId xmlns:a16="http://schemas.microsoft.com/office/drawing/2014/main" id="{50EBC3A9-2268-4F74-991F-5D56DA837137}"/>
                  </a:ext>
                </a:extLst>
              </p:cNvPr>
              <p:cNvCxnSpPr/>
              <p:nvPr/>
            </p:nvCxnSpPr>
            <p:spPr>
              <a:xfrm>
                <a:off x="2685513" y="1029269"/>
                <a:ext cx="914400" cy="0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08664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3AB52E-BE4B-484D-B500-2AF79172B6A5}"/>
              </a:ext>
            </a:extLst>
          </p:cNvPr>
          <p:cNvSpPr txBox="1"/>
          <p:nvPr/>
        </p:nvSpPr>
        <p:spPr>
          <a:xfrm>
            <a:off x="51747" y="49048"/>
            <a:ext cx="6461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ebas Neue" panose="020B0606020202050201" pitchFamily="34" charset="0"/>
              </a:rPr>
              <a:t>Frequency and duty cycle resolution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2CDC819-84D8-467A-B57C-836856800A2D}"/>
              </a:ext>
            </a:extLst>
          </p:cNvPr>
          <p:cNvCxnSpPr/>
          <p:nvPr/>
        </p:nvCxnSpPr>
        <p:spPr>
          <a:xfrm>
            <a:off x="2007603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F88695-69B7-4A28-85EE-6B363A0C9711}"/>
              </a:ext>
            </a:extLst>
          </p:cNvPr>
          <p:cNvCxnSpPr/>
          <p:nvPr/>
        </p:nvCxnSpPr>
        <p:spPr>
          <a:xfrm>
            <a:off x="9322802" y="1011305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ADBA9AA-E84C-4A0F-8E72-031DF11F346D}"/>
              </a:ext>
            </a:extLst>
          </p:cNvPr>
          <p:cNvCxnSpPr>
            <a:cxnSpLocks/>
          </p:cNvCxnSpPr>
          <p:nvPr/>
        </p:nvCxnSpPr>
        <p:spPr>
          <a:xfrm>
            <a:off x="1983309" y="1207209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461C10-3CFF-4D44-981B-59E8BFD00152}"/>
              </a:ext>
            </a:extLst>
          </p:cNvPr>
          <p:cNvSpPr txBox="1"/>
          <p:nvPr/>
        </p:nvSpPr>
        <p:spPr>
          <a:xfrm>
            <a:off x="1705345" y="1060702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1B598C-6778-4D6A-BC30-73B3365DCEFB}"/>
              </a:ext>
            </a:extLst>
          </p:cNvPr>
          <p:cNvCxnSpPr>
            <a:cxnSpLocks/>
          </p:cNvCxnSpPr>
          <p:nvPr/>
        </p:nvCxnSpPr>
        <p:spPr>
          <a:xfrm>
            <a:off x="1962844" y="1856433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1D8A5C-A8F9-4BD2-B8B6-6E9C713B5C95}"/>
              </a:ext>
            </a:extLst>
          </p:cNvPr>
          <p:cNvGrpSpPr/>
          <p:nvPr/>
        </p:nvGrpSpPr>
        <p:grpSpPr>
          <a:xfrm>
            <a:off x="2007602" y="1205657"/>
            <a:ext cx="7315200" cy="650776"/>
            <a:chOff x="2084807" y="1205657"/>
            <a:chExt cx="3657599" cy="6507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5AE9D70-3B72-4646-ACBD-3CDA51D63CC8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F8666363-47C2-41D7-9139-B28F4BD2998A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5A1D198-8182-4A7D-B6AA-25915FD8BDC2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4" name="Connector: Elbow 93">
                    <a:extLst>
                      <a:ext uri="{FF2B5EF4-FFF2-40B4-BE49-F238E27FC236}">
                        <a16:creationId xmlns:a16="http://schemas.microsoft.com/office/drawing/2014/main" id="{465A6099-9707-4710-960F-FA683D65F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12997978-AD55-40CC-B60F-61CEEBFD37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33638BA-6191-43DF-AF2E-47C1BB6D8DB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2" name="Connector: Elbow 91">
                    <a:extLst>
                      <a:ext uri="{FF2B5EF4-FFF2-40B4-BE49-F238E27FC236}">
                        <a16:creationId xmlns:a16="http://schemas.microsoft.com/office/drawing/2014/main" id="{3165213B-5F9C-4C82-B167-BE81F8A2E5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Connector 92">
                    <a:extLst>
                      <a:ext uri="{FF2B5EF4-FFF2-40B4-BE49-F238E27FC236}">
                        <a16:creationId xmlns:a16="http://schemas.microsoft.com/office/drawing/2014/main" id="{267D6F2B-3A33-4DD1-95EB-5533C5A4A24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91CA119-2F47-4763-95CF-BEB4462F89A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90" name="Connector: Elbow 89">
                    <a:extLst>
                      <a:ext uri="{FF2B5EF4-FFF2-40B4-BE49-F238E27FC236}">
                        <a16:creationId xmlns:a16="http://schemas.microsoft.com/office/drawing/2014/main" id="{48115271-CFC5-4AC7-A624-ACFDFD5EC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63A3B609-2CFA-47CC-BF61-149E3A9A1D7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3B821388-E359-44EF-B019-0718883ED9B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88" name="Connector: Elbow 87">
                    <a:extLst>
                      <a:ext uri="{FF2B5EF4-FFF2-40B4-BE49-F238E27FC236}">
                        <a16:creationId xmlns:a16="http://schemas.microsoft.com/office/drawing/2014/main" id="{7FCE5361-2791-42AE-91DC-F842B7432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" name="Straight Connector 88">
                    <a:extLst>
                      <a:ext uri="{FF2B5EF4-FFF2-40B4-BE49-F238E27FC236}">
                        <a16:creationId xmlns:a16="http://schemas.microsoft.com/office/drawing/2014/main" id="{500A1624-DD6D-48C2-B1B5-3F05C48F405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F32E298-DEEF-47C7-A62A-B86519AD38BF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314981DD-C12B-4554-B0AB-486D92889071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7" name="Connector: Elbow 106">
                    <a:extLst>
                      <a:ext uri="{FF2B5EF4-FFF2-40B4-BE49-F238E27FC236}">
                        <a16:creationId xmlns:a16="http://schemas.microsoft.com/office/drawing/2014/main" id="{7CA72C70-B16F-408D-AB08-FD877C4FB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Connector 107">
                    <a:extLst>
                      <a:ext uri="{FF2B5EF4-FFF2-40B4-BE49-F238E27FC236}">
                        <a16:creationId xmlns:a16="http://schemas.microsoft.com/office/drawing/2014/main" id="{D09C6855-915D-42B9-A8F1-EB0206358D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Group 97">
                  <a:extLst>
                    <a:ext uri="{FF2B5EF4-FFF2-40B4-BE49-F238E27FC236}">
                      <a16:creationId xmlns:a16="http://schemas.microsoft.com/office/drawing/2014/main" id="{E4B8BB65-245F-48DE-9094-4F25E197DEB4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5" name="Connector: Elbow 104">
                    <a:extLst>
                      <a:ext uri="{FF2B5EF4-FFF2-40B4-BE49-F238E27FC236}">
                        <a16:creationId xmlns:a16="http://schemas.microsoft.com/office/drawing/2014/main" id="{1B3DF2A2-4AB2-4FB3-82DA-83C35A3FA5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ADED03ED-A2A8-4D44-B3F1-E70CA6D5231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ECE9EA94-ABE8-4863-9BA4-5E129D843629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3" name="Connector: Elbow 102">
                    <a:extLst>
                      <a:ext uri="{FF2B5EF4-FFF2-40B4-BE49-F238E27FC236}">
                        <a16:creationId xmlns:a16="http://schemas.microsoft.com/office/drawing/2014/main" id="{3CE7574B-4527-4883-AA69-040C7DDAFE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06118258-D6F3-40C5-9D40-E1C5277B546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314CB2FF-FE7F-41CA-A370-140FCF060CC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01" name="Connector: Elbow 100">
                    <a:extLst>
                      <a:ext uri="{FF2B5EF4-FFF2-40B4-BE49-F238E27FC236}">
                        <a16:creationId xmlns:a16="http://schemas.microsoft.com/office/drawing/2014/main" id="{E31D0984-6E28-4776-A123-AC6E5EB16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1F6DEFD4-7112-4954-B018-21A08A75F70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1A92DAF8-F9A0-4E89-92FA-7B041C81E253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BD0FF449-F12B-4B5A-B7CC-BA2B6815F6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7" name="Connector: Elbow 136">
                    <a:extLst>
                      <a:ext uri="{FF2B5EF4-FFF2-40B4-BE49-F238E27FC236}">
                        <a16:creationId xmlns:a16="http://schemas.microsoft.com/office/drawing/2014/main" id="{534A9EC8-0B2F-42F0-9631-3DBF4BE61D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0B5F1E9-F1B4-4069-8B69-69C306B7803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C09498F1-CEAC-406C-AAE6-8E560C2023E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5" name="Connector: Elbow 134">
                    <a:extLst>
                      <a:ext uri="{FF2B5EF4-FFF2-40B4-BE49-F238E27FC236}">
                        <a16:creationId xmlns:a16="http://schemas.microsoft.com/office/drawing/2014/main" id="{F09CE46E-EA14-4C2E-A8EF-4423FCDD27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Straight Connector 135">
                    <a:extLst>
                      <a:ext uri="{FF2B5EF4-FFF2-40B4-BE49-F238E27FC236}">
                        <a16:creationId xmlns:a16="http://schemas.microsoft.com/office/drawing/2014/main" id="{5DC78602-5A2F-467A-A352-E46E2A3DFB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Group 128">
                  <a:extLst>
                    <a:ext uri="{FF2B5EF4-FFF2-40B4-BE49-F238E27FC236}">
                      <a16:creationId xmlns:a16="http://schemas.microsoft.com/office/drawing/2014/main" id="{5061EB75-080C-451E-8D1F-51065E010B6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3" name="Connector: Elbow 132">
                    <a:extLst>
                      <a:ext uri="{FF2B5EF4-FFF2-40B4-BE49-F238E27FC236}">
                        <a16:creationId xmlns:a16="http://schemas.microsoft.com/office/drawing/2014/main" id="{52218EF3-0E1F-40F9-9B6C-01F5398E6B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235968AF-E2BE-4505-AE4E-67773798BA2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22560755-A76F-451A-A63E-4725378E5D7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31" name="Connector: Elbow 130">
                    <a:extLst>
                      <a:ext uri="{FF2B5EF4-FFF2-40B4-BE49-F238E27FC236}">
                        <a16:creationId xmlns:a16="http://schemas.microsoft.com/office/drawing/2014/main" id="{1200F8F6-8593-4F81-9C23-9F331E7BC5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EAA6ED8B-C7A2-43B7-9957-3C4D318D31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708F0CC7-7D77-48B1-9F76-1C2C3BA671F1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14" name="Group 113">
                  <a:extLst>
                    <a:ext uri="{FF2B5EF4-FFF2-40B4-BE49-F238E27FC236}">
                      <a16:creationId xmlns:a16="http://schemas.microsoft.com/office/drawing/2014/main" id="{158C09DD-9160-4BC7-9AB6-111A81338609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5" name="Connector: Elbow 124">
                    <a:extLst>
                      <a:ext uri="{FF2B5EF4-FFF2-40B4-BE49-F238E27FC236}">
                        <a16:creationId xmlns:a16="http://schemas.microsoft.com/office/drawing/2014/main" id="{C406BF1E-03F6-4386-9641-72BB2E6B81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B9591E44-5C6D-4B0B-A326-81C4D4389D5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5" name="Group 114">
                  <a:extLst>
                    <a:ext uri="{FF2B5EF4-FFF2-40B4-BE49-F238E27FC236}">
                      <a16:creationId xmlns:a16="http://schemas.microsoft.com/office/drawing/2014/main" id="{12891AED-15A3-46C8-8586-D7A09E04683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3" name="Connector: Elbow 122">
                    <a:extLst>
                      <a:ext uri="{FF2B5EF4-FFF2-40B4-BE49-F238E27FC236}">
                        <a16:creationId xmlns:a16="http://schemas.microsoft.com/office/drawing/2014/main" id="{6D06F44E-B39B-4D56-B7D1-25F20450CA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72257CEA-957F-42B1-9534-22322C09FA4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AF54EF33-BD19-472A-A509-2A1379D345D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20" name="Connector: Elbow 119">
                    <a:extLst>
                      <a:ext uri="{FF2B5EF4-FFF2-40B4-BE49-F238E27FC236}">
                        <a16:creationId xmlns:a16="http://schemas.microsoft.com/office/drawing/2014/main" id="{42625095-A1FF-44AB-81F0-D3B169D22E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2D528B00-E799-4BD7-A3BC-11A9B94173B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965AB92A-F8C1-4698-AF81-DC8215C066DE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18" name="Connector: Elbow 117">
                    <a:extLst>
                      <a:ext uri="{FF2B5EF4-FFF2-40B4-BE49-F238E27FC236}">
                        <a16:creationId xmlns:a16="http://schemas.microsoft.com/office/drawing/2014/main" id="{EBA02351-C1EA-44C2-BA11-9750A2D5DD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C37AD95-92E3-49A7-B1EF-DCF067B4535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3D02B7A2-70F8-4671-AAD9-EB1F85F055BF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B3D5E63-EE75-4163-9924-0453B6F098E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80" name="Connector: Elbow 179">
                    <a:extLst>
                      <a:ext uri="{FF2B5EF4-FFF2-40B4-BE49-F238E27FC236}">
                        <a16:creationId xmlns:a16="http://schemas.microsoft.com/office/drawing/2014/main" id="{94298A31-35CE-42CD-9F2C-0EBEF60365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1" name="Straight Connector 180">
                    <a:extLst>
                      <a:ext uri="{FF2B5EF4-FFF2-40B4-BE49-F238E27FC236}">
                        <a16:creationId xmlns:a16="http://schemas.microsoft.com/office/drawing/2014/main" id="{EF44573D-64D4-4E18-8065-79D7B4D890F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0CD0F5A5-DD4A-465A-A9ED-F64283EAB46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7" name="Connector: Elbow 176">
                    <a:extLst>
                      <a:ext uri="{FF2B5EF4-FFF2-40B4-BE49-F238E27FC236}">
                        <a16:creationId xmlns:a16="http://schemas.microsoft.com/office/drawing/2014/main" id="{1D84C436-A109-449B-B94E-83A30ECD9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33C85E50-FA0A-4548-99A4-93831B2C961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6DE42F6E-DFE7-4E61-AACF-4D173018755A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5" name="Connector: Elbow 174">
                    <a:extLst>
                      <a:ext uri="{FF2B5EF4-FFF2-40B4-BE49-F238E27FC236}">
                        <a16:creationId xmlns:a16="http://schemas.microsoft.com/office/drawing/2014/main" id="{500A4327-6FB5-483E-9451-5C251066AC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51E1A4F3-E6B4-43EB-ABAE-C1869C5A5B3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9FBBDD11-FF2F-49EE-8B9B-0EA7F9DBAFE5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73" name="Connector: Elbow 172">
                    <a:extLst>
                      <a:ext uri="{FF2B5EF4-FFF2-40B4-BE49-F238E27FC236}">
                        <a16:creationId xmlns:a16="http://schemas.microsoft.com/office/drawing/2014/main" id="{012F851B-D8F0-4B5C-982E-101189A6E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E9D03280-A2DF-4D51-8D76-C3FD2FA8278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0B2385D-2FA9-4F8A-92AC-8DC58C280A69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183" name="Group 182">
                <a:extLst>
                  <a:ext uri="{FF2B5EF4-FFF2-40B4-BE49-F238E27FC236}">
                    <a16:creationId xmlns:a16="http://schemas.microsoft.com/office/drawing/2014/main" id="{DE5217F1-C0DD-4AD7-A525-0F2B3E524363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63" name="Group 262">
                  <a:extLst>
                    <a:ext uri="{FF2B5EF4-FFF2-40B4-BE49-F238E27FC236}">
                      <a16:creationId xmlns:a16="http://schemas.microsoft.com/office/drawing/2014/main" id="{6EE8EC9F-2F6F-4668-B759-8B3D24C2AB1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3" name="Connector: Elbow 272">
                    <a:extLst>
                      <a:ext uri="{FF2B5EF4-FFF2-40B4-BE49-F238E27FC236}">
                        <a16:creationId xmlns:a16="http://schemas.microsoft.com/office/drawing/2014/main" id="{A7F80387-C293-4719-8597-6FD53EFE54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74746814-BF42-44C1-9EE7-323FFE1E419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4" name="Group 263">
                  <a:extLst>
                    <a:ext uri="{FF2B5EF4-FFF2-40B4-BE49-F238E27FC236}">
                      <a16:creationId xmlns:a16="http://schemas.microsoft.com/office/drawing/2014/main" id="{92D27E1C-BCC7-48FB-A58E-D929B393A4EA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71" name="Connector: Elbow 270">
                    <a:extLst>
                      <a:ext uri="{FF2B5EF4-FFF2-40B4-BE49-F238E27FC236}">
                        <a16:creationId xmlns:a16="http://schemas.microsoft.com/office/drawing/2014/main" id="{A01246E2-9FAB-42E0-B992-E5EFCA6867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8099D367-7938-400B-B555-A1099177415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5" name="Group 264">
                  <a:extLst>
                    <a:ext uri="{FF2B5EF4-FFF2-40B4-BE49-F238E27FC236}">
                      <a16:creationId xmlns:a16="http://schemas.microsoft.com/office/drawing/2014/main" id="{45A0E98B-55F7-4B3C-A3A3-C1361C7DCA2C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9" name="Connector: Elbow 268">
                    <a:extLst>
                      <a:ext uri="{FF2B5EF4-FFF2-40B4-BE49-F238E27FC236}">
                        <a16:creationId xmlns:a16="http://schemas.microsoft.com/office/drawing/2014/main" id="{D18F711F-7BCC-4E8A-AA90-C08AD8318E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030F36ED-7DE6-4E64-9BB4-60C92187A8C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6" name="Group 265">
                  <a:extLst>
                    <a:ext uri="{FF2B5EF4-FFF2-40B4-BE49-F238E27FC236}">
                      <a16:creationId xmlns:a16="http://schemas.microsoft.com/office/drawing/2014/main" id="{DAC7FD1F-0FE8-48A2-BCF6-EA8F97FBF87B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7" name="Connector: Elbow 266">
                    <a:extLst>
                      <a:ext uri="{FF2B5EF4-FFF2-40B4-BE49-F238E27FC236}">
                        <a16:creationId xmlns:a16="http://schemas.microsoft.com/office/drawing/2014/main" id="{656BA479-9BB6-48FD-8933-41A78D2E2B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01F90938-2F5F-4621-8A31-2FEA2001AC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A48C7C62-FEC6-4243-9817-BA177232FFD2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51" name="Group 250">
                  <a:extLst>
                    <a:ext uri="{FF2B5EF4-FFF2-40B4-BE49-F238E27FC236}">
                      <a16:creationId xmlns:a16="http://schemas.microsoft.com/office/drawing/2014/main" id="{33118191-508D-4D65-A1DC-F0AF3DBA0160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61" name="Connector: Elbow 260">
                    <a:extLst>
                      <a:ext uri="{FF2B5EF4-FFF2-40B4-BE49-F238E27FC236}">
                        <a16:creationId xmlns:a16="http://schemas.microsoft.com/office/drawing/2014/main" id="{F8DBA17A-764C-4056-B27D-C4D708DA43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EC9145AF-584D-40B4-A750-4D7C6988AAC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61E209C7-ABBF-4F52-A8B6-C7E4055C6E9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9" name="Connector: Elbow 258">
                    <a:extLst>
                      <a:ext uri="{FF2B5EF4-FFF2-40B4-BE49-F238E27FC236}">
                        <a16:creationId xmlns:a16="http://schemas.microsoft.com/office/drawing/2014/main" id="{A03CE354-037B-4154-8DA5-9A213C6FE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2C9F8E72-485B-4190-B9B1-B27B6CA9107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089D01A8-5A77-406A-920B-9D4E799BA28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7" name="Connector: Elbow 256">
                    <a:extLst>
                      <a:ext uri="{FF2B5EF4-FFF2-40B4-BE49-F238E27FC236}">
                        <a16:creationId xmlns:a16="http://schemas.microsoft.com/office/drawing/2014/main" id="{72137AD7-A598-4747-80C7-F195E425E0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8" name="Straight Connector 257">
                    <a:extLst>
                      <a:ext uri="{FF2B5EF4-FFF2-40B4-BE49-F238E27FC236}">
                        <a16:creationId xmlns:a16="http://schemas.microsoft.com/office/drawing/2014/main" id="{2AFEDFE6-C9B0-40B5-BA19-DF0E5499838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35FDB5EA-46DD-42FF-8338-EE6CAE7C06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55" name="Connector: Elbow 254">
                    <a:extLst>
                      <a:ext uri="{FF2B5EF4-FFF2-40B4-BE49-F238E27FC236}">
                        <a16:creationId xmlns:a16="http://schemas.microsoft.com/office/drawing/2014/main" id="{1FE067D3-2202-49F3-8570-881E2E7794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6" name="Straight Connector 255">
                    <a:extLst>
                      <a:ext uri="{FF2B5EF4-FFF2-40B4-BE49-F238E27FC236}">
                        <a16:creationId xmlns:a16="http://schemas.microsoft.com/office/drawing/2014/main" id="{C719A371-D7D4-4A64-B9E8-70270A5AD13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5" name="Group 184">
                <a:extLst>
                  <a:ext uri="{FF2B5EF4-FFF2-40B4-BE49-F238E27FC236}">
                    <a16:creationId xmlns:a16="http://schemas.microsoft.com/office/drawing/2014/main" id="{E7FD7F3B-F685-47D2-B944-21D493A091BA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19506CE-6E7F-4661-8D2A-DFB099A8320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9" name="Connector: Elbow 248">
                    <a:extLst>
                      <a:ext uri="{FF2B5EF4-FFF2-40B4-BE49-F238E27FC236}">
                        <a16:creationId xmlns:a16="http://schemas.microsoft.com/office/drawing/2014/main" id="{DDF93453-2B9B-41A1-BB86-18B3C5B5CE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0" name="Straight Connector 249">
                    <a:extLst>
                      <a:ext uri="{FF2B5EF4-FFF2-40B4-BE49-F238E27FC236}">
                        <a16:creationId xmlns:a16="http://schemas.microsoft.com/office/drawing/2014/main" id="{EAD6B258-308E-4AD8-9488-07C6D05CA2F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2F552FA4-9043-48BA-83DC-5862CF3C2CC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7" name="Connector: Elbow 246">
                    <a:extLst>
                      <a:ext uri="{FF2B5EF4-FFF2-40B4-BE49-F238E27FC236}">
                        <a16:creationId xmlns:a16="http://schemas.microsoft.com/office/drawing/2014/main" id="{912492D4-4B45-4FC9-BC0F-78A7F078F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8" name="Straight Connector 247">
                    <a:extLst>
                      <a:ext uri="{FF2B5EF4-FFF2-40B4-BE49-F238E27FC236}">
                        <a16:creationId xmlns:a16="http://schemas.microsoft.com/office/drawing/2014/main" id="{B7DBF0EA-4785-4201-96CB-CA6A1D1EDB1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80FDAAAB-440E-4187-8B45-618F0CC59E02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5" name="Connector: Elbow 244">
                    <a:extLst>
                      <a:ext uri="{FF2B5EF4-FFF2-40B4-BE49-F238E27FC236}">
                        <a16:creationId xmlns:a16="http://schemas.microsoft.com/office/drawing/2014/main" id="{D4B7EF7B-1416-4639-8EAA-ECBB04F48E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65846C8-B709-46A1-BE7A-848FE8F5EAE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EC323ECB-589E-4E96-AC22-70E24A488D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43" name="Connector: Elbow 242">
                    <a:extLst>
                      <a:ext uri="{FF2B5EF4-FFF2-40B4-BE49-F238E27FC236}">
                        <a16:creationId xmlns:a16="http://schemas.microsoft.com/office/drawing/2014/main" id="{B6A08F81-6AFC-4685-B316-0D91A15299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DDEFFDB-38EE-4603-9A97-D7DAC077E3D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2E555027-3A60-4633-808C-93141F6A5BCA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B6A4C52A-AAB4-4C2F-BF56-4C2D82D5B1FD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7" name="Connector: Elbow 236">
                    <a:extLst>
                      <a:ext uri="{FF2B5EF4-FFF2-40B4-BE49-F238E27FC236}">
                        <a16:creationId xmlns:a16="http://schemas.microsoft.com/office/drawing/2014/main" id="{97BCA86B-1B44-4222-8ED9-B4B4A340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8" name="Straight Connector 237">
                    <a:extLst>
                      <a:ext uri="{FF2B5EF4-FFF2-40B4-BE49-F238E27FC236}">
                        <a16:creationId xmlns:a16="http://schemas.microsoft.com/office/drawing/2014/main" id="{BF20169E-1E0A-42AD-9EF3-19FDD1D7FD0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ED6D5F29-B8FD-4045-9BDA-351A2F06529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5" name="Connector: Elbow 234">
                    <a:extLst>
                      <a:ext uri="{FF2B5EF4-FFF2-40B4-BE49-F238E27FC236}">
                        <a16:creationId xmlns:a16="http://schemas.microsoft.com/office/drawing/2014/main" id="{22D6E815-AE97-4509-9A0C-36DED4A3D2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>
                    <a:extLst>
                      <a:ext uri="{FF2B5EF4-FFF2-40B4-BE49-F238E27FC236}">
                        <a16:creationId xmlns:a16="http://schemas.microsoft.com/office/drawing/2014/main" id="{18C2EF69-C519-4DDC-9E95-2FEBE071B65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D985BD2D-0112-41D6-A973-F5A0CA74B2A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3" name="Connector: Elbow 232">
                    <a:extLst>
                      <a:ext uri="{FF2B5EF4-FFF2-40B4-BE49-F238E27FC236}">
                        <a16:creationId xmlns:a16="http://schemas.microsoft.com/office/drawing/2014/main" id="{98E7BE54-185C-4644-9832-1A18F292D9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4E13D957-CB4D-437E-B25B-4DF7BCA2A83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0" name="Group 229">
                  <a:extLst>
                    <a:ext uri="{FF2B5EF4-FFF2-40B4-BE49-F238E27FC236}">
                      <a16:creationId xmlns:a16="http://schemas.microsoft.com/office/drawing/2014/main" id="{1AEAF2DA-C9B7-46F6-957B-58E933A719F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31" name="Connector: Elbow 230">
                    <a:extLst>
                      <a:ext uri="{FF2B5EF4-FFF2-40B4-BE49-F238E27FC236}">
                        <a16:creationId xmlns:a16="http://schemas.microsoft.com/office/drawing/2014/main" id="{1FB656C9-0094-4482-8D20-C46F02AEF1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2" name="Straight Connector 231">
                    <a:extLst>
                      <a:ext uri="{FF2B5EF4-FFF2-40B4-BE49-F238E27FC236}">
                        <a16:creationId xmlns:a16="http://schemas.microsoft.com/office/drawing/2014/main" id="{B6A32C57-42E2-475A-BAA6-EA98B4BE13A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4A5B3B86-085B-466D-A729-31D0ED77AB92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A2701633-5138-4717-9681-179B818E5A4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225" name="Connector: Elbow 224">
                    <a:extLst>
                      <a:ext uri="{FF2B5EF4-FFF2-40B4-BE49-F238E27FC236}">
                        <a16:creationId xmlns:a16="http://schemas.microsoft.com/office/drawing/2014/main" id="{2E2BE32B-B9B5-44D4-9950-3EB8B073A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EB75B80A-9450-4F70-97FB-E7291D834AD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098F7C11-C42D-4C35-8730-EC862B78CACE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6" name="Connector: Elbow 195">
                    <a:extLst>
                      <a:ext uri="{FF2B5EF4-FFF2-40B4-BE49-F238E27FC236}">
                        <a16:creationId xmlns:a16="http://schemas.microsoft.com/office/drawing/2014/main" id="{D4EA0509-3CFB-498A-9343-523EBB4B4A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4FDA7DD0-5435-418D-B191-3EEC3807534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Group 189">
                  <a:extLst>
                    <a:ext uri="{FF2B5EF4-FFF2-40B4-BE49-F238E27FC236}">
                      <a16:creationId xmlns:a16="http://schemas.microsoft.com/office/drawing/2014/main" id="{880C4CA7-E070-4A8F-8954-7A5758A632B7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4" name="Connector: Elbow 193">
                    <a:extLst>
                      <a:ext uri="{FF2B5EF4-FFF2-40B4-BE49-F238E27FC236}">
                        <a16:creationId xmlns:a16="http://schemas.microsoft.com/office/drawing/2014/main" id="{72741068-87F7-4DB9-AFC8-58581CCCA5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B3FA7836-AA0D-4088-B9F3-48B67A1734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F6D1A90C-8FD3-47DB-ABF7-F4BF59B1080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192" name="Connector: Elbow 191">
                    <a:extLst>
                      <a:ext uri="{FF2B5EF4-FFF2-40B4-BE49-F238E27FC236}">
                        <a16:creationId xmlns:a16="http://schemas.microsoft.com/office/drawing/2014/main" id="{D3A967F1-EA94-48C5-989D-897D45CD8B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56F095B0-4C71-40A2-863F-10C2000FA75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157C935B-A963-4098-8955-D6EEED28B35B}"/>
              </a:ext>
            </a:extLst>
          </p:cNvPr>
          <p:cNvCxnSpPr/>
          <p:nvPr/>
        </p:nvCxnSpPr>
        <p:spPr>
          <a:xfrm>
            <a:off x="2007603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62A14650-ACF7-4C2D-A5E1-DBFA9E709383}"/>
              </a:ext>
            </a:extLst>
          </p:cNvPr>
          <p:cNvCxnSpPr/>
          <p:nvPr/>
        </p:nvCxnSpPr>
        <p:spPr>
          <a:xfrm>
            <a:off x="9322802" y="2021869"/>
            <a:ext cx="0" cy="8451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F95DAC04-6681-4763-8CC2-D88597E88431}"/>
              </a:ext>
            </a:extLst>
          </p:cNvPr>
          <p:cNvCxnSpPr>
            <a:cxnSpLocks/>
          </p:cNvCxnSpPr>
          <p:nvPr/>
        </p:nvCxnSpPr>
        <p:spPr>
          <a:xfrm>
            <a:off x="1983309" y="2217773"/>
            <a:ext cx="4572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TextBox 413">
            <a:extLst>
              <a:ext uri="{FF2B5EF4-FFF2-40B4-BE49-F238E27FC236}">
                <a16:creationId xmlns:a16="http://schemas.microsoft.com/office/drawing/2014/main" id="{44C2C138-8FDB-44B9-8A65-AAE0DCCABC10}"/>
              </a:ext>
            </a:extLst>
          </p:cNvPr>
          <p:cNvSpPr txBox="1"/>
          <p:nvPr/>
        </p:nvSpPr>
        <p:spPr>
          <a:xfrm>
            <a:off x="1705345" y="2071266"/>
            <a:ext cx="563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Segoe Condensed" panose="020B0606040200020203" pitchFamily="34" charset="0"/>
              </a:rPr>
              <a:t>V</a:t>
            </a:r>
            <a:r>
              <a:rPr lang="en-US" sz="1200" baseline="-25000" dirty="0" err="1">
                <a:latin typeface="Segoe Condensed" panose="020B0606040200020203" pitchFamily="34" charset="0"/>
              </a:rPr>
              <a:t>cc</a:t>
            </a:r>
            <a:endParaRPr lang="en-US" sz="1200" baseline="-25000" dirty="0">
              <a:latin typeface="Segoe Condensed" panose="020B0606040200020203" pitchFamily="34" charset="0"/>
            </a:endParaRPr>
          </a:p>
        </p:txBody>
      </p: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D512F3F7-7561-41FA-A43A-194CD1EE057A}"/>
              </a:ext>
            </a:extLst>
          </p:cNvPr>
          <p:cNvCxnSpPr>
            <a:cxnSpLocks/>
          </p:cNvCxnSpPr>
          <p:nvPr/>
        </p:nvCxnSpPr>
        <p:spPr>
          <a:xfrm>
            <a:off x="1962844" y="2866997"/>
            <a:ext cx="768096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2DC990D7-86BE-423F-B285-211D51A93935}"/>
              </a:ext>
            </a:extLst>
          </p:cNvPr>
          <p:cNvGrpSpPr/>
          <p:nvPr/>
        </p:nvGrpSpPr>
        <p:grpSpPr>
          <a:xfrm>
            <a:off x="2007602" y="2216221"/>
            <a:ext cx="7315200" cy="650776"/>
            <a:chOff x="2084807" y="1205657"/>
            <a:chExt cx="3657599" cy="650776"/>
          </a:xfrm>
        </p:grpSpPr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32ED9ACB-BC87-4BFE-8962-88EE942847EC}"/>
                </a:ext>
              </a:extLst>
            </p:cNvPr>
            <p:cNvGrpSpPr/>
            <p:nvPr/>
          </p:nvGrpSpPr>
          <p:grpSpPr>
            <a:xfrm>
              <a:off x="2084807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B051B790-BB98-4A95-81C0-6463DFFC7336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40" name="Group 539">
                  <a:extLst>
                    <a:ext uri="{FF2B5EF4-FFF2-40B4-BE49-F238E27FC236}">
                      <a16:creationId xmlns:a16="http://schemas.microsoft.com/office/drawing/2014/main" id="{9E99B444-852A-4F88-A7F0-A8525CCA9E1B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50" name="Connector: Elbow 549">
                    <a:extLst>
                      <a:ext uri="{FF2B5EF4-FFF2-40B4-BE49-F238E27FC236}">
                        <a16:creationId xmlns:a16="http://schemas.microsoft.com/office/drawing/2014/main" id="{10A68372-46DF-491F-96D3-143F5DCC5D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Straight Connector 550">
                    <a:extLst>
                      <a:ext uri="{FF2B5EF4-FFF2-40B4-BE49-F238E27FC236}">
                        <a16:creationId xmlns:a16="http://schemas.microsoft.com/office/drawing/2014/main" id="{AACD64F9-6F30-44CA-94A9-DBAC0D34D9C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1" name="Group 540">
                  <a:extLst>
                    <a:ext uri="{FF2B5EF4-FFF2-40B4-BE49-F238E27FC236}">
                      <a16:creationId xmlns:a16="http://schemas.microsoft.com/office/drawing/2014/main" id="{A538A1DB-B9B2-4AEA-94B8-2925BE03357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8" name="Connector: Elbow 547">
                    <a:extLst>
                      <a:ext uri="{FF2B5EF4-FFF2-40B4-BE49-F238E27FC236}">
                        <a16:creationId xmlns:a16="http://schemas.microsoft.com/office/drawing/2014/main" id="{F4281CCE-1B79-4B5F-B8DE-5E48537AC2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Straight Connector 548">
                    <a:extLst>
                      <a:ext uri="{FF2B5EF4-FFF2-40B4-BE49-F238E27FC236}">
                        <a16:creationId xmlns:a16="http://schemas.microsoft.com/office/drawing/2014/main" id="{49238A1C-2DD3-495F-8006-50E96C8A82A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2" name="Group 541">
                  <a:extLst>
                    <a:ext uri="{FF2B5EF4-FFF2-40B4-BE49-F238E27FC236}">
                      <a16:creationId xmlns:a16="http://schemas.microsoft.com/office/drawing/2014/main" id="{D7591278-5F00-4DB6-BFB0-7757FD586E5E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6" name="Connector: Elbow 545">
                    <a:extLst>
                      <a:ext uri="{FF2B5EF4-FFF2-40B4-BE49-F238E27FC236}">
                        <a16:creationId xmlns:a16="http://schemas.microsoft.com/office/drawing/2014/main" id="{960BB3A7-A904-4E82-ABF1-BB6E54FCD8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45AEA7E5-84D7-4728-99F5-EF0036F42A7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3" name="Group 542">
                  <a:extLst>
                    <a:ext uri="{FF2B5EF4-FFF2-40B4-BE49-F238E27FC236}">
                      <a16:creationId xmlns:a16="http://schemas.microsoft.com/office/drawing/2014/main" id="{909E0B35-817E-45AD-BF60-64745384EB11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44" name="Connector: Elbow 543">
                    <a:extLst>
                      <a:ext uri="{FF2B5EF4-FFF2-40B4-BE49-F238E27FC236}">
                        <a16:creationId xmlns:a16="http://schemas.microsoft.com/office/drawing/2014/main" id="{1B29FF0D-7D67-460F-BB56-BA3593E57D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5" name="Straight Connector 544">
                    <a:extLst>
                      <a:ext uri="{FF2B5EF4-FFF2-40B4-BE49-F238E27FC236}">
                        <a16:creationId xmlns:a16="http://schemas.microsoft.com/office/drawing/2014/main" id="{089F879B-F297-466E-A822-3D9C477CFA4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8" name="Group 487">
                <a:extLst>
                  <a:ext uri="{FF2B5EF4-FFF2-40B4-BE49-F238E27FC236}">
                    <a16:creationId xmlns:a16="http://schemas.microsoft.com/office/drawing/2014/main" id="{5484EEA7-D3A7-4454-A41D-9B911D35C8AD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28" name="Group 527">
                  <a:extLst>
                    <a:ext uri="{FF2B5EF4-FFF2-40B4-BE49-F238E27FC236}">
                      <a16:creationId xmlns:a16="http://schemas.microsoft.com/office/drawing/2014/main" id="{FC55AF8A-EE10-4578-9844-9B2581EED2B5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8" name="Connector: Elbow 537">
                    <a:extLst>
                      <a:ext uri="{FF2B5EF4-FFF2-40B4-BE49-F238E27FC236}">
                        <a16:creationId xmlns:a16="http://schemas.microsoft.com/office/drawing/2014/main" id="{4B211836-4E3A-4752-8C0A-883D5EECE2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Straight Connector 538">
                    <a:extLst>
                      <a:ext uri="{FF2B5EF4-FFF2-40B4-BE49-F238E27FC236}">
                        <a16:creationId xmlns:a16="http://schemas.microsoft.com/office/drawing/2014/main" id="{82B423C6-98FE-40D2-93F4-3F8238C30C9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499BF9EA-2FF8-4D45-A73D-5C406CFCA498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6" name="Connector: Elbow 535">
                    <a:extLst>
                      <a:ext uri="{FF2B5EF4-FFF2-40B4-BE49-F238E27FC236}">
                        <a16:creationId xmlns:a16="http://schemas.microsoft.com/office/drawing/2014/main" id="{E978AE9F-516B-46DF-93A6-C7CC6117C5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Straight Connector 536">
                    <a:extLst>
                      <a:ext uri="{FF2B5EF4-FFF2-40B4-BE49-F238E27FC236}">
                        <a16:creationId xmlns:a16="http://schemas.microsoft.com/office/drawing/2014/main" id="{6E0FFD91-4131-4AD9-B441-341297F9959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0" name="Group 529">
                  <a:extLst>
                    <a:ext uri="{FF2B5EF4-FFF2-40B4-BE49-F238E27FC236}">
                      <a16:creationId xmlns:a16="http://schemas.microsoft.com/office/drawing/2014/main" id="{11704285-019D-4836-9981-3B535956FE5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4" name="Connector: Elbow 533">
                    <a:extLst>
                      <a:ext uri="{FF2B5EF4-FFF2-40B4-BE49-F238E27FC236}">
                        <a16:creationId xmlns:a16="http://schemas.microsoft.com/office/drawing/2014/main" id="{F678BE6C-5E55-42B0-9C44-A88335A5EA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A24BD1F-1CBD-4A3B-BAAC-3D03E7466D5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1" name="Group 530">
                  <a:extLst>
                    <a:ext uri="{FF2B5EF4-FFF2-40B4-BE49-F238E27FC236}">
                      <a16:creationId xmlns:a16="http://schemas.microsoft.com/office/drawing/2014/main" id="{B19F6C20-22A7-4FAF-B653-2D7CBFFC16B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32" name="Connector: Elbow 531">
                    <a:extLst>
                      <a:ext uri="{FF2B5EF4-FFF2-40B4-BE49-F238E27FC236}">
                        <a16:creationId xmlns:a16="http://schemas.microsoft.com/office/drawing/2014/main" id="{910A24ED-A17F-4EFC-86C0-8013319EE04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23386BEF-9DC4-4925-8C72-8CAAE6CE58C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89" name="Group 488">
                <a:extLst>
                  <a:ext uri="{FF2B5EF4-FFF2-40B4-BE49-F238E27FC236}">
                    <a16:creationId xmlns:a16="http://schemas.microsoft.com/office/drawing/2014/main" id="{55609FA8-5FA8-421A-9F67-061F6B4D9ED6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16" name="Group 515">
                  <a:extLst>
                    <a:ext uri="{FF2B5EF4-FFF2-40B4-BE49-F238E27FC236}">
                      <a16:creationId xmlns:a16="http://schemas.microsoft.com/office/drawing/2014/main" id="{671F6296-AE47-46FF-82B9-FD6A252AF743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6" name="Connector: Elbow 525">
                    <a:extLst>
                      <a:ext uri="{FF2B5EF4-FFF2-40B4-BE49-F238E27FC236}">
                        <a16:creationId xmlns:a16="http://schemas.microsoft.com/office/drawing/2014/main" id="{845DFC9D-E225-44EE-AF56-87F73F2662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Straight Connector 526">
                    <a:extLst>
                      <a:ext uri="{FF2B5EF4-FFF2-40B4-BE49-F238E27FC236}">
                        <a16:creationId xmlns:a16="http://schemas.microsoft.com/office/drawing/2014/main" id="{8F65EB51-95E6-449B-B8D7-46F3E646BBA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7" name="Group 516">
                  <a:extLst>
                    <a:ext uri="{FF2B5EF4-FFF2-40B4-BE49-F238E27FC236}">
                      <a16:creationId xmlns:a16="http://schemas.microsoft.com/office/drawing/2014/main" id="{B89C784B-9416-417A-A056-C781077B3525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4" name="Connector: Elbow 523">
                    <a:extLst>
                      <a:ext uri="{FF2B5EF4-FFF2-40B4-BE49-F238E27FC236}">
                        <a16:creationId xmlns:a16="http://schemas.microsoft.com/office/drawing/2014/main" id="{3558D95F-BFBE-4678-91CD-06A11FA0CB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Straight Connector 524">
                    <a:extLst>
                      <a:ext uri="{FF2B5EF4-FFF2-40B4-BE49-F238E27FC236}">
                        <a16:creationId xmlns:a16="http://schemas.microsoft.com/office/drawing/2014/main" id="{E5149A7A-5123-4826-A289-A9129D345F8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4B5647FE-1603-4536-A292-7A8F136705A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2" name="Connector: Elbow 521">
                    <a:extLst>
                      <a:ext uri="{FF2B5EF4-FFF2-40B4-BE49-F238E27FC236}">
                        <a16:creationId xmlns:a16="http://schemas.microsoft.com/office/drawing/2014/main" id="{E9AC2488-C254-4A55-B7B9-E3F541B88C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Straight Connector 522">
                    <a:extLst>
                      <a:ext uri="{FF2B5EF4-FFF2-40B4-BE49-F238E27FC236}">
                        <a16:creationId xmlns:a16="http://schemas.microsoft.com/office/drawing/2014/main" id="{67028342-DDCE-4950-814F-9255188E7D0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9" name="Group 518">
                  <a:extLst>
                    <a:ext uri="{FF2B5EF4-FFF2-40B4-BE49-F238E27FC236}">
                      <a16:creationId xmlns:a16="http://schemas.microsoft.com/office/drawing/2014/main" id="{D934723B-1F24-44AC-B077-4FEF803FB8EA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20" name="Connector: Elbow 519">
                    <a:extLst>
                      <a:ext uri="{FF2B5EF4-FFF2-40B4-BE49-F238E27FC236}">
                        <a16:creationId xmlns:a16="http://schemas.microsoft.com/office/drawing/2014/main" id="{599D2021-DF21-4A4B-A887-F6A0A16A56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1" name="Straight Connector 520">
                    <a:extLst>
                      <a:ext uri="{FF2B5EF4-FFF2-40B4-BE49-F238E27FC236}">
                        <a16:creationId xmlns:a16="http://schemas.microsoft.com/office/drawing/2014/main" id="{165DCA25-1339-477D-9F83-89FE83841D7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0" name="Group 489">
                <a:extLst>
                  <a:ext uri="{FF2B5EF4-FFF2-40B4-BE49-F238E27FC236}">
                    <a16:creationId xmlns:a16="http://schemas.microsoft.com/office/drawing/2014/main" id="{DD4F4F7F-D3F4-444A-91A0-E743B18CEC0F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504" name="Group 503">
                  <a:extLst>
                    <a:ext uri="{FF2B5EF4-FFF2-40B4-BE49-F238E27FC236}">
                      <a16:creationId xmlns:a16="http://schemas.microsoft.com/office/drawing/2014/main" id="{4D1BD94A-1E0D-4787-822B-22EF287408AF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4" name="Connector: Elbow 513">
                    <a:extLst>
                      <a:ext uri="{FF2B5EF4-FFF2-40B4-BE49-F238E27FC236}">
                        <a16:creationId xmlns:a16="http://schemas.microsoft.com/office/drawing/2014/main" id="{52E45B56-9691-499B-A624-92D7B88D4C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9CE1C45A-317F-4C96-8496-78ED9C5978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5" name="Group 504">
                  <a:extLst>
                    <a:ext uri="{FF2B5EF4-FFF2-40B4-BE49-F238E27FC236}">
                      <a16:creationId xmlns:a16="http://schemas.microsoft.com/office/drawing/2014/main" id="{72E3887B-A32E-4C8F-A67E-5B34D451517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2" name="Connector: Elbow 511">
                    <a:extLst>
                      <a:ext uri="{FF2B5EF4-FFF2-40B4-BE49-F238E27FC236}">
                        <a16:creationId xmlns:a16="http://schemas.microsoft.com/office/drawing/2014/main" id="{29BA2244-7794-489A-A8C7-60D7723E88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FAE7AB3D-A7CD-43F4-BA5E-13858FC5D54F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6" name="Group 505">
                  <a:extLst>
                    <a:ext uri="{FF2B5EF4-FFF2-40B4-BE49-F238E27FC236}">
                      <a16:creationId xmlns:a16="http://schemas.microsoft.com/office/drawing/2014/main" id="{D5227452-07B6-4728-AC0D-FFFB85C3D0EB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10" name="Connector: Elbow 509">
                    <a:extLst>
                      <a:ext uri="{FF2B5EF4-FFF2-40B4-BE49-F238E27FC236}">
                        <a16:creationId xmlns:a16="http://schemas.microsoft.com/office/drawing/2014/main" id="{37B3F589-3C53-4F95-899D-DEBB1F22CD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5974B9AB-007C-4EAA-AB33-35E35CE886F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07" name="Group 506">
                  <a:extLst>
                    <a:ext uri="{FF2B5EF4-FFF2-40B4-BE49-F238E27FC236}">
                      <a16:creationId xmlns:a16="http://schemas.microsoft.com/office/drawing/2014/main" id="{024D8699-9E04-4B9A-9B1F-CD104CC6AD2F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8" name="Connector: Elbow 507">
                    <a:extLst>
                      <a:ext uri="{FF2B5EF4-FFF2-40B4-BE49-F238E27FC236}">
                        <a16:creationId xmlns:a16="http://schemas.microsoft.com/office/drawing/2014/main" id="{AF463AA2-29B5-4271-93C4-956F56EE00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3A07DDD0-0238-429C-8AC0-48354BF7DF8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91" name="Group 490">
                <a:extLst>
                  <a:ext uri="{FF2B5EF4-FFF2-40B4-BE49-F238E27FC236}">
                    <a16:creationId xmlns:a16="http://schemas.microsoft.com/office/drawing/2014/main" id="{E2FB2E3D-F42E-4A30-BEC5-FB0DBABDDE91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6BC9741-DFC8-49A3-92AF-190F3C65A7E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2" name="Connector: Elbow 501">
                    <a:extLst>
                      <a:ext uri="{FF2B5EF4-FFF2-40B4-BE49-F238E27FC236}">
                        <a16:creationId xmlns:a16="http://schemas.microsoft.com/office/drawing/2014/main" id="{D2B90C1E-9DDD-4CF6-B101-3DA2C3746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46A1A9B0-1F18-4564-926E-BF1903AB1B95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A7E81E35-99CA-4BC0-902B-389FD3711496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500" name="Connector: Elbow 499">
                    <a:extLst>
                      <a:ext uri="{FF2B5EF4-FFF2-40B4-BE49-F238E27FC236}">
                        <a16:creationId xmlns:a16="http://schemas.microsoft.com/office/drawing/2014/main" id="{9D3106AB-B72C-4C08-9DEE-73490CBA07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4B1FE99A-040C-432F-9306-5E415638336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B9CA6248-00C2-47EA-BD86-8BCDA54AE283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8" name="Connector: Elbow 497">
                    <a:extLst>
                      <a:ext uri="{FF2B5EF4-FFF2-40B4-BE49-F238E27FC236}">
                        <a16:creationId xmlns:a16="http://schemas.microsoft.com/office/drawing/2014/main" id="{C80C46DC-0BF7-408B-A033-FB90841233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7BB1E082-07AC-4719-B88F-A11917C66F2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3061E839-4E9C-409E-ABB0-7B018E5AACF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96" name="Connector: Elbow 495">
                    <a:extLst>
                      <a:ext uri="{FF2B5EF4-FFF2-40B4-BE49-F238E27FC236}">
                        <a16:creationId xmlns:a16="http://schemas.microsoft.com/office/drawing/2014/main" id="{FEA18313-BABA-4839-B2BD-2066FAA43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7" name="Straight Connector 496">
                    <a:extLst>
                      <a:ext uri="{FF2B5EF4-FFF2-40B4-BE49-F238E27FC236}">
                        <a16:creationId xmlns:a16="http://schemas.microsoft.com/office/drawing/2014/main" id="{026E157F-7BC8-466D-A428-573ACDE1E493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21" name="Group 420">
              <a:extLst>
                <a:ext uri="{FF2B5EF4-FFF2-40B4-BE49-F238E27FC236}">
                  <a16:creationId xmlns:a16="http://schemas.microsoft.com/office/drawing/2014/main" id="{883772E7-C573-46FA-8EE8-060F5D314097}"/>
                </a:ext>
              </a:extLst>
            </p:cNvPr>
            <p:cNvGrpSpPr/>
            <p:nvPr/>
          </p:nvGrpSpPr>
          <p:grpSpPr>
            <a:xfrm>
              <a:off x="3913606" y="1205657"/>
              <a:ext cx="1828800" cy="650776"/>
              <a:chOff x="2084807" y="1205657"/>
              <a:chExt cx="1828800" cy="650776"/>
            </a:xfrm>
          </p:grpSpPr>
          <p:grpSp>
            <p:nvGrpSpPr>
              <p:cNvPr id="422" name="Group 421">
                <a:extLst>
                  <a:ext uri="{FF2B5EF4-FFF2-40B4-BE49-F238E27FC236}">
                    <a16:creationId xmlns:a16="http://schemas.microsoft.com/office/drawing/2014/main" id="{22498CBA-3673-437A-B057-D6DD52C9797C}"/>
                  </a:ext>
                </a:extLst>
              </p:cNvPr>
              <p:cNvGrpSpPr/>
              <p:nvPr/>
            </p:nvGrpSpPr>
            <p:grpSpPr>
              <a:xfrm>
                <a:off x="208480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75" name="Group 474">
                  <a:extLst>
                    <a:ext uri="{FF2B5EF4-FFF2-40B4-BE49-F238E27FC236}">
                      <a16:creationId xmlns:a16="http://schemas.microsoft.com/office/drawing/2014/main" id="{FBED8359-3ECE-4F54-9C8E-EA64E83B4017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5" name="Connector: Elbow 484">
                    <a:extLst>
                      <a:ext uri="{FF2B5EF4-FFF2-40B4-BE49-F238E27FC236}">
                        <a16:creationId xmlns:a16="http://schemas.microsoft.com/office/drawing/2014/main" id="{ED2B4EA9-B5DB-47E3-BD73-C22240A405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Straight Connector 485">
                    <a:extLst>
                      <a:ext uri="{FF2B5EF4-FFF2-40B4-BE49-F238E27FC236}">
                        <a16:creationId xmlns:a16="http://schemas.microsoft.com/office/drawing/2014/main" id="{E7AE6DC8-E933-4C97-B1C8-6C49DAB2BA3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6" name="Group 475">
                  <a:extLst>
                    <a:ext uri="{FF2B5EF4-FFF2-40B4-BE49-F238E27FC236}">
                      <a16:creationId xmlns:a16="http://schemas.microsoft.com/office/drawing/2014/main" id="{9E72A28A-522A-428D-B8A5-2C0D21720D9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3" name="Connector: Elbow 482">
                    <a:extLst>
                      <a:ext uri="{FF2B5EF4-FFF2-40B4-BE49-F238E27FC236}">
                        <a16:creationId xmlns:a16="http://schemas.microsoft.com/office/drawing/2014/main" id="{9B8CD96C-106B-440A-BC04-E4BF3FDA21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Straight Connector 483">
                    <a:extLst>
                      <a:ext uri="{FF2B5EF4-FFF2-40B4-BE49-F238E27FC236}">
                        <a16:creationId xmlns:a16="http://schemas.microsoft.com/office/drawing/2014/main" id="{C784E71A-221E-4DE4-8277-F1074F35356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4AA3B307-B756-4EC8-AEC1-6DEEDAB2772D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81" name="Connector: Elbow 480">
                    <a:extLst>
                      <a:ext uri="{FF2B5EF4-FFF2-40B4-BE49-F238E27FC236}">
                        <a16:creationId xmlns:a16="http://schemas.microsoft.com/office/drawing/2014/main" id="{D15FDC5A-E10F-490E-85D1-BFBAEF447E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Straight Connector 481">
                    <a:extLst>
                      <a:ext uri="{FF2B5EF4-FFF2-40B4-BE49-F238E27FC236}">
                        <a16:creationId xmlns:a16="http://schemas.microsoft.com/office/drawing/2014/main" id="{E4357920-CD37-46FC-BA2D-D8EED4CFB3ED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A1C3CF2C-A932-429D-A01A-7DF37732BA19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9" name="Connector: Elbow 478">
                    <a:extLst>
                      <a:ext uri="{FF2B5EF4-FFF2-40B4-BE49-F238E27FC236}">
                        <a16:creationId xmlns:a16="http://schemas.microsoft.com/office/drawing/2014/main" id="{DFF7B867-4A0D-4B75-B651-2E919F2DD9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0" name="Straight Connector 479">
                    <a:extLst>
                      <a:ext uri="{FF2B5EF4-FFF2-40B4-BE49-F238E27FC236}">
                        <a16:creationId xmlns:a16="http://schemas.microsoft.com/office/drawing/2014/main" id="{17773532-B618-40C8-8DD2-D44D1C4B7E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830AFA30-2AE0-463F-B228-90DF98A5B117}"/>
                  </a:ext>
                </a:extLst>
              </p:cNvPr>
              <p:cNvGrpSpPr/>
              <p:nvPr/>
            </p:nvGrpSpPr>
            <p:grpSpPr>
              <a:xfrm>
                <a:off x="245056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D552DB3E-A85C-4FC9-8FDA-776CB9FE26E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3" name="Connector: Elbow 472">
                    <a:extLst>
                      <a:ext uri="{FF2B5EF4-FFF2-40B4-BE49-F238E27FC236}">
                        <a16:creationId xmlns:a16="http://schemas.microsoft.com/office/drawing/2014/main" id="{F8414960-CC1F-4BBB-95A8-FC9E63271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Straight Connector 473">
                    <a:extLst>
                      <a:ext uri="{FF2B5EF4-FFF2-40B4-BE49-F238E27FC236}">
                        <a16:creationId xmlns:a16="http://schemas.microsoft.com/office/drawing/2014/main" id="{1C41094E-AA5C-44D6-AFC5-66863709D0F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79D7D38D-BA13-4D71-A4E3-263459127162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71" name="Connector: Elbow 470">
                    <a:extLst>
                      <a:ext uri="{FF2B5EF4-FFF2-40B4-BE49-F238E27FC236}">
                        <a16:creationId xmlns:a16="http://schemas.microsoft.com/office/drawing/2014/main" id="{C49EF3F3-2683-4156-B0E0-D05ED52B46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8560FA2A-BA54-4890-B839-70DC3605AF78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EED154B0-7AD4-45E4-8B41-F38F86695655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9" name="Connector: Elbow 468">
                    <a:extLst>
                      <a:ext uri="{FF2B5EF4-FFF2-40B4-BE49-F238E27FC236}">
                        <a16:creationId xmlns:a16="http://schemas.microsoft.com/office/drawing/2014/main" id="{9DA89B2F-9A54-4E9A-B831-119FB74D51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Straight Connector 469">
                    <a:extLst>
                      <a:ext uri="{FF2B5EF4-FFF2-40B4-BE49-F238E27FC236}">
                        <a16:creationId xmlns:a16="http://schemas.microsoft.com/office/drawing/2014/main" id="{901B57DF-F850-4D33-8F67-194869B07FD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F70719DC-A9BB-4C26-B076-1F4F4637806C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7" name="Connector: Elbow 466">
                    <a:extLst>
                      <a:ext uri="{FF2B5EF4-FFF2-40B4-BE49-F238E27FC236}">
                        <a16:creationId xmlns:a16="http://schemas.microsoft.com/office/drawing/2014/main" id="{8FAB8513-7672-40C3-919E-DEC425452F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Straight Connector 467">
                    <a:extLst>
                      <a:ext uri="{FF2B5EF4-FFF2-40B4-BE49-F238E27FC236}">
                        <a16:creationId xmlns:a16="http://schemas.microsoft.com/office/drawing/2014/main" id="{3F9A7232-83CD-4A34-A275-8249CDBE332E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4" name="Group 423">
                <a:extLst>
                  <a:ext uri="{FF2B5EF4-FFF2-40B4-BE49-F238E27FC236}">
                    <a16:creationId xmlns:a16="http://schemas.microsoft.com/office/drawing/2014/main" id="{323D5DAF-7902-43C3-AC69-0897FB247A81}"/>
                  </a:ext>
                </a:extLst>
              </p:cNvPr>
              <p:cNvGrpSpPr/>
              <p:nvPr/>
            </p:nvGrpSpPr>
            <p:grpSpPr>
              <a:xfrm>
                <a:off x="281632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51" name="Group 450">
                  <a:extLst>
                    <a:ext uri="{FF2B5EF4-FFF2-40B4-BE49-F238E27FC236}">
                      <a16:creationId xmlns:a16="http://schemas.microsoft.com/office/drawing/2014/main" id="{A920CCEF-687E-4502-A320-9D116EDDB9A8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61" name="Connector: Elbow 460">
                    <a:extLst>
                      <a:ext uri="{FF2B5EF4-FFF2-40B4-BE49-F238E27FC236}">
                        <a16:creationId xmlns:a16="http://schemas.microsoft.com/office/drawing/2014/main" id="{5B763EFE-A871-4118-B36E-50C426908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0D8B7953-6463-49EE-936D-31026C06BFB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2" name="Group 451">
                  <a:extLst>
                    <a:ext uri="{FF2B5EF4-FFF2-40B4-BE49-F238E27FC236}">
                      <a16:creationId xmlns:a16="http://schemas.microsoft.com/office/drawing/2014/main" id="{C88EA2FE-96D6-4048-AA6A-97C1FD6E486D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9" name="Connector: Elbow 458">
                    <a:extLst>
                      <a:ext uri="{FF2B5EF4-FFF2-40B4-BE49-F238E27FC236}">
                        <a16:creationId xmlns:a16="http://schemas.microsoft.com/office/drawing/2014/main" id="{6AC3D852-E737-49B8-BDE3-A8D21ED03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AD242127-31C5-4A16-B1C8-C28EE4FDF2B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4D742C36-2516-48DB-B07F-B75078AD56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7" name="Connector: Elbow 456">
                    <a:extLst>
                      <a:ext uri="{FF2B5EF4-FFF2-40B4-BE49-F238E27FC236}">
                        <a16:creationId xmlns:a16="http://schemas.microsoft.com/office/drawing/2014/main" id="{00974792-32BE-4755-B185-09815055C7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Straight Connector 457">
                    <a:extLst>
                      <a:ext uri="{FF2B5EF4-FFF2-40B4-BE49-F238E27FC236}">
                        <a16:creationId xmlns:a16="http://schemas.microsoft.com/office/drawing/2014/main" id="{DC01B062-49B7-4D67-B972-ACF5E1110A69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9A1FD043-63FB-40A1-A3A7-383356835CDD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55" name="Connector: Elbow 454">
                    <a:extLst>
                      <a:ext uri="{FF2B5EF4-FFF2-40B4-BE49-F238E27FC236}">
                        <a16:creationId xmlns:a16="http://schemas.microsoft.com/office/drawing/2014/main" id="{5D41CEFF-4FE3-495D-A4C6-0B09901FF2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08EAC420-CEAF-4A71-AB6E-267CDB71997C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82578C1A-1EC8-4FDB-8094-41AFFF47ACAB}"/>
                  </a:ext>
                </a:extLst>
              </p:cNvPr>
              <p:cNvGrpSpPr/>
              <p:nvPr/>
            </p:nvGrpSpPr>
            <p:grpSpPr>
              <a:xfrm>
                <a:off x="3182087" y="1205657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5C0AAE86-D95C-4340-8791-57842037676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9" name="Connector: Elbow 448">
                    <a:extLst>
                      <a:ext uri="{FF2B5EF4-FFF2-40B4-BE49-F238E27FC236}">
                        <a16:creationId xmlns:a16="http://schemas.microsoft.com/office/drawing/2014/main" id="{99058C19-EDE3-439E-8238-63FA66488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A912A081-2AC8-48F1-8F4E-54D949746812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0" name="Group 439">
                  <a:extLst>
                    <a:ext uri="{FF2B5EF4-FFF2-40B4-BE49-F238E27FC236}">
                      <a16:creationId xmlns:a16="http://schemas.microsoft.com/office/drawing/2014/main" id="{095BDF16-DD9F-46C6-96D4-87D8CE9003C9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7" name="Connector: Elbow 446">
                    <a:extLst>
                      <a:ext uri="{FF2B5EF4-FFF2-40B4-BE49-F238E27FC236}">
                        <a16:creationId xmlns:a16="http://schemas.microsoft.com/office/drawing/2014/main" id="{00A7BB05-0C30-404A-B347-E6B0838275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A6542931-E009-470E-92F6-E3767DD4C090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4C169E92-ECE1-4208-9476-BA02208AC034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5" name="Connector: Elbow 444">
                    <a:extLst>
                      <a:ext uri="{FF2B5EF4-FFF2-40B4-BE49-F238E27FC236}">
                        <a16:creationId xmlns:a16="http://schemas.microsoft.com/office/drawing/2014/main" id="{39AA2B88-6CA0-4563-B468-C905A1B853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Straight Connector 445">
                    <a:extLst>
                      <a:ext uri="{FF2B5EF4-FFF2-40B4-BE49-F238E27FC236}">
                        <a16:creationId xmlns:a16="http://schemas.microsoft.com/office/drawing/2014/main" id="{C1F9C83C-0417-4B28-A76A-D6456E391407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2EA5D543-E37C-49EE-B26D-77A98AC3AE43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43" name="Connector: Elbow 442">
                    <a:extLst>
                      <a:ext uri="{FF2B5EF4-FFF2-40B4-BE49-F238E27FC236}">
                        <a16:creationId xmlns:a16="http://schemas.microsoft.com/office/drawing/2014/main" id="{091B0224-FFA1-43DB-97C2-83526D0D20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77F45F23-1543-416B-8DDF-01EED43D3D5B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26" name="Group 425">
                <a:extLst>
                  <a:ext uri="{FF2B5EF4-FFF2-40B4-BE49-F238E27FC236}">
                    <a16:creationId xmlns:a16="http://schemas.microsoft.com/office/drawing/2014/main" id="{5558F006-434E-4A93-8EEB-178E9FEB3733}"/>
                  </a:ext>
                </a:extLst>
              </p:cNvPr>
              <p:cNvGrpSpPr/>
              <p:nvPr/>
            </p:nvGrpSpPr>
            <p:grpSpPr>
              <a:xfrm>
                <a:off x="3547847" y="1207209"/>
                <a:ext cx="365760" cy="649224"/>
                <a:chOff x="2008607" y="1241499"/>
                <a:chExt cx="7315199" cy="649224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6EFCD146-B1BF-482E-AF2E-F1F80FA000FE}"/>
                    </a:ext>
                  </a:extLst>
                </p:cNvPr>
                <p:cNvGrpSpPr/>
                <p:nvPr/>
              </p:nvGrpSpPr>
              <p:grpSpPr>
                <a:xfrm>
                  <a:off x="20086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7" name="Connector: Elbow 436">
                    <a:extLst>
                      <a:ext uri="{FF2B5EF4-FFF2-40B4-BE49-F238E27FC236}">
                        <a16:creationId xmlns:a16="http://schemas.microsoft.com/office/drawing/2014/main" id="{9C9285E3-4335-4AC8-91F5-C7F2D9E14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6665D0A2-7594-4967-AFAC-80185304867A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8" name="Group 427">
                  <a:extLst>
                    <a:ext uri="{FF2B5EF4-FFF2-40B4-BE49-F238E27FC236}">
                      <a16:creationId xmlns:a16="http://schemas.microsoft.com/office/drawing/2014/main" id="{8D2BB9F3-0156-4356-9E0F-EA3E3B702ED0}"/>
                    </a:ext>
                  </a:extLst>
                </p:cNvPr>
                <p:cNvGrpSpPr/>
                <p:nvPr/>
              </p:nvGrpSpPr>
              <p:grpSpPr>
                <a:xfrm>
                  <a:off x="3837407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5" name="Connector: Elbow 434">
                    <a:extLst>
                      <a:ext uri="{FF2B5EF4-FFF2-40B4-BE49-F238E27FC236}">
                        <a16:creationId xmlns:a16="http://schemas.microsoft.com/office/drawing/2014/main" id="{1FDEAD52-A93E-4E0B-A3EA-525BD4963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7E3DEA2A-D29D-4D2A-A741-11D7AD6D9911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F99509D8-7AB2-437C-9275-2684158A305F}"/>
                    </a:ext>
                  </a:extLst>
                </p:cNvPr>
                <p:cNvGrpSpPr/>
                <p:nvPr/>
              </p:nvGrpSpPr>
              <p:grpSpPr>
                <a:xfrm>
                  <a:off x="56662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3" name="Connector: Elbow 432">
                    <a:extLst>
                      <a:ext uri="{FF2B5EF4-FFF2-40B4-BE49-F238E27FC236}">
                        <a16:creationId xmlns:a16="http://schemas.microsoft.com/office/drawing/2014/main" id="{481D562F-8E8F-42FB-BEB7-0C79922E5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13A4F0CA-5B66-4BCB-B667-D3E99B326294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38FAAF79-D903-4B57-87DB-F2FAAAA8BF66}"/>
                    </a:ext>
                  </a:extLst>
                </p:cNvPr>
                <p:cNvGrpSpPr/>
                <p:nvPr/>
              </p:nvGrpSpPr>
              <p:grpSpPr>
                <a:xfrm>
                  <a:off x="7495006" y="1241499"/>
                  <a:ext cx="1828800" cy="649224"/>
                  <a:chOff x="2008607" y="1241499"/>
                  <a:chExt cx="1828800" cy="649224"/>
                </a:xfrm>
              </p:grpSpPr>
              <p:cxnSp>
                <p:nvCxnSpPr>
                  <p:cNvPr id="431" name="Connector: Elbow 430">
                    <a:extLst>
                      <a:ext uri="{FF2B5EF4-FFF2-40B4-BE49-F238E27FC236}">
                        <a16:creationId xmlns:a16="http://schemas.microsoft.com/office/drawing/2014/main" id="{11C6316E-E464-4D98-9DD4-6F4E8972D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008607" y="1246487"/>
                    <a:ext cx="1828800" cy="644236"/>
                  </a:xfrm>
                  <a:prstGeom prst="bentConnector3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4DC1B3CD-7B1F-4136-A6A0-894BEB5C4A76}"/>
                      </a:ext>
                    </a:extLst>
                  </p:cNvPr>
                  <p:cNvCxnSpPr/>
                  <p:nvPr/>
                </p:nvCxnSpPr>
                <p:spPr>
                  <a:xfrm>
                    <a:off x="3837407" y="1241499"/>
                    <a:ext cx="0" cy="649224"/>
                  </a:xfrm>
                  <a:prstGeom prst="line">
                    <a:avLst/>
                  </a:prstGeom>
                  <a:ln w="9525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686" name="Straight Arrow Connector 685">
            <a:extLst>
              <a:ext uri="{FF2B5EF4-FFF2-40B4-BE49-F238E27FC236}">
                <a16:creationId xmlns:a16="http://schemas.microsoft.com/office/drawing/2014/main" id="{8A3332E0-1C8D-4057-BFB8-861A8C3E4D4E}"/>
              </a:ext>
            </a:extLst>
          </p:cNvPr>
          <p:cNvCxnSpPr>
            <a:cxnSpLocks/>
          </p:cNvCxnSpPr>
          <p:nvPr/>
        </p:nvCxnSpPr>
        <p:spPr>
          <a:xfrm>
            <a:off x="2012897" y="2115905"/>
            <a:ext cx="7308232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/>
              <p:nvPr/>
            </p:nvSpPr>
            <p:spPr>
              <a:xfrm>
                <a:off x="5230804" y="1926305"/>
                <a:ext cx="872418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𝑃𝑊𝑀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b="0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7" name="TextBox 686">
                <a:extLst>
                  <a:ext uri="{FF2B5EF4-FFF2-40B4-BE49-F238E27FC236}">
                    <a16:creationId xmlns:a16="http://schemas.microsoft.com/office/drawing/2014/main" id="{764E67C4-AB85-476D-98CE-E43741341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804" y="1926305"/>
                <a:ext cx="872418" cy="153888"/>
              </a:xfrm>
              <a:prstGeom prst="rect">
                <a:avLst/>
              </a:prstGeom>
              <a:blipFill>
                <a:blip r:embed="rId2"/>
                <a:stretch>
                  <a:fillRect l="-2797" r="-3497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4883B516-7A04-4F2F-B109-FD532DF96BF6}"/>
              </a:ext>
            </a:extLst>
          </p:cNvPr>
          <p:cNvGrpSpPr/>
          <p:nvPr/>
        </p:nvGrpSpPr>
        <p:grpSpPr>
          <a:xfrm>
            <a:off x="2002310" y="2914344"/>
            <a:ext cx="7315200" cy="184994"/>
            <a:chOff x="2304448" y="2914344"/>
            <a:chExt cx="7315200" cy="1849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7DC56F2-03C5-4089-B3A1-3F7A9742DD3F}"/>
                </a:ext>
              </a:extLst>
            </p:cNvPr>
            <p:cNvSpPr/>
            <p:nvPr/>
          </p:nvSpPr>
          <p:spPr>
            <a:xfrm>
              <a:off x="2304448" y="2914344"/>
              <a:ext cx="3657600" cy="18499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0</a:t>
              </a:r>
            </a:p>
          </p:txBody>
        </p:sp>
        <p:sp>
          <p:nvSpPr>
            <p:cNvPr id="688" name="Rectangle 687">
              <a:extLst>
                <a:ext uri="{FF2B5EF4-FFF2-40B4-BE49-F238E27FC236}">
                  <a16:creationId xmlns:a16="http://schemas.microsoft.com/office/drawing/2014/main" id="{C8965DE9-D84C-452F-9926-3A3E5D5F9AE2}"/>
                </a:ext>
              </a:extLst>
            </p:cNvPr>
            <p:cNvSpPr/>
            <p:nvPr/>
          </p:nvSpPr>
          <p:spPr>
            <a:xfrm>
              <a:off x="5962048" y="2914344"/>
              <a:ext cx="3657600" cy="1849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1"/>
                  </a:solidFill>
                  <a:latin typeface="Segoe Condensed" panose="020B0606040200020203" pitchFamily="34" charset="0"/>
                </a:rPr>
                <a:t>1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5EB1B82-FC0C-41C7-860A-76939F459DD9}"/>
              </a:ext>
            </a:extLst>
          </p:cNvPr>
          <p:cNvGrpSpPr/>
          <p:nvPr/>
        </p:nvGrpSpPr>
        <p:grpSpPr>
          <a:xfrm>
            <a:off x="2002310" y="3176442"/>
            <a:ext cx="7315602" cy="184994"/>
            <a:chOff x="2304448" y="3173834"/>
            <a:chExt cx="7315602" cy="184994"/>
          </a:xfrm>
        </p:grpSpPr>
        <p:grpSp>
          <p:nvGrpSpPr>
            <p:cNvPr id="691" name="Group 690">
              <a:extLst>
                <a:ext uri="{FF2B5EF4-FFF2-40B4-BE49-F238E27FC236}">
                  <a16:creationId xmlns:a16="http://schemas.microsoft.com/office/drawing/2014/main" id="{5EA4A1FF-AB24-421E-8842-E3F25B0A361A}"/>
                </a:ext>
              </a:extLst>
            </p:cNvPr>
            <p:cNvGrpSpPr/>
            <p:nvPr/>
          </p:nvGrpSpPr>
          <p:grpSpPr>
            <a:xfrm>
              <a:off x="2304448" y="3173834"/>
              <a:ext cx="3657600" cy="184994"/>
              <a:chOff x="2304448" y="2914344"/>
              <a:chExt cx="7315200" cy="184994"/>
            </a:xfrm>
          </p:grpSpPr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46356F0-71BF-4FA3-BEE8-C99CF95F7DED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00</a:t>
                </a:r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ADF86E64-D4CD-4E62-B4E4-D504AB70460B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01</a:t>
                </a:r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81F84487-CDEF-4F77-B662-DC2AB5525A89}"/>
                </a:ext>
              </a:extLst>
            </p:cNvPr>
            <p:cNvGrpSpPr/>
            <p:nvPr/>
          </p:nvGrpSpPr>
          <p:grpSpPr>
            <a:xfrm>
              <a:off x="5962450" y="3173834"/>
              <a:ext cx="3657600" cy="184994"/>
              <a:chOff x="2304448" y="2914344"/>
              <a:chExt cx="7315200" cy="184994"/>
            </a:xfrm>
          </p:grpSpPr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071472B6-7751-4AB0-9849-A9428ADD311A}"/>
                  </a:ext>
                </a:extLst>
              </p:cNvPr>
              <p:cNvSpPr/>
              <p:nvPr/>
            </p:nvSpPr>
            <p:spPr>
              <a:xfrm>
                <a:off x="2304448" y="2914344"/>
                <a:ext cx="3657600" cy="184994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10</a:t>
                </a:r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30B27E4-7809-489F-9138-940F9E044003}"/>
                  </a:ext>
                </a:extLst>
              </p:cNvPr>
              <p:cNvSpPr/>
              <p:nvPr/>
            </p:nvSpPr>
            <p:spPr>
              <a:xfrm>
                <a:off x="5962048" y="2914344"/>
                <a:ext cx="3657600" cy="18499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>
                    <a:solidFill>
                      <a:schemeClr val="tx1"/>
                    </a:solidFill>
                    <a:latin typeface="Segoe Condensed" panose="020B0606040200020203" pitchFamily="34" charset="0"/>
                  </a:rPr>
                  <a:t>11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1FC1F3B-5BF1-43BA-B679-1B997E410B86}"/>
              </a:ext>
            </a:extLst>
          </p:cNvPr>
          <p:cNvGrpSpPr/>
          <p:nvPr/>
        </p:nvGrpSpPr>
        <p:grpSpPr>
          <a:xfrm>
            <a:off x="2002310" y="3438540"/>
            <a:ext cx="7315200" cy="184994"/>
            <a:chOff x="2304448" y="3431542"/>
            <a:chExt cx="7315200" cy="184994"/>
          </a:xfrm>
        </p:grpSpPr>
        <p:grpSp>
          <p:nvGrpSpPr>
            <p:cNvPr id="697" name="Group 696">
              <a:extLst>
                <a:ext uri="{FF2B5EF4-FFF2-40B4-BE49-F238E27FC236}">
                  <a16:creationId xmlns:a16="http://schemas.microsoft.com/office/drawing/2014/main" id="{71A0D9B7-BAF5-4309-BC04-2E9BBA540142}"/>
                </a:ext>
              </a:extLst>
            </p:cNvPr>
            <p:cNvGrpSpPr/>
            <p:nvPr/>
          </p:nvGrpSpPr>
          <p:grpSpPr>
            <a:xfrm>
              <a:off x="23044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698" name="Group 697">
                <a:extLst>
                  <a:ext uri="{FF2B5EF4-FFF2-40B4-BE49-F238E27FC236}">
                    <a16:creationId xmlns:a16="http://schemas.microsoft.com/office/drawing/2014/main" id="{84BAFD2F-BC25-4083-A610-BD1DD7E64D7E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2" name="Rectangle 701">
                  <a:extLst>
                    <a:ext uri="{FF2B5EF4-FFF2-40B4-BE49-F238E27FC236}">
                      <a16:creationId xmlns:a16="http://schemas.microsoft.com/office/drawing/2014/main" id="{A527B34A-936A-4688-A24B-461299E5AAE0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000</a:t>
                  </a:r>
                </a:p>
              </p:txBody>
            </p:sp>
            <p:sp>
              <p:nvSpPr>
                <p:cNvPr id="703" name="Rectangle 702">
                  <a:extLst>
                    <a:ext uri="{FF2B5EF4-FFF2-40B4-BE49-F238E27FC236}">
                      <a16:creationId xmlns:a16="http://schemas.microsoft.com/office/drawing/2014/main" id="{F4B877E7-AFDA-4F6D-89F0-F35A1AF8CB16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001</a:t>
                  </a:r>
                </a:p>
              </p:txBody>
            </p:sp>
          </p:grpSp>
          <p:grpSp>
            <p:nvGrpSpPr>
              <p:cNvPr id="699" name="Group 698">
                <a:extLst>
                  <a:ext uri="{FF2B5EF4-FFF2-40B4-BE49-F238E27FC236}">
                    <a16:creationId xmlns:a16="http://schemas.microsoft.com/office/drawing/2014/main" id="{68455F22-061A-43CA-AF41-339E1CE57879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0" name="Rectangle 699">
                  <a:extLst>
                    <a:ext uri="{FF2B5EF4-FFF2-40B4-BE49-F238E27FC236}">
                      <a16:creationId xmlns:a16="http://schemas.microsoft.com/office/drawing/2014/main" id="{5866661F-7F40-44B3-8AF8-225AF1A809CB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010</a:t>
                  </a:r>
                </a:p>
              </p:txBody>
            </p:sp>
            <p:sp>
              <p:nvSpPr>
                <p:cNvPr id="701" name="Rectangle 700">
                  <a:extLst>
                    <a:ext uri="{FF2B5EF4-FFF2-40B4-BE49-F238E27FC236}">
                      <a16:creationId xmlns:a16="http://schemas.microsoft.com/office/drawing/2014/main" id="{1A9545B1-5D3B-4DEA-BD1F-7F2ABF150D00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011</a:t>
                  </a:r>
                </a:p>
              </p:txBody>
            </p:sp>
          </p:grpSp>
        </p:grpSp>
        <p:grpSp>
          <p:nvGrpSpPr>
            <p:cNvPr id="706" name="Group 705">
              <a:extLst>
                <a:ext uri="{FF2B5EF4-FFF2-40B4-BE49-F238E27FC236}">
                  <a16:creationId xmlns:a16="http://schemas.microsoft.com/office/drawing/2014/main" id="{E3818FB4-7FEC-4ABA-A18D-7E23D9D4B203}"/>
                </a:ext>
              </a:extLst>
            </p:cNvPr>
            <p:cNvGrpSpPr/>
            <p:nvPr/>
          </p:nvGrpSpPr>
          <p:grpSpPr>
            <a:xfrm>
              <a:off x="5962048" y="3431542"/>
              <a:ext cx="3657600" cy="184994"/>
              <a:chOff x="2304448" y="3173834"/>
              <a:chExt cx="7315602" cy="184994"/>
            </a:xfrm>
          </p:grpSpPr>
          <p:grpSp>
            <p:nvGrpSpPr>
              <p:cNvPr id="707" name="Group 706">
                <a:extLst>
                  <a:ext uri="{FF2B5EF4-FFF2-40B4-BE49-F238E27FC236}">
                    <a16:creationId xmlns:a16="http://schemas.microsoft.com/office/drawing/2014/main" id="{515CC55C-518C-43E2-9FD2-3E9516443497}"/>
                  </a:ext>
                </a:extLst>
              </p:cNvPr>
              <p:cNvGrpSpPr/>
              <p:nvPr/>
            </p:nvGrpSpPr>
            <p:grpSpPr>
              <a:xfrm>
                <a:off x="2304448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11" name="Rectangle 710">
                  <a:extLst>
                    <a:ext uri="{FF2B5EF4-FFF2-40B4-BE49-F238E27FC236}">
                      <a16:creationId xmlns:a16="http://schemas.microsoft.com/office/drawing/2014/main" id="{20206C65-D15F-4DF5-9D78-840C8B2A0847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100</a:t>
                  </a:r>
                </a:p>
              </p:txBody>
            </p:sp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803AB00F-16B9-425C-940F-4C9262EC4708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101</a:t>
                  </a:r>
                </a:p>
              </p:txBody>
            </p:sp>
          </p:grp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68E2C9C5-4132-44D0-8643-A42AC50F6700}"/>
                  </a:ext>
                </a:extLst>
              </p:cNvPr>
              <p:cNvGrpSpPr/>
              <p:nvPr/>
            </p:nvGrpSpPr>
            <p:grpSpPr>
              <a:xfrm>
                <a:off x="5962450" y="3173834"/>
                <a:ext cx="3657600" cy="184994"/>
                <a:chOff x="2304448" y="2914344"/>
                <a:chExt cx="7315200" cy="184994"/>
              </a:xfrm>
            </p:grpSpPr>
            <p:sp>
              <p:nvSpPr>
                <p:cNvPr id="709" name="Rectangle 708">
                  <a:extLst>
                    <a:ext uri="{FF2B5EF4-FFF2-40B4-BE49-F238E27FC236}">
                      <a16:creationId xmlns:a16="http://schemas.microsoft.com/office/drawing/2014/main" id="{762FD664-E8EA-4A27-B2DC-A425B665B7E1}"/>
                    </a:ext>
                  </a:extLst>
                </p:cNvPr>
                <p:cNvSpPr/>
                <p:nvPr/>
              </p:nvSpPr>
              <p:spPr>
                <a:xfrm>
                  <a:off x="2304448" y="2914344"/>
                  <a:ext cx="3657600" cy="184994"/>
                </a:xfrm>
                <a:prstGeom prst="rect">
                  <a:avLst/>
                </a:prstGeom>
                <a:solidFill>
                  <a:schemeClr val="bg1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110</a:t>
                  </a:r>
                </a:p>
              </p:txBody>
            </p:sp>
            <p:sp>
              <p:nvSpPr>
                <p:cNvPr id="710" name="Rectangle 709">
                  <a:extLst>
                    <a:ext uri="{FF2B5EF4-FFF2-40B4-BE49-F238E27FC236}">
                      <a16:creationId xmlns:a16="http://schemas.microsoft.com/office/drawing/2014/main" id="{F67454B0-CB2F-4D86-B000-3484FF089DF3}"/>
                    </a:ext>
                  </a:extLst>
                </p:cNvPr>
                <p:cNvSpPr/>
                <p:nvPr/>
              </p:nvSpPr>
              <p:spPr>
                <a:xfrm>
                  <a:off x="5962048" y="2914344"/>
                  <a:ext cx="3657600" cy="184994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dirty="0">
                      <a:solidFill>
                        <a:schemeClr val="tx1"/>
                      </a:solidFill>
                      <a:latin typeface="Segoe Condensed" panose="020B0606040200020203" pitchFamily="34" charset="0"/>
                    </a:rPr>
                    <a:t>111</a:t>
                  </a:r>
                </a:p>
              </p:txBody>
            </p:sp>
          </p:grp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4B3892-AD86-4820-BCAD-5BE60A523918}"/>
              </a:ext>
            </a:extLst>
          </p:cNvPr>
          <p:cNvGrpSpPr/>
          <p:nvPr/>
        </p:nvGrpSpPr>
        <p:grpSpPr>
          <a:xfrm>
            <a:off x="2002310" y="3700638"/>
            <a:ext cx="7315200" cy="184994"/>
            <a:chOff x="2304448" y="3691013"/>
            <a:chExt cx="7315200" cy="184994"/>
          </a:xfrm>
        </p:grpSpPr>
        <p:grpSp>
          <p:nvGrpSpPr>
            <p:cNvPr id="713" name="Group 712">
              <a:extLst>
                <a:ext uri="{FF2B5EF4-FFF2-40B4-BE49-F238E27FC236}">
                  <a16:creationId xmlns:a16="http://schemas.microsoft.com/office/drawing/2014/main" id="{C3D76128-AE05-4C69-A281-7BF2E81A48F7}"/>
                </a:ext>
              </a:extLst>
            </p:cNvPr>
            <p:cNvGrpSpPr/>
            <p:nvPr/>
          </p:nvGrpSpPr>
          <p:grpSpPr>
            <a:xfrm>
              <a:off x="23044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14" name="Group 713">
                <a:extLst>
                  <a:ext uri="{FF2B5EF4-FFF2-40B4-BE49-F238E27FC236}">
                    <a16:creationId xmlns:a16="http://schemas.microsoft.com/office/drawing/2014/main" id="{F28E5D68-E7B6-492B-8F55-00F9DD4A7DA0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22" name="Group 721">
                  <a:extLst>
                    <a:ext uri="{FF2B5EF4-FFF2-40B4-BE49-F238E27FC236}">
                      <a16:creationId xmlns:a16="http://schemas.microsoft.com/office/drawing/2014/main" id="{844B8873-3A93-4390-AC22-6F33E5B07DC8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6" name="Rectangle 725">
                    <a:extLst>
                      <a:ext uri="{FF2B5EF4-FFF2-40B4-BE49-F238E27FC236}">
                        <a16:creationId xmlns:a16="http://schemas.microsoft.com/office/drawing/2014/main" id="{D0EF02A5-B5CE-4CE2-B367-524A5FF99042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0000</a:t>
                    </a:r>
                  </a:p>
                </p:txBody>
              </p:sp>
              <p:sp>
                <p:nvSpPr>
                  <p:cNvPr id="727" name="Rectangle 726">
                    <a:extLst>
                      <a:ext uri="{FF2B5EF4-FFF2-40B4-BE49-F238E27FC236}">
                        <a16:creationId xmlns:a16="http://schemas.microsoft.com/office/drawing/2014/main" id="{5094E605-1CE9-4AD1-BD39-F5821F8728A2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0001</a:t>
                    </a:r>
                  </a:p>
                </p:txBody>
              </p:sp>
            </p:grpSp>
            <p:grpSp>
              <p:nvGrpSpPr>
                <p:cNvPr id="723" name="Group 722">
                  <a:extLst>
                    <a:ext uri="{FF2B5EF4-FFF2-40B4-BE49-F238E27FC236}">
                      <a16:creationId xmlns:a16="http://schemas.microsoft.com/office/drawing/2014/main" id="{89E8902B-F898-4C25-BCF4-777726B5050C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4" name="Rectangle 723">
                    <a:extLst>
                      <a:ext uri="{FF2B5EF4-FFF2-40B4-BE49-F238E27FC236}">
                        <a16:creationId xmlns:a16="http://schemas.microsoft.com/office/drawing/2014/main" id="{D5E79881-0EBD-4D6E-A622-991342959D08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0010</a:t>
                    </a:r>
                  </a:p>
                </p:txBody>
              </p:sp>
              <p:sp>
                <p:nvSpPr>
                  <p:cNvPr id="725" name="Rectangle 724">
                    <a:extLst>
                      <a:ext uri="{FF2B5EF4-FFF2-40B4-BE49-F238E27FC236}">
                        <a16:creationId xmlns:a16="http://schemas.microsoft.com/office/drawing/2014/main" id="{6078B462-98DA-4EAD-A0B6-DBC492D30204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0011</a:t>
                    </a:r>
                  </a:p>
                </p:txBody>
              </p:sp>
            </p:grpSp>
          </p:grpSp>
          <p:grpSp>
            <p:nvGrpSpPr>
              <p:cNvPr id="715" name="Group 714">
                <a:extLst>
                  <a:ext uri="{FF2B5EF4-FFF2-40B4-BE49-F238E27FC236}">
                    <a16:creationId xmlns:a16="http://schemas.microsoft.com/office/drawing/2014/main" id="{439D9CA2-7A9F-4114-AE2A-201E8CFC3CD5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16" name="Group 715">
                  <a:extLst>
                    <a:ext uri="{FF2B5EF4-FFF2-40B4-BE49-F238E27FC236}">
                      <a16:creationId xmlns:a16="http://schemas.microsoft.com/office/drawing/2014/main" id="{8704295F-4B6B-46C9-A0B7-A176B2081E29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20" name="Rectangle 719">
                    <a:extLst>
                      <a:ext uri="{FF2B5EF4-FFF2-40B4-BE49-F238E27FC236}">
                        <a16:creationId xmlns:a16="http://schemas.microsoft.com/office/drawing/2014/main" id="{10172D32-A2B3-4596-81D3-E3211C85D03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0100</a:t>
                    </a:r>
                  </a:p>
                </p:txBody>
              </p:sp>
              <p:sp>
                <p:nvSpPr>
                  <p:cNvPr id="721" name="Rectangle 720">
                    <a:extLst>
                      <a:ext uri="{FF2B5EF4-FFF2-40B4-BE49-F238E27FC236}">
                        <a16:creationId xmlns:a16="http://schemas.microsoft.com/office/drawing/2014/main" id="{D13C4D56-B0A0-4861-AE7F-EB3488E7447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0101</a:t>
                    </a:r>
                  </a:p>
                </p:txBody>
              </p:sp>
            </p:grpSp>
            <p:grpSp>
              <p:nvGrpSpPr>
                <p:cNvPr id="717" name="Group 716">
                  <a:extLst>
                    <a:ext uri="{FF2B5EF4-FFF2-40B4-BE49-F238E27FC236}">
                      <a16:creationId xmlns:a16="http://schemas.microsoft.com/office/drawing/2014/main" id="{7E705319-D09E-4049-8ABD-93A6341B90BA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18" name="Rectangle 717">
                    <a:extLst>
                      <a:ext uri="{FF2B5EF4-FFF2-40B4-BE49-F238E27FC236}">
                        <a16:creationId xmlns:a16="http://schemas.microsoft.com/office/drawing/2014/main" id="{78EF39F2-09BE-42D0-9191-DABE71246213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0110</a:t>
                    </a:r>
                  </a:p>
                </p:txBody>
              </p:sp>
              <p:sp>
                <p:nvSpPr>
                  <p:cNvPr id="719" name="Rectangle 718">
                    <a:extLst>
                      <a:ext uri="{FF2B5EF4-FFF2-40B4-BE49-F238E27FC236}">
                        <a16:creationId xmlns:a16="http://schemas.microsoft.com/office/drawing/2014/main" id="{488D7F54-FC22-4FF5-BA4F-43CE25DE139B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0111</a:t>
                    </a:r>
                  </a:p>
                </p:txBody>
              </p:sp>
            </p:grpSp>
          </p:grpSp>
        </p:grpSp>
        <p:grpSp>
          <p:nvGrpSpPr>
            <p:cNvPr id="728" name="Group 727">
              <a:extLst>
                <a:ext uri="{FF2B5EF4-FFF2-40B4-BE49-F238E27FC236}">
                  <a16:creationId xmlns:a16="http://schemas.microsoft.com/office/drawing/2014/main" id="{8EC92698-C191-432B-B1E8-7F9AFAF3CFF4}"/>
                </a:ext>
              </a:extLst>
            </p:cNvPr>
            <p:cNvGrpSpPr/>
            <p:nvPr/>
          </p:nvGrpSpPr>
          <p:grpSpPr>
            <a:xfrm>
              <a:off x="5962048" y="3691013"/>
              <a:ext cx="3657600" cy="184994"/>
              <a:chOff x="2304448" y="3431542"/>
              <a:chExt cx="7315200" cy="184994"/>
            </a:xfrm>
          </p:grpSpPr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219FE53-5077-4B1E-8AEC-614888BB86A1}"/>
                  </a:ext>
                </a:extLst>
              </p:cNvPr>
              <p:cNvGrpSpPr/>
              <p:nvPr/>
            </p:nvGrpSpPr>
            <p:grpSpPr>
              <a:xfrm>
                <a:off x="23044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7" name="Group 736">
                  <a:extLst>
                    <a:ext uri="{FF2B5EF4-FFF2-40B4-BE49-F238E27FC236}">
                      <a16:creationId xmlns:a16="http://schemas.microsoft.com/office/drawing/2014/main" id="{062FD1E4-96E4-4705-AAA3-B27A220D1912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41" name="Rectangle 740">
                    <a:extLst>
                      <a:ext uri="{FF2B5EF4-FFF2-40B4-BE49-F238E27FC236}">
                        <a16:creationId xmlns:a16="http://schemas.microsoft.com/office/drawing/2014/main" id="{D2AB1B63-7EB6-4D3C-B10D-B1D9E2E4372E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1000</a:t>
                    </a:r>
                  </a:p>
                </p:txBody>
              </p:sp>
              <p:sp>
                <p:nvSpPr>
                  <p:cNvPr id="742" name="Rectangle 741">
                    <a:extLst>
                      <a:ext uri="{FF2B5EF4-FFF2-40B4-BE49-F238E27FC236}">
                        <a16:creationId xmlns:a16="http://schemas.microsoft.com/office/drawing/2014/main" id="{C0275C56-3AFA-4F2B-BC53-24CCCD9113F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1001</a:t>
                    </a:r>
                  </a:p>
                </p:txBody>
              </p:sp>
            </p:grpSp>
            <p:grpSp>
              <p:nvGrpSpPr>
                <p:cNvPr id="738" name="Group 737">
                  <a:extLst>
                    <a:ext uri="{FF2B5EF4-FFF2-40B4-BE49-F238E27FC236}">
                      <a16:creationId xmlns:a16="http://schemas.microsoft.com/office/drawing/2014/main" id="{8C82961F-D66B-4CB3-8EBA-949AA4C2FE4B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9" name="Rectangle 738">
                    <a:extLst>
                      <a:ext uri="{FF2B5EF4-FFF2-40B4-BE49-F238E27FC236}">
                        <a16:creationId xmlns:a16="http://schemas.microsoft.com/office/drawing/2014/main" id="{5BFEA21A-3CB5-460E-A87F-ACEEE1F1AE76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1010</a:t>
                    </a:r>
                  </a:p>
                </p:txBody>
              </p:sp>
              <p:sp>
                <p:nvSpPr>
                  <p:cNvPr id="740" name="Rectangle 739">
                    <a:extLst>
                      <a:ext uri="{FF2B5EF4-FFF2-40B4-BE49-F238E27FC236}">
                        <a16:creationId xmlns:a16="http://schemas.microsoft.com/office/drawing/2014/main" id="{8080028E-4C41-432F-9D71-0960EB725B15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1011</a:t>
                    </a: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2E0E22C-97EA-484C-BCE6-4A2AFBAD2281}"/>
                  </a:ext>
                </a:extLst>
              </p:cNvPr>
              <p:cNvGrpSpPr/>
              <p:nvPr/>
            </p:nvGrpSpPr>
            <p:grpSpPr>
              <a:xfrm>
                <a:off x="5962048" y="3431542"/>
                <a:ext cx="3657600" cy="184994"/>
                <a:chOff x="2304448" y="3173834"/>
                <a:chExt cx="7315602" cy="184994"/>
              </a:xfrm>
            </p:grpSpPr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6170653D-56CF-43FC-9553-8D47F402D723}"/>
                    </a:ext>
                  </a:extLst>
                </p:cNvPr>
                <p:cNvGrpSpPr/>
                <p:nvPr/>
              </p:nvGrpSpPr>
              <p:grpSpPr>
                <a:xfrm>
                  <a:off x="2304448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5" name="Rectangle 734">
                    <a:extLst>
                      <a:ext uri="{FF2B5EF4-FFF2-40B4-BE49-F238E27FC236}">
                        <a16:creationId xmlns:a16="http://schemas.microsoft.com/office/drawing/2014/main" id="{476FBAC4-C9E1-494D-8CEA-8C7BAC9EED9F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1100</a:t>
                    </a:r>
                  </a:p>
                </p:txBody>
              </p:sp>
              <p:sp>
                <p:nvSpPr>
                  <p:cNvPr id="736" name="Rectangle 735">
                    <a:extLst>
                      <a:ext uri="{FF2B5EF4-FFF2-40B4-BE49-F238E27FC236}">
                        <a16:creationId xmlns:a16="http://schemas.microsoft.com/office/drawing/2014/main" id="{04214500-5828-4578-844A-D25652CD8C56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1101</a:t>
                    </a:r>
                  </a:p>
                </p:txBody>
              </p: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74A43249-4ADA-4FDD-8B70-CC41F427A117}"/>
                    </a:ext>
                  </a:extLst>
                </p:cNvPr>
                <p:cNvGrpSpPr/>
                <p:nvPr/>
              </p:nvGrpSpPr>
              <p:grpSpPr>
                <a:xfrm>
                  <a:off x="5962450" y="3173834"/>
                  <a:ext cx="3657600" cy="184994"/>
                  <a:chOff x="2304448" y="2914344"/>
                  <a:chExt cx="7315200" cy="184994"/>
                </a:xfrm>
              </p:grpSpPr>
              <p:sp>
                <p:nvSpPr>
                  <p:cNvPr id="733" name="Rectangle 732">
                    <a:extLst>
                      <a:ext uri="{FF2B5EF4-FFF2-40B4-BE49-F238E27FC236}">
                        <a16:creationId xmlns:a16="http://schemas.microsoft.com/office/drawing/2014/main" id="{D0173455-700F-40EA-96F0-2B03811954A5}"/>
                      </a:ext>
                    </a:extLst>
                  </p:cNvPr>
                  <p:cNvSpPr/>
                  <p:nvPr/>
                </p:nvSpPr>
                <p:spPr>
                  <a:xfrm>
                    <a:off x="23044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/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1110</a:t>
                    </a:r>
                  </a:p>
                </p:txBody>
              </p:sp>
              <p:sp>
                <p:nvSpPr>
                  <p:cNvPr id="734" name="Rectangle 733">
                    <a:extLst>
                      <a:ext uri="{FF2B5EF4-FFF2-40B4-BE49-F238E27FC236}">
                        <a16:creationId xmlns:a16="http://schemas.microsoft.com/office/drawing/2014/main" id="{F57C2CFE-7C77-4367-8583-8A2C799ACA1D}"/>
                      </a:ext>
                    </a:extLst>
                  </p:cNvPr>
                  <p:cNvSpPr/>
                  <p:nvPr/>
                </p:nvSpPr>
                <p:spPr>
                  <a:xfrm>
                    <a:off x="5962048" y="2914344"/>
                    <a:ext cx="3657600" cy="184994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50" dirty="0">
                        <a:solidFill>
                          <a:schemeClr val="tx1"/>
                        </a:solidFill>
                        <a:latin typeface="Segoe Condensed" panose="020B0606040200020203" pitchFamily="34" charset="0"/>
                      </a:rPr>
                      <a:t>1111</a:t>
                    </a:r>
                  </a:p>
                </p:txBody>
              </p:sp>
            </p:grpSp>
          </p:grp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A158942-A496-4675-A515-F7514164174F}"/>
              </a:ext>
            </a:extLst>
          </p:cNvPr>
          <p:cNvGrpSpPr/>
          <p:nvPr/>
        </p:nvGrpSpPr>
        <p:grpSpPr>
          <a:xfrm>
            <a:off x="2002310" y="3962736"/>
            <a:ext cx="7315701" cy="184994"/>
            <a:chOff x="2304448" y="3948721"/>
            <a:chExt cx="7315701" cy="184994"/>
          </a:xfrm>
        </p:grpSpPr>
        <p:grpSp>
          <p:nvGrpSpPr>
            <p:cNvPr id="743" name="Group 742">
              <a:extLst>
                <a:ext uri="{FF2B5EF4-FFF2-40B4-BE49-F238E27FC236}">
                  <a16:creationId xmlns:a16="http://schemas.microsoft.com/office/drawing/2014/main" id="{69AB43E9-DEEE-432D-9A0B-0F6FC7DAE6AB}"/>
                </a:ext>
              </a:extLst>
            </p:cNvPr>
            <p:cNvGrpSpPr/>
            <p:nvPr/>
          </p:nvGrpSpPr>
          <p:grpSpPr>
            <a:xfrm>
              <a:off x="2304448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CBF4B431-D8F5-48EC-A1EA-D4CA25882E9F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F5580C19-2A87-4CB4-B9E2-10CA2448D8D2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8" name="Group 767">
                    <a:extLst>
                      <a:ext uri="{FF2B5EF4-FFF2-40B4-BE49-F238E27FC236}">
                        <a16:creationId xmlns:a16="http://schemas.microsoft.com/office/drawing/2014/main" id="{A543923A-3E5F-498C-97D2-93F376CBC2D5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2" name="Rectangle 771">
                      <a:extLst>
                        <a:ext uri="{FF2B5EF4-FFF2-40B4-BE49-F238E27FC236}">
                          <a16:creationId xmlns:a16="http://schemas.microsoft.com/office/drawing/2014/main" id="{EA81161E-606B-48FB-8011-9E1140223F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00000</a:t>
                      </a:r>
                    </a:p>
                  </p:txBody>
                </p:sp>
                <p:sp>
                  <p:nvSpPr>
                    <p:cNvPr id="773" name="Rectangle 772">
                      <a:extLst>
                        <a:ext uri="{FF2B5EF4-FFF2-40B4-BE49-F238E27FC236}">
                          <a16:creationId xmlns:a16="http://schemas.microsoft.com/office/drawing/2014/main" id="{E1AAF113-46B0-42C8-B9A0-99F5060E90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00001</a:t>
                      </a:r>
                    </a:p>
                  </p:txBody>
                </p:sp>
              </p:grpSp>
              <p:grpSp>
                <p:nvGrpSpPr>
                  <p:cNvPr id="769" name="Group 768">
                    <a:extLst>
                      <a:ext uri="{FF2B5EF4-FFF2-40B4-BE49-F238E27FC236}">
                        <a16:creationId xmlns:a16="http://schemas.microsoft.com/office/drawing/2014/main" id="{578B2346-681C-42CA-AD71-B4001F6415F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70" name="Rectangle 769">
                      <a:extLst>
                        <a:ext uri="{FF2B5EF4-FFF2-40B4-BE49-F238E27FC236}">
                          <a16:creationId xmlns:a16="http://schemas.microsoft.com/office/drawing/2014/main" id="{07AC6B1A-776C-4BD9-918D-8B6497614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00010</a:t>
                      </a:r>
                    </a:p>
                  </p:txBody>
                </p:sp>
                <p:sp>
                  <p:nvSpPr>
                    <p:cNvPr id="771" name="Rectangle 770">
                      <a:extLst>
                        <a:ext uri="{FF2B5EF4-FFF2-40B4-BE49-F238E27FC236}">
                          <a16:creationId xmlns:a16="http://schemas.microsoft.com/office/drawing/2014/main" id="{B80CD0C3-CFF3-4396-994B-47C410EF1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00011</a:t>
                      </a:r>
                    </a:p>
                  </p:txBody>
                </p:sp>
              </p:grp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11FECBE3-8DA4-46D2-8A95-C6A192B968C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62" name="Group 761">
                    <a:extLst>
                      <a:ext uri="{FF2B5EF4-FFF2-40B4-BE49-F238E27FC236}">
                        <a16:creationId xmlns:a16="http://schemas.microsoft.com/office/drawing/2014/main" id="{3D14201B-E35C-4572-B8B7-7FBC6A0DDA86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6" name="Rectangle 765">
                      <a:extLst>
                        <a:ext uri="{FF2B5EF4-FFF2-40B4-BE49-F238E27FC236}">
                          <a16:creationId xmlns:a16="http://schemas.microsoft.com/office/drawing/2014/main" id="{59FC7892-F99C-4828-8BB1-8B90A86A6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00100</a:t>
                      </a:r>
                    </a:p>
                  </p:txBody>
                </p:sp>
                <p:sp>
                  <p:nvSpPr>
                    <p:cNvPr id="767" name="Rectangle 766">
                      <a:extLst>
                        <a:ext uri="{FF2B5EF4-FFF2-40B4-BE49-F238E27FC236}">
                          <a16:creationId xmlns:a16="http://schemas.microsoft.com/office/drawing/2014/main" id="{6F5CFB41-F9F6-4CA8-84A4-E968DA591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00101</a:t>
                      </a:r>
                    </a:p>
                  </p:txBody>
                </p:sp>
              </p:grpSp>
              <p:grpSp>
                <p:nvGrpSpPr>
                  <p:cNvPr id="763" name="Group 762">
                    <a:extLst>
                      <a:ext uri="{FF2B5EF4-FFF2-40B4-BE49-F238E27FC236}">
                        <a16:creationId xmlns:a16="http://schemas.microsoft.com/office/drawing/2014/main" id="{D3C34D94-F6B2-46AC-9B11-DBBC9DCBA77D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64" name="Rectangle 763">
                      <a:extLst>
                        <a:ext uri="{FF2B5EF4-FFF2-40B4-BE49-F238E27FC236}">
                          <a16:creationId xmlns:a16="http://schemas.microsoft.com/office/drawing/2014/main" id="{DA2F142E-DD1D-45B5-8F16-5E6BA96C5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00110</a:t>
                      </a:r>
                    </a:p>
                  </p:txBody>
                </p:sp>
                <p:sp>
                  <p:nvSpPr>
                    <p:cNvPr id="765" name="Rectangle 764">
                      <a:extLst>
                        <a:ext uri="{FF2B5EF4-FFF2-40B4-BE49-F238E27FC236}">
                          <a16:creationId xmlns:a16="http://schemas.microsoft.com/office/drawing/2014/main" id="{31920DEF-C1AC-43A6-B275-F6C89AD87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00111</a:t>
                      </a:r>
                    </a:p>
                  </p:txBody>
                </p:sp>
              </p:grp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3A25FE0-D17D-4B4A-9AA5-F19DF68D5E31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46" name="Group 745">
                  <a:extLst>
                    <a:ext uri="{FF2B5EF4-FFF2-40B4-BE49-F238E27FC236}">
                      <a16:creationId xmlns:a16="http://schemas.microsoft.com/office/drawing/2014/main" id="{BFAB8699-BCCC-4D74-8FA0-D891C5B65073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54" name="Group 753">
                    <a:extLst>
                      <a:ext uri="{FF2B5EF4-FFF2-40B4-BE49-F238E27FC236}">
                        <a16:creationId xmlns:a16="http://schemas.microsoft.com/office/drawing/2014/main" id="{A320143D-22F8-4A62-9278-130EEBD1F7B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8" name="Rectangle 757">
                      <a:extLst>
                        <a:ext uri="{FF2B5EF4-FFF2-40B4-BE49-F238E27FC236}">
                          <a16:creationId xmlns:a16="http://schemas.microsoft.com/office/drawing/2014/main" id="{75621545-AE43-4939-8D72-F92DD9FE8A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01000</a:t>
                      </a:r>
                    </a:p>
                  </p:txBody>
                </p:sp>
                <p:sp>
                  <p:nvSpPr>
                    <p:cNvPr id="759" name="Rectangle 758">
                      <a:extLst>
                        <a:ext uri="{FF2B5EF4-FFF2-40B4-BE49-F238E27FC236}">
                          <a16:creationId xmlns:a16="http://schemas.microsoft.com/office/drawing/2014/main" id="{D1514662-D0A8-4AA8-A95C-CCF0B756E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01001</a:t>
                      </a:r>
                    </a:p>
                  </p:txBody>
                </p:sp>
              </p:grpSp>
              <p:grpSp>
                <p:nvGrpSpPr>
                  <p:cNvPr id="755" name="Group 754">
                    <a:extLst>
                      <a:ext uri="{FF2B5EF4-FFF2-40B4-BE49-F238E27FC236}">
                        <a16:creationId xmlns:a16="http://schemas.microsoft.com/office/drawing/2014/main" id="{42A3B357-6E7F-4DB8-87D7-E00D5CDE845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6" name="Rectangle 755">
                      <a:extLst>
                        <a:ext uri="{FF2B5EF4-FFF2-40B4-BE49-F238E27FC236}">
                          <a16:creationId xmlns:a16="http://schemas.microsoft.com/office/drawing/2014/main" id="{ED9A8FF2-ABB5-4870-A0F9-8207A3357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01010</a:t>
                      </a:r>
                    </a:p>
                  </p:txBody>
                </p:sp>
                <p:sp>
                  <p:nvSpPr>
                    <p:cNvPr id="757" name="Rectangle 756">
                      <a:extLst>
                        <a:ext uri="{FF2B5EF4-FFF2-40B4-BE49-F238E27FC236}">
                          <a16:creationId xmlns:a16="http://schemas.microsoft.com/office/drawing/2014/main" id="{97724C82-601A-4D07-BFEA-AED4F7CE3B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01011</a:t>
                      </a:r>
                    </a:p>
                  </p:txBody>
                </p:sp>
              </p:grpSp>
            </p:grpSp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0808C2BC-42A0-4980-99B2-0062BB255436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48" name="Group 747">
                    <a:extLst>
                      <a:ext uri="{FF2B5EF4-FFF2-40B4-BE49-F238E27FC236}">
                        <a16:creationId xmlns:a16="http://schemas.microsoft.com/office/drawing/2014/main" id="{E049E5AC-C38B-4168-B71A-1CFE5296A9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2" name="Rectangle 751">
                      <a:extLst>
                        <a:ext uri="{FF2B5EF4-FFF2-40B4-BE49-F238E27FC236}">
                          <a16:creationId xmlns:a16="http://schemas.microsoft.com/office/drawing/2014/main" id="{A8C7F236-AF67-4D45-9265-FF1115072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01100</a:t>
                      </a:r>
                    </a:p>
                  </p:txBody>
                </p:sp>
                <p:sp>
                  <p:nvSpPr>
                    <p:cNvPr id="753" name="Rectangle 752">
                      <a:extLst>
                        <a:ext uri="{FF2B5EF4-FFF2-40B4-BE49-F238E27FC236}">
                          <a16:creationId xmlns:a16="http://schemas.microsoft.com/office/drawing/2014/main" id="{9DA445C0-8F14-475E-88C6-0AE541DC5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01101</a:t>
                      </a:r>
                    </a:p>
                  </p:txBody>
                </p:sp>
              </p:grpSp>
              <p:grpSp>
                <p:nvGrpSpPr>
                  <p:cNvPr id="749" name="Group 748">
                    <a:extLst>
                      <a:ext uri="{FF2B5EF4-FFF2-40B4-BE49-F238E27FC236}">
                        <a16:creationId xmlns:a16="http://schemas.microsoft.com/office/drawing/2014/main" id="{B617344E-2291-4568-83DA-7722801CF37F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50" name="Rectangle 749">
                      <a:extLst>
                        <a:ext uri="{FF2B5EF4-FFF2-40B4-BE49-F238E27FC236}">
                          <a16:creationId xmlns:a16="http://schemas.microsoft.com/office/drawing/2014/main" id="{5F01194C-B71A-4428-BBBB-0885FD110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01110</a:t>
                      </a:r>
                    </a:p>
                  </p:txBody>
                </p:sp>
                <p:sp>
                  <p:nvSpPr>
                    <p:cNvPr id="751" name="Rectangle 750">
                      <a:extLst>
                        <a:ext uri="{FF2B5EF4-FFF2-40B4-BE49-F238E27FC236}">
                          <a16:creationId xmlns:a16="http://schemas.microsoft.com/office/drawing/2014/main" id="{EC6CB3CA-0CBC-4006-9970-CCD0C92D90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01111</a:t>
                      </a:r>
                    </a:p>
                  </p:txBody>
                </p:sp>
              </p:grpSp>
            </p:grpSp>
          </p:grpSp>
        </p:grpSp>
        <p:grpSp>
          <p:nvGrpSpPr>
            <p:cNvPr id="774" name="Group 773">
              <a:extLst>
                <a:ext uri="{FF2B5EF4-FFF2-40B4-BE49-F238E27FC236}">
                  <a16:creationId xmlns:a16="http://schemas.microsoft.com/office/drawing/2014/main" id="{4D373CF7-3475-4281-AB1D-D8DE71665885}"/>
                </a:ext>
              </a:extLst>
            </p:cNvPr>
            <p:cNvGrpSpPr/>
            <p:nvPr/>
          </p:nvGrpSpPr>
          <p:grpSpPr>
            <a:xfrm>
              <a:off x="5962549" y="3948721"/>
              <a:ext cx="3657600" cy="184994"/>
              <a:chOff x="2304448" y="3691013"/>
              <a:chExt cx="7315200" cy="184994"/>
            </a:xfrm>
          </p:grpSpPr>
          <p:grpSp>
            <p:nvGrpSpPr>
              <p:cNvPr id="775" name="Group 774">
                <a:extLst>
                  <a:ext uri="{FF2B5EF4-FFF2-40B4-BE49-F238E27FC236}">
                    <a16:creationId xmlns:a16="http://schemas.microsoft.com/office/drawing/2014/main" id="{B3EDC5D1-8673-40EC-908E-8BCF8D6D6294}"/>
                  </a:ext>
                </a:extLst>
              </p:cNvPr>
              <p:cNvGrpSpPr/>
              <p:nvPr/>
            </p:nvGrpSpPr>
            <p:grpSpPr>
              <a:xfrm>
                <a:off x="23044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91" name="Group 790">
                  <a:extLst>
                    <a:ext uri="{FF2B5EF4-FFF2-40B4-BE49-F238E27FC236}">
                      <a16:creationId xmlns:a16="http://schemas.microsoft.com/office/drawing/2014/main" id="{166BB6C7-F697-4990-8396-74BAA0C07395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9" name="Group 798">
                    <a:extLst>
                      <a:ext uri="{FF2B5EF4-FFF2-40B4-BE49-F238E27FC236}">
                        <a16:creationId xmlns:a16="http://schemas.microsoft.com/office/drawing/2014/main" id="{47993B41-AFFD-4C5D-B7A1-7B6FD1AD235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3" name="Rectangle 802">
                      <a:extLst>
                        <a:ext uri="{FF2B5EF4-FFF2-40B4-BE49-F238E27FC236}">
                          <a16:creationId xmlns:a16="http://schemas.microsoft.com/office/drawing/2014/main" id="{A4B0436C-5297-473B-8DC8-3C53920FB3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10000</a:t>
                      </a:r>
                    </a:p>
                  </p:txBody>
                </p:sp>
                <p:sp>
                  <p:nvSpPr>
                    <p:cNvPr id="804" name="Rectangle 803">
                      <a:extLst>
                        <a:ext uri="{FF2B5EF4-FFF2-40B4-BE49-F238E27FC236}">
                          <a16:creationId xmlns:a16="http://schemas.microsoft.com/office/drawing/2014/main" id="{54CD12EF-EECA-4614-9C0A-6360EC39E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10001</a:t>
                      </a:r>
                    </a:p>
                  </p:txBody>
                </p:sp>
              </p:grpSp>
              <p:grpSp>
                <p:nvGrpSpPr>
                  <p:cNvPr id="800" name="Group 799">
                    <a:extLst>
                      <a:ext uri="{FF2B5EF4-FFF2-40B4-BE49-F238E27FC236}">
                        <a16:creationId xmlns:a16="http://schemas.microsoft.com/office/drawing/2014/main" id="{D1E1012E-52A5-43F5-916A-C55398CBF6D8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801" name="Rectangle 800">
                      <a:extLst>
                        <a:ext uri="{FF2B5EF4-FFF2-40B4-BE49-F238E27FC236}">
                          <a16:creationId xmlns:a16="http://schemas.microsoft.com/office/drawing/2014/main" id="{BF8C7F7C-5A0C-440D-A333-B9D16A7F93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10010</a:t>
                      </a:r>
                    </a:p>
                  </p:txBody>
                </p:sp>
                <p:sp>
                  <p:nvSpPr>
                    <p:cNvPr id="802" name="Rectangle 801">
                      <a:extLst>
                        <a:ext uri="{FF2B5EF4-FFF2-40B4-BE49-F238E27FC236}">
                          <a16:creationId xmlns:a16="http://schemas.microsoft.com/office/drawing/2014/main" id="{1EF174A0-236C-4111-82C9-512E5CCE9D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10011</a:t>
                      </a:r>
                    </a:p>
                  </p:txBody>
                </p:sp>
              </p:grpSp>
            </p:grpSp>
            <p:grpSp>
              <p:nvGrpSpPr>
                <p:cNvPr id="792" name="Group 791">
                  <a:extLst>
                    <a:ext uri="{FF2B5EF4-FFF2-40B4-BE49-F238E27FC236}">
                      <a16:creationId xmlns:a16="http://schemas.microsoft.com/office/drawing/2014/main" id="{B726F5E9-C4B2-486C-ABA8-ACA76FED30DD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93" name="Group 792">
                    <a:extLst>
                      <a:ext uri="{FF2B5EF4-FFF2-40B4-BE49-F238E27FC236}">
                        <a16:creationId xmlns:a16="http://schemas.microsoft.com/office/drawing/2014/main" id="{BACC5D56-E62F-497D-B559-C30CB0F5353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7" name="Rectangle 796">
                      <a:extLst>
                        <a:ext uri="{FF2B5EF4-FFF2-40B4-BE49-F238E27FC236}">
                          <a16:creationId xmlns:a16="http://schemas.microsoft.com/office/drawing/2014/main" id="{C0474A32-E2A5-4F1A-8D6E-C0D510B188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10100</a:t>
                      </a:r>
                    </a:p>
                  </p:txBody>
                </p:sp>
                <p:sp>
                  <p:nvSpPr>
                    <p:cNvPr id="798" name="Rectangle 797">
                      <a:extLst>
                        <a:ext uri="{FF2B5EF4-FFF2-40B4-BE49-F238E27FC236}">
                          <a16:creationId xmlns:a16="http://schemas.microsoft.com/office/drawing/2014/main" id="{A77E4201-3146-43C0-A9B1-1F9D453FB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10101</a:t>
                      </a:r>
                    </a:p>
                  </p:txBody>
                </p:sp>
              </p:grpSp>
              <p:grpSp>
                <p:nvGrpSpPr>
                  <p:cNvPr id="794" name="Group 793">
                    <a:extLst>
                      <a:ext uri="{FF2B5EF4-FFF2-40B4-BE49-F238E27FC236}">
                        <a16:creationId xmlns:a16="http://schemas.microsoft.com/office/drawing/2014/main" id="{F8B77C34-7BC4-43B4-9A7F-E75AAA7DB56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95" name="Rectangle 794">
                      <a:extLst>
                        <a:ext uri="{FF2B5EF4-FFF2-40B4-BE49-F238E27FC236}">
                          <a16:creationId xmlns:a16="http://schemas.microsoft.com/office/drawing/2014/main" id="{6CAA2C19-616D-403D-BA9F-AD2966506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10110</a:t>
                      </a:r>
                    </a:p>
                  </p:txBody>
                </p:sp>
                <p:sp>
                  <p:nvSpPr>
                    <p:cNvPr id="796" name="Rectangle 795">
                      <a:extLst>
                        <a:ext uri="{FF2B5EF4-FFF2-40B4-BE49-F238E27FC236}">
                          <a16:creationId xmlns:a16="http://schemas.microsoft.com/office/drawing/2014/main" id="{283BA262-1C16-4A96-A106-52A03C05B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10111</a:t>
                      </a:r>
                    </a:p>
                  </p:txBody>
                </p:sp>
              </p:grpSp>
            </p:grpSp>
          </p:grpSp>
          <p:grpSp>
            <p:nvGrpSpPr>
              <p:cNvPr id="776" name="Group 775">
                <a:extLst>
                  <a:ext uri="{FF2B5EF4-FFF2-40B4-BE49-F238E27FC236}">
                    <a16:creationId xmlns:a16="http://schemas.microsoft.com/office/drawing/2014/main" id="{B1719B33-4C78-4CC6-8874-E2D1D778ADAB}"/>
                  </a:ext>
                </a:extLst>
              </p:cNvPr>
              <p:cNvGrpSpPr/>
              <p:nvPr/>
            </p:nvGrpSpPr>
            <p:grpSpPr>
              <a:xfrm>
                <a:off x="5962048" y="3691013"/>
                <a:ext cx="3657600" cy="184994"/>
                <a:chOff x="2304448" y="3431542"/>
                <a:chExt cx="7315200" cy="184994"/>
              </a:xfrm>
            </p:grpSpPr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DE95CA05-7657-4343-9E29-456E8CC57691}"/>
                    </a:ext>
                  </a:extLst>
                </p:cNvPr>
                <p:cNvGrpSpPr/>
                <p:nvPr/>
              </p:nvGrpSpPr>
              <p:grpSpPr>
                <a:xfrm>
                  <a:off x="23044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85" name="Group 784">
                    <a:extLst>
                      <a:ext uri="{FF2B5EF4-FFF2-40B4-BE49-F238E27FC236}">
                        <a16:creationId xmlns:a16="http://schemas.microsoft.com/office/drawing/2014/main" id="{14E451B8-B87C-4C44-9415-33FE77E9A48C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9" name="Rectangle 788">
                      <a:extLst>
                        <a:ext uri="{FF2B5EF4-FFF2-40B4-BE49-F238E27FC236}">
                          <a16:creationId xmlns:a16="http://schemas.microsoft.com/office/drawing/2014/main" id="{B712C894-3CD5-44BB-A46D-E121DBC39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11000</a:t>
                      </a:r>
                    </a:p>
                  </p:txBody>
                </p:sp>
                <p:sp>
                  <p:nvSpPr>
                    <p:cNvPr id="790" name="Rectangle 789">
                      <a:extLst>
                        <a:ext uri="{FF2B5EF4-FFF2-40B4-BE49-F238E27FC236}">
                          <a16:creationId xmlns:a16="http://schemas.microsoft.com/office/drawing/2014/main" id="{B1173157-B71A-4E2B-9DEF-E074D61C6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11001</a:t>
                      </a:r>
                    </a:p>
                  </p:txBody>
                </p:sp>
              </p:grpSp>
              <p:grpSp>
                <p:nvGrpSpPr>
                  <p:cNvPr id="786" name="Group 785">
                    <a:extLst>
                      <a:ext uri="{FF2B5EF4-FFF2-40B4-BE49-F238E27FC236}">
                        <a16:creationId xmlns:a16="http://schemas.microsoft.com/office/drawing/2014/main" id="{92457DBA-305D-40AA-8F27-F178967CA66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7" name="Rectangle 786">
                      <a:extLst>
                        <a:ext uri="{FF2B5EF4-FFF2-40B4-BE49-F238E27FC236}">
                          <a16:creationId xmlns:a16="http://schemas.microsoft.com/office/drawing/2014/main" id="{90C39174-24D8-41D8-A6F6-8787718F1D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11010</a:t>
                      </a:r>
                    </a:p>
                  </p:txBody>
                </p:sp>
                <p:sp>
                  <p:nvSpPr>
                    <p:cNvPr id="788" name="Rectangle 787">
                      <a:extLst>
                        <a:ext uri="{FF2B5EF4-FFF2-40B4-BE49-F238E27FC236}">
                          <a16:creationId xmlns:a16="http://schemas.microsoft.com/office/drawing/2014/main" id="{589478AF-89BF-455B-B509-C8EDB08C2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11011</a:t>
                      </a:r>
                    </a:p>
                  </p:txBody>
                </p:sp>
              </p:grpSp>
            </p:grpSp>
            <p:grpSp>
              <p:nvGrpSpPr>
                <p:cNvPr id="778" name="Group 777">
                  <a:extLst>
                    <a:ext uri="{FF2B5EF4-FFF2-40B4-BE49-F238E27FC236}">
                      <a16:creationId xmlns:a16="http://schemas.microsoft.com/office/drawing/2014/main" id="{EEDA5858-D31E-4784-99C5-4A43E077583A}"/>
                    </a:ext>
                  </a:extLst>
                </p:cNvPr>
                <p:cNvGrpSpPr/>
                <p:nvPr/>
              </p:nvGrpSpPr>
              <p:grpSpPr>
                <a:xfrm>
                  <a:off x="5962048" y="3431542"/>
                  <a:ext cx="3657600" cy="184994"/>
                  <a:chOff x="2304448" y="3173834"/>
                  <a:chExt cx="7315602" cy="184994"/>
                </a:xfrm>
              </p:grpSpPr>
              <p:grpSp>
                <p:nvGrpSpPr>
                  <p:cNvPr id="779" name="Group 778">
                    <a:extLst>
                      <a:ext uri="{FF2B5EF4-FFF2-40B4-BE49-F238E27FC236}">
                        <a16:creationId xmlns:a16="http://schemas.microsoft.com/office/drawing/2014/main" id="{793B6886-55FC-4D79-83CE-1E9B2E589BA9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3" name="Rectangle 782">
                      <a:extLst>
                        <a:ext uri="{FF2B5EF4-FFF2-40B4-BE49-F238E27FC236}">
                          <a16:creationId xmlns:a16="http://schemas.microsoft.com/office/drawing/2014/main" id="{FD9C09D6-1A1E-43B8-A4F0-456DD5E76C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11100</a:t>
                      </a:r>
                    </a:p>
                  </p:txBody>
                </p:sp>
                <p:sp>
                  <p:nvSpPr>
                    <p:cNvPr id="784" name="Rectangle 783">
                      <a:extLst>
                        <a:ext uri="{FF2B5EF4-FFF2-40B4-BE49-F238E27FC236}">
                          <a16:creationId xmlns:a16="http://schemas.microsoft.com/office/drawing/2014/main" id="{29B2FE9A-EAFB-4171-9AEC-EF1A41F6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11101</a:t>
                      </a:r>
                    </a:p>
                  </p:txBody>
                </p:sp>
              </p:grpSp>
              <p:grpSp>
                <p:nvGrpSpPr>
                  <p:cNvPr id="780" name="Group 779">
                    <a:extLst>
                      <a:ext uri="{FF2B5EF4-FFF2-40B4-BE49-F238E27FC236}">
                        <a16:creationId xmlns:a16="http://schemas.microsoft.com/office/drawing/2014/main" id="{ECF53EBB-BA0B-4D03-8DC9-E0990F11038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450" y="3173834"/>
                    <a:ext cx="3657600" cy="184994"/>
                    <a:chOff x="2304448" y="2914344"/>
                    <a:chExt cx="7315200" cy="184994"/>
                  </a:xfrm>
                </p:grpSpPr>
                <p:sp>
                  <p:nvSpPr>
                    <p:cNvPr id="781" name="Rectangle 780">
                      <a:extLst>
                        <a:ext uri="{FF2B5EF4-FFF2-40B4-BE49-F238E27FC236}">
                          <a16:creationId xmlns:a16="http://schemas.microsoft.com/office/drawing/2014/main" id="{2CEE48F9-0F0F-4873-8FAD-63BA1F9B9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44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11110</a:t>
                      </a:r>
                    </a:p>
                  </p:txBody>
                </p:sp>
                <p:sp>
                  <p:nvSpPr>
                    <p:cNvPr id="782" name="Rectangle 781">
                      <a:extLst>
                        <a:ext uri="{FF2B5EF4-FFF2-40B4-BE49-F238E27FC236}">
                          <a16:creationId xmlns:a16="http://schemas.microsoft.com/office/drawing/2014/main" id="{66B1E748-40CF-42BC-BE5D-019156669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2048" y="2914344"/>
                      <a:ext cx="3657600" cy="184994"/>
                    </a:xfrm>
                    <a:prstGeom prst="rect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rIns="0" rtlCol="0" anchor="ctr"/>
                    <a:lstStyle/>
                    <a:p>
                      <a:pPr algn="ctr"/>
                      <a:r>
                        <a:rPr lang="en-US" sz="4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11111</a:t>
                      </a:r>
                    </a:p>
                  </p:txBody>
                </p:sp>
              </p:grpSp>
            </p:grpSp>
          </p:grp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103BCD8-D239-4C08-9EB5-276925554E25}"/>
              </a:ext>
            </a:extLst>
          </p:cNvPr>
          <p:cNvGrpSpPr/>
          <p:nvPr/>
        </p:nvGrpSpPr>
        <p:grpSpPr>
          <a:xfrm>
            <a:off x="2002310" y="4224834"/>
            <a:ext cx="7315187" cy="184994"/>
            <a:chOff x="2306674" y="4207314"/>
            <a:chExt cx="7315187" cy="18499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AFACBF9-4F65-49BB-BFED-ABE719F13F7C}"/>
                </a:ext>
              </a:extLst>
            </p:cNvPr>
            <p:cNvGrpSpPr/>
            <p:nvPr/>
          </p:nvGrpSpPr>
          <p:grpSpPr>
            <a:xfrm>
              <a:off x="2306674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05" name="Group 804">
                <a:extLst>
                  <a:ext uri="{FF2B5EF4-FFF2-40B4-BE49-F238E27FC236}">
                    <a16:creationId xmlns:a16="http://schemas.microsoft.com/office/drawing/2014/main" id="{2BAE0EDC-36F6-4D8A-AABF-32B501F54A28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06" name="Group 805">
                  <a:extLst>
                    <a:ext uri="{FF2B5EF4-FFF2-40B4-BE49-F238E27FC236}">
                      <a16:creationId xmlns:a16="http://schemas.microsoft.com/office/drawing/2014/main" id="{2D3664EE-2CBF-4EA7-ACB0-54D0D614C2C6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22" name="Group 821">
                    <a:extLst>
                      <a:ext uri="{FF2B5EF4-FFF2-40B4-BE49-F238E27FC236}">
                        <a16:creationId xmlns:a16="http://schemas.microsoft.com/office/drawing/2014/main" id="{01F2446C-B93F-4733-8852-6762BD68AA0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30" name="Group 829">
                      <a:extLst>
                        <a:ext uri="{FF2B5EF4-FFF2-40B4-BE49-F238E27FC236}">
                          <a16:creationId xmlns:a16="http://schemas.microsoft.com/office/drawing/2014/main" id="{B8252BDE-52E1-4948-AB3C-1D7E5D9F9C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BF527328-7E89-4765-998F-5EF1D3237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14B7AE27-B1C4-45BE-81D7-FA37005BD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831" name="Group 830">
                      <a:extLst>
                        <a:ext uri="{FF2B5EF4-FFF2-40B4-BE49-F238E27FC236}">
                          <a16:creationId xmlns:a16="http://schemas.microsoft.com/office/drawing/2014/main" id="{732C9479-D80D-4094-AFE9-3C64FFB624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ED9F4C0A-320D-49E8-91BF-1751B80D16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8A79A618-FCF6-4818-831F-8DB5DA392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823" name="Group 822">
                    <a:extLst>
                      <a:ext uri="{FF2B5EF4-FFF2-40B4-BE49-F238E27FC236}">
                        <a16:creationId xmlns:a16="http://schemas.microsoft.com/office/drawing/2014/main" id="{6122BBEE-B66E-45FF-A481-DDA3E6F057C3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24" name="Group 823">
                      <a:extLst>
                        <a:ext uri="{FF2B5EF4-FFF2-40B4-BE49-F238E27FC236}">
                          <a16:creationId xmlns:a16="http://schemas.microsoft.com/office/drawing/2014/main" id="{1AEF8418-DF9C-427D-A1D4-C857E241E9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8" name="Rectangle 827">
                        <a:extLst>
                          <a:ext uri="{FF2B5EF4-FFF2-40B4-BE49-F238E27FC236}">
                            <a16:creationId xmlns:a16="http://schemas.microsoft.com/office/drawing/2014/main" id="{59E34B50-FE74-4676-960B-5B4B29C21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0637744-B031-4D9B-8E67-6B24B26F5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825" name="Group 824">
                      <a:extLst>
                        <a:ext uri="{FF2B5EF4-FFF2-40B4-BE49-F238E27FC236}">
                          <a16:creationId xmlns:a16="http://schemas.microsoft.com/office/drawing/2014/main" id="{58614100-B9F3-4127-A0ED-310E74BFFE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6" name="Rectangle 825">
                        <a:extLst>
                          <a:ext uri="{FF2B5EF4-FFF2-40B4-BE49-F238E27FC236}">
                            <a16:creationId xmlns:a16="http://schemas.microsoft.com/office/drawing/2014/main" id="{6D7B67FB-29F5-4DF9-8887-88688AFCF5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827" name="Rectangle 826">
                        <a:extLst>
                          <a:ext uri="{FF2B5EF4-FFF2-40B4-BE49-F238E27FC236}">
                            <a16:creationId xmlns:a16="http://schemas.microsoft.com/office/drawing/2014/main" id="{4AAAF960-0118-4072-A7B9-C86082492C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BA6994BB-8330-47FE-83F6-9CC4D26D5600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08" name="Group 807">
                    <a:extLst>
                      <a:ext uri="{FF2B5EF4-FFF2-40B4-BE49-F238E27FC236}">
                        <a16:creationId xmlns:a16="http://schemas.microsoft.com/office/drawing/2014/main" id="{433F9F8B-F4EA-42C7-B614-9F91DF30DD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6" name="Group 815">
                      <a:extLst>
                        <a:ext uri="{FF2B5EF4-FFF2-40B4-BE49-F238E27FC236}">
                          <a16:creationId xmlns:a16="http://schemas.microsoft.com/office/drawing/2014/main" id="{BC40B87C-7584-4EA8-9FE1-FFAC190322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20" name="Rectangle 819">
                        <a:extLst>
                          <a:ext uri="{FF2B5EF4-FFF2-40B4-BE49-F238E27FC236}">
                            <a16:creationId xmlns:a16="http://schemas.microsoft.com/office/drawing/2014/main" id="{0AD798AB-E59C-482E-9C59-813E29BC63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821" name="Rectangle 820">
                        <a:extLst>
                          <a:ext uri="{FF2B5EF4-FFF2-40B4-BE49-F238E27FC236}">
                            <a16:creationId xmlns:a16="http://schemas.microsoft.com/office/drawing/2014/main" id="{3CACEA0D-02FC-4A89-8ADA-CF2EB1CD2B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817" name="Group 816">
                      <a:extLst>
                        <a:ext uri="{FF2B5EF4-FFF2-40B4-BE49-F238E27FC236}">
                          <a16:creationId xmlns:a16="http://schemas.microsoft.com/office/drawing/2014/main" id="{082ECAB7-66C6-4495-BB5A-FC7115C7E9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8" name="Rectangle 817">
                        <a:extLst>
                          <a:ext uri="{FF2B5EF4-FFF2-40B4-BE49-F238E27FC236}">
                            <a16:creationId xmlns:a16="http://schemas.microsoft.com/office/drawing/2014/main" id="{C6C00476-B912-48B7-AD25-F8612660EB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819" name="Rectangle 818">
                        <a:extLst>
                          <a:ext uri="{FF2B5EF4-FFF2-40B4-BE49-F238E27FC236}">
                            <a16:creationId xmlns:a16="http://schemas.microsoft.com/office/drawing/2014/main" id="{8DD47BFB-9FE2-4A66-92B1-1C0290781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809" name="Group 808">
                    <a:extLst>
                      <a:ext uri="{FF2B5EF4-FFF2-40B4-BE49-F238E27FC236}">
                        <a16:creationId xmlns:a16="http://schemas.microsoft.com/office/drawing/2014/main" id="{95A0ED39-A8A5-4401-B4FF-5FDBCEAB67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10" name="Group 809">
                      <a:extLst>
                        <a:ext uri="{FF2B5EF4-FFF2-40B4-BE49-F238E27FC236}">
                          <a16:creationId xmlns:a16="http://schemas.microsoft.com/office/drawing/2014/main" id="{A2CE7805-0A2C-4FD8-9F9C-C2684664C1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4" name="Rectangle 813">
                        <a:extLst>
                          <a:ext uri="{FF2B5EF4-FFF2-40B4-BE49-F238E27FC236}">
                            <a16:creationId xmlns:a16="http://schemas.microsoft.com/office/drawing/2014/main" id="{A7B77099-E04C-4AFB-B977-5DC02BE09A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815" name="Rectangle 814">
                        <a:extLst>
                          <a:ext uri="{FF2B5EF4-FFF2-40B4-BE49-F238E27FC236}">
                            <a16:creationId xmlns:a16="http://schemas.microsoft.com/office/drawing/2014/main" id="{F8ACB9CF-5161-4068-92D8-D3F6CA4C5F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811" name="Group 810">
                      <a:extLst>
                        <a:ext uri="{FF2B5EF4-FFF2-40B4-BE49-F238E27FC236}">
                          <a16:creationId xmlns:a16="http://schemas.microsoft.com/office/drawing/2014/main" id="{E1B5E68E-7FDF-4F10-A7F6-BF3B2CC880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12" name="Rectangle 811">
                        <a:extLst>
                          <a:ext uri="{FF2B5EF4-FFF2-40B4-BE49-F238E27FC236}">
                            <a16:creationId xmlns:a16="http://schemas.microsoft.com/office/drawing/2014/main" id="{55E53721-39C9-4D88-9A13-F95DEBA17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813" name="Rectangle 812">
                        <a:extLst>
                          <a:ext uri="{FF2B5EF4-FFF2-40B4-BE49-F238E27FC236}">
                            <a16:creationId xmlns:a16="http://schemas.microsoft.com/office/drawing/2014/main" id="{7D63D46C-15DB-4EB0-9A0F-BFADFDDB52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36" name="Group 835">
                <a:extLst>
                  <a:ext uri="{FF2B5EF4-FFF2-40B4-BE49-F238E27FC236}">
                    <a16:creationId xmlns:a16="http://schemas.microsoft.com/office/drawing/2014/main" id="{1EF6C6E5-F9CF-47E9-B8DB-27F3753A6639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37" name="Group 836">
                  <a:extLst>
                    <a:ext uri="{FF2B5EF4-FFF2-40B4-BE49-F238E27FC236}">
                      <a16:creationId xmlns:a16="http://schemas.microsoft.com/office/drawing/2014/main" id="{9C0E0E90-284C-45C1-95A9-9E3280347273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53" name="Group 852">
                    <a:extLst>
                      <a:ext uri="{FF2B5EF4-FFF2-40B4-BE49-F238E27FC236}">
                        <a16:creationId xmlns:a16="http://schemas.microsoft.com/office/drawing/2014/main" id="{D23204DB-7FA4-4ECC-B549-B85E5DFD18E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61" name="Group 860">
                      <a:extLst>
                        <a:ext uri="{FF2B5EF4-FFF2-40B4-BE49-F238E27FC236}">
                          <a16:creationId xmlns:a16="http://schemas.microsoft.com/office/drawing/2014/main" id="{82FA25EC-CEF3-4934-BA55-70F925BD3E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34DF8BE9-178C-4931-946C-0BEACF4CF4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60C22257-6321-495C-94CB-7C731E428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62" name="Group 861">
                      <a:extLst>
                        <a:ext uri="{FF2B5EF4-FFF2-40B4-BE49-F238E27FC236}">
                          <a16:creationId xmlns:a16="http://schemas.microsoft.com/office/drawing/2014/main" id="{1F8859CF-9DCB-4672-9F32-914CDF9EF52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C461E1F2-5C2A-4475-ACB9-D568ECF4A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5B4F44D5-ED6F-4D4B-B06F-2198CD748F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54" name="Group 853">
                    <a:extLst>
                      <a:ext uri="{FF2B5EF4-FFF2-40B4-BE49-F238E27FC236}">
                        <a16:creationId xmlns:a16="http://schemas.microsoft.com/office/drawing/2014/main" id="{0B54378A-AC1F-4E1E-B6E1-0950DAB4B8B9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55" name="Group 854">
                      <a:extLst>
                        <a:ext uri="{FF2B5EF4-FFF2-40B4-BE49-F238E27FC236}">
                          <a16:creationId xmlns:a16="http://schemas.microsoft.com/office/drawing/2014/main" id="{46B34064-0362-43FE-AFA8-7D7490BF83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F67A643B-7192-46FA-8CF0-3053DC3097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AD030B18-E497-4D44-AA9D-4C360CEEB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56" name="Group 855">
                      <a:extLst>
                        <a:ext uri="{FF2B5EF4-FFF2-40B4-BE49-F238E27FC236}">
                          <a16:creationId xmlns:a16="http://schemas.microsoft.com/office/drawing/2014/main" id="{E14147AD-62FA-4024-B780-7AF28B48FD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5E3846C9-1002-4435-8A86-30FBE5F87A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07C19E4F-37D1-462D-85F7-96F58D7B80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38" name="Group 837">
                  <a:extLst>
                    <a:ext uri="{FF2B5EF4-FFF2-40B4-BE49-F238E27FC236}">
                      <a16:creationId xmlns:a16="http://schemas.microsoft.com/office/drawing/2014/main" id="{47A76B15-091B-4EF4-8539-590D05EC4234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39" name="Group 838">
                    <a:extLst>
                      <a:ext uri="{FF2B5EF4-FFF2-40B4-BE49-F238E27FC236}">
                        <a16:creationId xmlns:a16="http://schemas.microsoft.com/office/drawing/2014/main" id="{F95C817C-12B3-4E76-8A0A-61FE6F9141A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7" name="Group 846">
                      <a:extLst>
                        <a:ext uri="{FF2B5EF4-FFF2-40B4-BE49-F238E27FC236}">
                          <a16:creationId xmlns:a16="http://schemas.microsoft.com/office/drawing/2014/main" id="{EF9D18A0-AC20-4E87-91C4-DB37D8D0EE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3ACD9C9E-6B06-48A2-A8CF-DD7F8D262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BA625EC0-C58E-446A-B6B9-25478A0D4E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48" name="Group 847">
                      <a:extLst>
                        <a:ext uri="{FF2B5EF4-FFF2-40B4-BE49-F238E27FC236}">
                          <a16:creationId xmlns:a16="http://schemas.microsoft.com/office/drawing/2014/main" id="{395BCD2F-8D57-46FF-AFF2-1F118ADD8E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9" name="Rectangle 848">
                        <a:extLst>
                          <a:ext uri="{FF2B5EF4-FFF2-40B4-BE49-F238E27FC236}">
                            <a16:creationId xmlns:a16="http://schemas.microsoft.com/office/drawing/2014/main" id="{67D1B365-4F87-4CAB-B967-5DCCA6525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50" name="Rectangle 849">
                        <a:extLst>
                          <a:ext uri="{FF2B5EF4-FFF2-40B4-BE49-F238E27FC236}">
                            <a16:creationId xmlns:a16="http://schemas.microsoft.com/office/drawing/2014/main" id="{66FA66F5-1E9A-4270-9E69-39E4BC5D98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40" name="Group 839">
                    <a:extLst>
                      <a:ext uri="{FF2B5EF4-FFF2-40B4-BE49-F238E27FC236}">
                        <a16:creationId xmlns:a16="http://schemas.microsoft.com/office/drawing/2014/main" id="{A29C7749-E46F-4912-BAF8-8C2F10AE54CE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41" name="Group 840">
                      <a:extLst>
                        <a:ext uri="{FF2B5EF4-FFF2-40B4-BE49-F238E27FC236}">
                          <a16:creationId xmlns:a16="http://schemas.microsoft.com/office/drawing/2014/main" id="{7A3849D7-CC6F-4CAF-8BAA-46462CD46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9FC5E7C3-AD65-4664-9296-239D95E808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F0BD1A19-0963-470B-BB22-002E2E38E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42" name="Group 841">
                      <a:extLst>
                        <a:ext uri="{FF2B5EF4-FFF2-40B4-BE49-F238E27FC236}">
                          <a16:creationId xmlns:a16="http://schemas.microsoft.com/office/drawing/2014/main" id="{398722FB-205B-4724-9380-470944B2C9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BB295E2F-FEEE-4197-90C1-54D4A2BB0F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61B03D22-455B-4B96-8F4C-E64D180399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09A23244-CD97-4A17-8EE7-EA10014B8A33}"/>
                </a:ext>
              </a:extLst>
            </p:cNvPr>
            <p:cNvGrpSpPr/>
            <p:nvPr/>
          </p:nvGrpSpPr>
          <p:grpSpPr>
            <a:xfrm>
              <a:off x="5964261" y="4207314"/>
              <a:ext cx="3657600" cy="184994"/>
              <a:chOff x="2306674" y="4207314"/>
              <a:chExt cx="7315701" cy="184994"/>
            </a:xfrm>
          </p:grpSpPr>
          <p:grpSp>
            <p:nvGrpSpPr>
              <p:cNvPr id="868" name="Group 867">
                <a:extLst>
                  <a:ext uri="{FF2B5EF4-FFF2-40B4-BE49-F238E27FC236}">
                    <a16:creationId xmlns:a16="http://schemas.microsoft.com/office/drawing/2014/main" id="{CA0F802D-FEF7-4C5A-B16D-222F7CDAC089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900" name="Group 899">
                  <a:extLst>
                    <a:ext uri="{FF2B5EF4-FFF2-40B4-BE49-F238E27FC236}">
                      <a16:creationId xmlns:a16="http://schemas.microsoft.com/office/drawing/2014/main" id="{24F2C1DC-172E-41D9-8064-B5348D7B666D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16" name="Group 915">
                    <a:extLst>
                      <a:ext uri="{FF2B5EF4-FFF2-40B4-BE49-F238E27FC236}">
                        <a16:creationId xmlns:a16="http://schemas.microsoft.com/office/drawing/2014/main" id="{299B042E-B4DA-4B5C-BCEF-32A273649C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24" name="Group 923">
                      <a:extLst>
                        <a:ext uri="{FF2B5EF4-FFF2-40B4-BE49-F238E27FC236}">
                          <a16:creationId xmlns:a16="http://schemas.microsoft.com/office/drawing/2014/main" id="{BC0FC26B-85BC-4F5B-9241-0757DE7563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8" name="Rectangle 927">
                        <a:extLst>
                          <a:ext uri="{FF2B5EF4-FFF2-40B4-BE49-F238E27FC236}">
                            <a16:creationId xmlns:a16="http://schemas.microsoft.com/office/drawing/2014/main" id="{C5671337-221E-4ABB-AB9F-815C06B1FC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00000</a:t>
                        </a:r>
                      </a:p>
                    </p:txBody>
                  </p:sp>
                  <p:sp>
                    <p:nvSpPr>
                      <p:cNvPr id="929" name="Rectangle 928">
                        <a:extLst>
                          <a:ext uri="{FF2B5EF4-FFF2-40B4-BE49-F238E27FC236}">
                            <a16:creationId xmlns:a16="http://schemas.microsoft.com/office/drawing/2014/main" id="{76FAA448-E64E-40A1-8D5C-C110B05FF7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00001</a:t>
                        </a:r>
                      </a:p>
                    </p:txBody>
                  </p:sp>
                </p:grpSp>
                <p:grpSp>
                  <p:nvGrpSpPr>
                    <p:cNvPr id="925" name="Group 924">
                      <a:extLst>
                        <a:ext uri="{FF2B5EF4-FFF2-40B4-BE49-F238E27FC236}">
                          <a16:creationId xmlns:a16="http://schemas.microsoft.com/office/drawing/2014/main" id="{D06442AE-FCB2-4664-958C-F974F0A994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6" name="Rectangle 925">
                        <a:extLst>
                          <a:ext uri="{FF2B5EF4-FFF2-40B4-BE49-F238E27FC236}">
                            <a16:creationId xmlns:a16="http://schemas.microsoft.com/office/drawing/2014/main" id="{6306A8F1-9E6E-4D15-80E8-BE3FC0CC5F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00010</a:t>
                        </a:r>
                      </a:p>
                    </p:txBody>
                  </p:sp>
                  <p:sp>
                    <p:nvSpPr>
                      <p:cNvPr id="927" name="Rectangle 926">
                        <a:extLst>
                          <a:ext uri="{FF2B5EF4-FFF2-40B4-BE49-F238E27FC236}">
                            <a16:creationId xmlns:a16="http://schemas.microsoft.com/office/drawing/2014/main" id="{5DCAA0F8-9C96-4A38-8A2D-C666ADF91F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00011</a:t>
                        </a:r>
                      </a:p>
                    </p:txBody>
                  </p:sp>
                </p:grpSp>
              </p:grpSp>
              <p:grpSp>
                <p:nvGrpSpPr>
                  <p:cNvPr id="917" name="Group 916">
                    <a:extLst>
                      <a:ext uri="{FF2B5EF4-FFF2-40B4-BE49-F238E27FC236}">
                        <a16:creationId xmlns:a16="http://schemas.microsoft.com/office/drawing/2014/main" id="{CABFD54A-F845-4BF5-9E60-162BE5608932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8" name="Group 917">
                      <a:extLst>
                        <a:ext uri="{FF2B5EF4-FFF2-40B4-BE49-F238E27FC236}">
                          <a16:creationId xmlns:a16="http://schemas.microsoft.com/office/drawing/2014/main" id="{7B3FCD86-1E7F-4A2A-9905-374313386F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2" name="Rectangle 921">
                        <a:extLst>
                          <a:ext uri="{FF2B5EF4-FFF2-40B4-BE49-F238E27FC236}">
                            <a16:creationId xmlns:a16="http://schemas.microsoft.com/office/drawing/2014/main" id="{0343246F-9840-486A-8B89-51A71EB5B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00100</a:t>
                        </a:r>
                      </a:p>
                    </p:txBody>
                  </p:sp>
                  <p:sp>
                    <p:nvSpPr>
                      <p:cNvPr id="923" name="Rectangle 922">
                        <a:extLst>
                          <a:ext uri="{FF2B5EF4-FFF2-40B4-BE49-F238E27FC236}">
                            <a16:creationId xmlns:a16="http://schemas.microsoft.com/office/drawing/2014/main" id="{7211F9B5-E4AB-4D6D-90FD-9D319BA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00101</a:t>
                        </a:r>
                      </a:p>
                    </p:txBody>
                  </p:sp>
                </p:grpSp>
                <p:grpSp>
                  <p:nvGrpSpPr>
                    <p:cNvPr id="919" name="Group 918">
                      <a:extLst>
                        <a:ext uri="{FF2B5EF4-FFF2-40B4-BE49-F238E27FC236}">
                          <a16:creationId xmlns:a16="http://schemas.microsoft.com/office/drawing/2014/main" id="{669F0F45-63AB-44EF-9D3B-D46109C2EB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20" name="Rectangle 919">
                        <a:extLst>
                          <a:ext uri="{FF2B5EF4-FFF2-40B4-BE49-F238E27FC236}">
                            <a16:creationId xmlns:a16="http://schemas.microsoft.com/office/drawing/2014/main" id="{E6B90415-C6B3-467C-8B5E-D194B752B5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00110</a:t>
                        </a:r>
                      </a:p>
                    </p:txBody>
                  </p:sp>
                  <p:sp>
                    <p:nvSpPr>
                      <p:cNvPr id="921" name="Rectangle 920">
                        <a:extLst>
                          <a:ext uri="{FF2B5EF4-FFF2-40B4-BE49-F238E27FC236}">
                            <a16:creationId xmlns:a16="http://schemas.microsoft.com/office/drawing/2014/main" id="{A7BAFA5D-6A95-4E27-8A5B-F6CBA96D5C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8AAA5CB4-64B8-4062-98AF-788C113F7E62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902" name="Group 901">
                    <a:extLst>
                      <a:ext uri="{FF2B5EF4-FFF2-40B4-BE49-F238E27FC236}">
                        <a16:creationId xmlns:a16="http://schemas.microsoft.com/office/drawing/2014/main" id="{7975C64C-7786-4613-993D-57EBBBA8904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10" name="Group 909">
                      <a:extLst>
                        <a:ext uri="{FF2B5EF4-FFF2-40B4-BE49-F238E27FC236}">
                          <a16:creationId xmlns:a16="http://schemas.microsoft.com/office/drawing/2014/main" id="{6F344CAC-5C69-4B53-8B82-8885BD1A19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4" name="Rectangle 913">
                        <a:extLst>
                          <a:ext uri="{FF2B5EF4-FFF2-40B4-BE49-F238E27FC236}">
                            <a16:creationId xmlns:a16="http://schemas.microsoft.com/office/drawing/2014/main" id="{05C020A4-FA16-4A46-96CD-2B0874EC3C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01000</a:t>
                        </a:r>
                      </a:p>
                    </p:txBody>
                  </p:sp>
                  <p:sp>
                    <p:nvSpPr>
                      <p:cNvPr id="915" name="Rectangle 914">
                        <a:extLst>
                          <a:ext uri="{FF2B5EF4-FFF2-40B4-BE49-F238E27FC236}">
                            <a16:creationId xmlns:a16="http://schemas.microsoft.com/office/drawing/2014/main" id="{CDAE41D4-AEFC-4856-BD26-3E0882D6BC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01001</a:t>
                        </a:r>
                      </a:p>
                    </p:txBody>
                  </p:sp>
                </p:grpSp>
                <p:grpSp>
                  <p:nvGrpSpPr>
                    <p:cNvPr id="911" name="Group 910">
                      <a:extLst>
                        <a:ext uri="{FF2B5EF4-FFF2-40B4-BE49-F238E27FC236}">
                          <a16:creationId xmlns:a16="http://schemas.microsoft.com/office/drawing/2014/main" id="{AB702251-6942-445C-804B-273C635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12" name="Rectangle 911">
                        <a:extLst>
                          <a:ext uri="{FF2B5EF4-FFF2-40B4-BE49-F238E27FC236}">
                            <a16:creationId xmlns:a16="http://schemas.microsoft.com/office/drawing/2014/main" id="{47A6BBE2-BBCE-4A17-B1D3-A53E19D7D0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01010</a:t>
                        </a:r>
                      </a:p>
                    </p:txBody>
                  </p:sp>
                  <p:sp>
                    <p:nvSpPr>
                      <p:cNvPr id="913" name="Rectangle 912">
                        <a:extLst>
                          <a:ext uri="{FF2B5EF4-FFF2-40B4-BE49-F238E27FC236}">
                            <a16:creationId xmlns:a16="http://schemas.microsoft.com/office/drawing/2014/main" id="{AD8E2A84-EA79-422A-AD99-5BC7D7BE85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01011</a:t>
                        </a:r>
                      </a:p>
                    </p:txBody>
                  </p:sp>
                </p:grpSp>
              </p:grpSp>
              <p:grpSp>
                <p:nvGrpSpPr>
                  <p:cNvPr id="903" name="Group 902">
                    <a:extLst>
                      <a:ext uri="{FF2B5EF4-FFF2-40B4-BE49-F238E27FC236}">
                        <a16:creationId xmlns:a16="http://schemas.microsoft.com/office/drawing/2014/main" id="{02BA22C4-92C0-45D3-96B3-076EC24519B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904" name="Group 903">
                      <a:extLst>
                        <a:ext uri="{FF2B5EF4-FFF2-40B4-BE49-F238E27FC236}">
                          <a16:creationId xmlns:a16="http://schemas.microsoft.com/office/drawing/2014/main" id="{6F038196-6181-431E-BE87-E50813A450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8" name="Rectangle 907">
                        <a:extLst>
                          <a:ext uri="{FF2B5EF4-FFF2-40B4-BE49-F238E27FC236}">
                            <a16:creationId xmlns:a16="http://schemas.microsoft.com/office/drawing/2014/main" id="{098F34DA-313C-436D-9D82-95028F4304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01100</a:t>
                        </a:r>
                      </a:p>
                    </p:txBody>
                  </p:sp>
                  <p:sp>
                    <p:nvSpPr>
                      <p:cNvPr id="909" name="Rectangle 908">
                        <a:extLst>
                          <a:ext uri="{FF2B5EF4-FFF2-40B4-BE49-F238E27FC236}">
                            <a16:creationId xmlns:a16="http://schemas.microsoft.com/office/drawing/2014/main" id="{5556F9F7-5A7D-49D3-BFD4-E627B66862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01101</a:t>
                        </a:r>
                      </a:p>
                    </p:txBody>
                  </p:sp>
                </p:grpSp>
                <p:grpSp>
                  <p:nvGrpSpPr>
                    <p:cNvPr id="905" name="Group 904">
                      <a:extLst>
                        <a:ext uri="{FF2B5EF4-FFF2-40B4-BE49-F238E27FC236}">
                          <a16:creationId xmlns:a16="http://schemas.microsoft.com/office/drawing/2014/main" id="{5E4EB427-7FD0-4A50-8EC0-FDCCDB236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906" name="Rectangle 905">
                        <a:extLst>
                          <a:ext uri="{FF2B5EF4-FFF2-40B4-BE49-F238E27FC236}">
                            <a16:creationId xmlns:a16="http://schemas.microsoft.com/office/drawing/2014/main" id="{5967A6AE-E671-47E4-A018-E4F9F9C292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01110</a:t>
                        </a:r>
                      </a:p>
                    </p:txBody>
                  </p:sp>
                  <p:sp>
                    <p:nvSpPr>
                      <p:cNvPr id="907" name="Rectangle 906">
                        <a:extLst>
                          <a:ext uri="{FF2B5EF4-FFF2-40B4-BE49-F238E27FC236}">
                            <a16:creationId xmlns:a16="http://schemas.microsoft.com/office/drawing/2014/main" id="{F7F5A026-F355-4C49-A16B-86789D7E02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01111</a:t>
                        </a:r>
                      </a:p>
                    </p:txBody>
                  </p:sp>
                </p:grpSp>
              </p:grpSp>
            </p:grpSp>
          </p:grpSp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466038DE-F78E-4108-8395-AA958C709FFB}"/>
                  </a:ext>
                </a:extLst>
              </p:cNvPr>
              <p:cNvGrpSpPr/>
              <p:nvPr/>
            </p:nvGrpSpPr>
            <p:grpSpPr>
              <a:xfrm>
                <a:off x="5964775" y="4207314"/>
                <a:ext cx="3657600" cy="184994"/>
                <a:chOff x="2304448" y="3691013"/>
                <a:chExt cx="7315200" cy="184994"/>
              </a:xfrm>
            </p:grpSpPr>
            <p:grpSp>
              <p:nvGrpSpPr>
                <p:cNvPr id="870" name="Group 869">
                  <a:extLst>
                    <a:ext uri="{FF2B5EF4-FFF2-40B4-BE49-F238E27FC236}">
                      <a16:creationId xmlns:a16="http://schemas.microsoft.com/office/drawing/2014/main" id="{8B6E4446-BC1C-4401-9B59-035C01BBEF41}"/>
                    </a:ext>
                  </a:extLst>
                </p:cNvPr>
                <p:cNvGrpSpPr/>
                <p:nvPr/>
              </p:nvGrpSpPr>
              <p:grpSpPr>
                <a:xfrm>
                  <a:off x="23044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86" name="Group 885">
                    <a:extLst>
                      <a:ext uri="{FF2B5EF4-FFF2-40B4-BE49-F238E27FC236}">
                        <a16:creationId xmlns:a16="http://schemas.microsoft.com/office/drawing/2014/main" id="{0EBC252A-8EC5-46CC-8899-8C967A7BE2CA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94" name="Group 893">
                      <a:extLst>
                        <a:ext uri="{FF2B5EF4-FFF2-40B4-BE49-F238E27FC236}">
                          <a16:creationId xmlns:a16="http://schemas.microsoft.com/office/drawing/2014/main" id="{6951C0A5-AA7D-44D3-A63A-DD594C90CD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8" name="Rectangle 897">
                        <a:extLst>
                          <a:ext uri="{FF2B5EF4-FFF2-40B4-BE49-F238E27FC236}">
                            <a16:creationId xmlns:a16="http://schemas.microsoft.com/office/drawing/2014/main" id="{52372544-4530-4B7F-A822-C97FAA71DF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10000</a:t>
                        </a:r>
                      </a:p>
                    </p:txBody>
                  </p:sp>
                  <p:sp>
                    <p:nvSpPr>
                      <p:cNvPr id="899" name="Rectangle 898">
                        <a:extLst>
                          <a:ext uri="{FF2B5EF4-FFF2-40B4-BE49-F238E27FC236}">
                            <a16:creationId xmlns:a16="http://schemas.microsoft.com/office/drawing/2014/main" id="{40678C55-2409-43A6-AF51-2335E37A41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10001</a:t>
                        </a:r>
                      </a:p>
                    </p:txBody>
                  </p:sp>
                </p:grpSp>
                <p:grpSp>
                  <p:nvGrpSpPr>
                    <p:cNvPr id="895" name="Group 894">
                      <a:extLst>
                        <a:ext uri="{FF2B5EF4-FFF2-40B4-BE49-F238E27FC236}">
                          <a16:creationId xmlns:a16="http://schemas.microsoft.com/office/drawing/2014/main" id="{BA985A11-2656-4441-BF54-AA219CCF56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6" name="Rectangle 895">
                        <a:extLst>
                          <a:ext uri="{FF2B5EF4-FFF2-40B4-BE49-F238E27FC236}">
                            <a16:creationId xmlns:a16="http://schemas.microsoft.com/office/drawing/2014/main" id="{C3D5FB54-B752-4B8F-95D3-018FCAA3E3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10010</a:t>
                        </a:r>
                      </a:p>
                    </p:txBody>
                  </p:sp>
                  <p:sp>
                    <p:nvSpPr>
                      <p:cNvPr id="897" name="Rectangle 896">
                        <a:extLst>
                          <a:ext uri="{FF2B5EF4-FFF2-40B4-BE49-F238E27FC236}">
                            <a16:creationId xmlns:a16="http://schemas.microsoft.com/office/drawing/2014/main" id="{7DBB6E44-D3D7-4E1E-8B15-D844137B94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10011</a:t>
                        </a:r>
                      </a:p>
                    </p:txBody>
                  </p:sp>
                </p:grpSp>
              </p:grpSp>
              <p:grpSp>
                <p:nvGrpSpPr>
                  <p:cNvPr id="887" name="Group 886">
                    <a:extLst>
                      <a:ext uri="{FF2B5EF4-FFF2-40B4-BE49-F238E27FC236}">
                        <a16:creationId xmlns:a16="http://schemas.microsoft.com/office/drawing/2014/main" id="{80140CA5-C94A-4880-ACA0-24A5C44AD06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8" name="Group 887">
                      <a:extLst>
                        <a:ext uri="{FF2B5EF4-FFF2-40B4-BE49-F238E27FC236}">
                          <a16:creationId xmlns:a16="http://schemas.microsoft.com/office/drawing/2014/main" id="{4510B31F-29B5-45D3-BD57-4B8E96842D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2" name="Rectangle 891">
                        <a:extLst>
                          <a:ext uri="{FF2B5EF4-FFF2-40B4-BE49-F238E27FC236}">
                            <a16:creationId xmlns:a16="http://schemas.microsoft.com/office/drawing/2014/main" id="{811C0E0C-2CC6-4AB3-A664-831A1B6D0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10100</a:t>
                        </a:r>
                      </a:p>
                    </p:txBody>
                  </p:sp>
                  <p:sp>
                    <p:nvSpPr>
                      <p:cNvPr id="893" name="Rectangle 892">
                        <a:extLst>
                          <a:ext uri="{FF2B5EF4-FFF2-40B4-BE49-F238E27FC236}">
                            <a16:creationId xmlns:a16="http://schemas.microsoft.com/office/drawing/2014/main" id="{C17F6B65-DD22-40BC-B464-F86DA809EE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10101</a:t>
                        </a:r>
                      </a:p>
                    </p:txBody>
                  </p:sp>
                </p:grpSp>
                <p:grpSp>
                  <p:nvGrpSpPr>
                    <p:cNvPr id="889" name="Group 888">
                      <a:extLst>
                        <a:ext uri="{FF2B5EF4-FFF2-40B4-BE49-F238E27FC236}">
                          <a16:creationId xmlns:a16="http://schemas.microsoft.com/office/drawing/2014/main" id="{93D510DF-31F0-4B80-9CDC-6B4E3DC488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90" name="Rectangle 889">
                        <a:extLst>
                          <a:ext uri="{FF2B5EF4-FFF2-40B4-BE49-F238E27FC236}">
                            <a16:creationId xmlns:a16="http://schemas.microsoft.com/office/drawing/2014/main" id="{612736E3-3BFB-4791-9001-EE599C3675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10110</a:t>
                        </a:r>
                      </a:p>
                    </p:txBody>
                  </p:sp>
                  <p:sp>
                    <p:nvSpPr>
                      <p:cNvPr id="891" name="Rectangle 890">
                        <a:extLst>
                          <a:ext uri="{FF2B5EF4-FFF2-40B4-BE49-F238E27FC236}">
                            <a16:creationId xmlns:a16="http://schemas.microsoft.com/office/drawing/2014/main" id="{F07E0D93-31C7-4E19-BA6E-2A2D8B527B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10111</a:t>
                        </a:r>
                      </a:p>
                    </p:txBody>
                  </p:sp>
                </p:grpSp>
              </p:grpSp>
            </p:grpSp>
            <p:grpSp>
              <p:nvGrpSpPr>
                <p:cNvPr id="871" name="Group 870">
                  <a:extLst>
                    <a:ext uri="{FF2B5EF4-FFF2-40B4-BE49-F238E27FC236}">
                      <a16:creationId xmlns:a16="http://schemas.microsoft.com/office/drawing/2014/main" id="{86C0D629-3E4D-4BB8-AF68-A3DA46936845}"/>
                    </a:ext>
                  </a:extLst>
                </p:cNvPr>
                <p:cNvGrpSpPr/>
                <p:nvPr/>
              </p:nvGrpSpPr>
              <p:grpSpPr>
                <a:xfrm>
                  <a:off x="5962048" y="3691013"/>
                  <a:ext cx="3657600" cy="184994"/>
                  <a:chOff x="2304448" y="3431542"/>
                  <a:chExt cx="7315200" cy="184994"/>
                </a:xfrm>
              </p:grpSpPr>
              <p:grpSp>
                <p:nvGrpSpPr>
                  <p:cNvPr id="872" name="Group 871">
                    <a:extLst>
                      <a:ext uri="{FF2B5EF4-FFF2-40B4-BE49-F238E27FC236}">
                        <a16:creationId xmlns:a16="http://schemas.microsoft.com/office/drawing/2014/main" id="{C448B3CA-1F8D-4ED0-B0F5-46E3DE253C6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80" name="Group 879">
                      <a:extLst>
                        <a:ext uri="{FF2B5EF4-FFF2-40B4-BE49-F238E27FC236}">
                          <a16:creationId xmlns:a16="http://schemas.microsoft.com/office/drawing/2014/main" id="{B22DA66B-F234-498A-A311-3F7FC7DFCF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4" name="Rectangle 883">
                        <a:extLst>
                          <a:ext uri="{FF2B5EF4-FFF2-40B4-BE49-F238E27FC236}">
                            <a16:creationId xmlns:a16="http://schemas.microsoft.com/office/drawing/2014/main" id="{98E91E53-52CC-4077-BFD7-498F8C4C9E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11000</a:t>
                        </a:r>
                      </a:p>
                    </p:txBody>
                  </p:sp>
                  <p:sp>
                    <p:nvSpPr>
                      <p:cNvPr id="885" name="Rectangle 884">
                        <a:extLst>
                          <a:ext uri="{FF2B5EF4-FFF2-40B4-BE49-F238E27FC236}">
                            <a16:creationId xmlns:a16="http://schemas.microsoft.com/office/drawing/2014/main" id="{66C48F86-63D9-403C-B652-07840569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11001</a:t>
                        </a:r>
                      </a:p>
                    </p:txBody>
                  </p:sp>
                </p:grpSp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2AB34E15-8300-4847-8BFA-4FC4B95431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82" name="Rectangle 881">
                        <a:extLst>
                          <a:ext uri="{FF2B5EF4-FFF2-40B4-BE49-F238E27FC236}">
                            <a16:creationId xmlns:a16="http://schemas.microsoft.com/office/drawing/2014/main" id="{52EF55A0-DED9-4AB5-BD62-5AD1D3F10C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11010</a:t>
                        </a:r>
                      </a:p>
                    </p:txBody>
                  </p:sp>
                  <p:sp>
                    <p:nvSpPr>
                      <p:cNvPr id="883" name="Rectangle 882">
                        <a:extLst>
                          <a:ext uri="{FF2B5EF4-FFF2-40B4-BE49-F238E27FC236}">
                            <a16:creationId xmlns:a16="http://schemas.microsoft.com/office/drawing/2014/main" id="{FFC94B77-AF70-4922-B2F6-5D2E2F07A3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11011</a:t>
                        </a:r>
                      </a:p>
                    </p:txBody>
                  </p:sp>
                </p:grpSp>
              </p:grpSp>
              <p:grpSp>
                <p:nvGrpSpPr>
                  <p:cNvPr id="873" name="Group 872">
                    <a:extLst>
                      <a:ext uri="{FF2B5EF4-FFF2-40B4-BE49-F238E27FC236}">
                        <a16:creationId xmlns:a16="http://schemas.microsoft.com/office/drawing/2014/main" id="{133C67E5-6348-4D3A-ABF5-5966FA65001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431542"/>
                    <a:ext cx="3657600" cy="184994"/>
                    <a:chOff x="2304448" y="3173834"/>
                    <a:chExt cx="7315602" cy="184994"/>
                  </a:xfrm>
                </p:grpSpPr>
                <p:grpSp>
                  <p:nvGrpSpPr>
                    <p:cNvPr id="874" name="Group 873">
                      <a:extLst>
                        <a:ext uri="{FF2B5EF4-FFF2-40B4-BE49-F238E27FC236}">
                          <a16:creationId xmlns:a16="http://schemas.microsoft.com/office/drawing/2014/main" id="{4780C922-DF99-4DD7-B3DF-150DD99CC1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8" name="Rectangle 877">
                        <a:extLst>
                          <a:ext uri="{FF2B5EF4-FFF2-40B4-BE49-F238E27FC236}">
                            <a16:creationId xmlns:a16="http://schemas.microsoft.com/office/drawing/2014/main" id="{A9BEB1C3-95FC-4E11-91F0-B91D0503A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11100</a:t>
                        </a:r>
                      </a:p>
                    </p:txBody>
                  </p:sp>
                  <p:sp>
                    <p:nvSpPr>
                      <p:cNvPr id="879" name="Rectangle 878">
                        <a:extLst>
                          <a:ext uri="{FF2B5EF4-FFF2-40B4-BE49-F238E27FC236}">
                            <a16:creationId xmlns:a16="http://schemas.microsoft.com/office/drawing/2014/main" id="{2FCBCDA5-67E4-4F94-A3BF-1667E23C6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11101</a:t>
                        </a:r>
                      </a:p>
                    </p:txBody>
                  </p:sp>
                </p:grpSp>
                <p:grpSp>
                  <p:nvGrpSpPr>
                    <p:cNvPr id="875" name="Group 874">
                      <a:extLst>
                        <a:ext uri="{FF2B5EF4-FFF2-40B4-BE49-F238E27FC236}">
                          <a16:creationId xmlns:a16="http://schemas.microsoft.com/office/drawing/2014/main" id="{6DCECEA1-AFC1-43EF-9EEE-F49816C099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450" y="3173834"/>
                      <a:ext cx="3657600" cy="184994"/>
                      <a:chOff x="2304448" y="2914344"/>
                      <a:chExt cx="7315200" cy="184994"/>
                    </a:xfrm>
                  </p:grpSpPr>
                  <p:sp>
                    <p:nvSpPr>
                      <p:cNvPr id="876" name="Rectangle 875">
                        <a:extLst>
                          <a:ext uri="{FF2B5EF4-FFF2-40B4-BE49-F238E27FC236}">
                            <a16:creationId xmlns:a16="http://schemas.microsoft.com/office/drawing/2014/main" id="{71DBD019-6E02-4019-BCE2-F67516B6F8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044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11110</a:t>
                        </a:r>
                      </a:p>
                    </p:txBody>
                  </p:sp>
                  <p:sp>
                    <p:nvSpPr>
                      <p:cNvPr id="877" name="Rectangle 876">
                        <a:extLst>
                          <a:ext uri="{FF2B5EF4-FFF2-40B4-BE49-F238E27FC236}">
                            <a16:creationId xmlns:a16="http://schemas.microsoft.com/office/drawing/2014/main" id="{D67415B6-31DF-4800-91E3-564675400C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2048" y="2914344"/>
                        <a:ext cx="3657600" cy="184994"/>
                      </a:xfrm>
                      <a:prstGeom prst="rect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  <a:ln w="635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rIns="0" rtlCol="0" anchor="ctr"/>
                      <a:lstStyle/>
                      <a:p>
                        <a:pPr algn="ctr"/>
                        <a:r>
                          <a:rPr lang="en-US" sz="100" dirty="0">
                            <a:solidFill>
                              <a:schemeClr val="tx1"/>
                            </a:solidFill>
                            <a:latin typeface="Segoe Condensed" panose="020B0606040200020203" pitchFamily="34" charset="0"/>
                          </a:rPr>
                          <a:t>11111</a:t>
                        </a: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824331-02E9-4F16-8029-D481BD723762}"/>
              </a:ext>
            </a:extLst>
          </p:cNvPr>
          <p:cNvGrpSpPr/>
          <p:nvPr/>
        </p:nvGrpSpPr>
        <p:grpSpPr>
          <a:xfrm>
            <a:off x="2002310" y="4486932"/>
            <a:ext cx="7310286" cy="184994"/>
            <a:chOff x="2304448" y="4486932"/>
            <a:chExt cx="7310286" cy="184994"/>
          </a:xfrm>
        </p:grpSpPr>
        <p:grpSp>
          <p:nvGrpSpPr>
            <p:cNvPr id="930" name="Group 929">
              <a:extLst>
                <a:ext uri="{FF2B5EF4-FFF2-40B4-BE49-F238E27FC236}">
                  <a16:creationId xmlns:a16="http://schemas.microsoft.com/office/drawing/2014/main" id="{015A861B-0E87-4CBA-B6B1-D5F9D56083E4}"/>
                </a:ext>
              </a:extLst>
            </p:cNvPr>
            <p:cNvGrpSpPr/>
            <p:nvPr/>
          </p:nvGrpSpPr>
          <p:grpSpPr>
            <a:xfrm>
              <a:off x="2304448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931" name="Group 930">
                <a:extLst>
                  <a:ext uri="{FF2B5EF4-FFF2-40B4-BE49-F238E27FC236}">
                    <a16:creationId xmlns:a16="http://schemas.microsoft.com/office/drawing/2014/main" id="{9352E22B-594B-4A60-A704-655AA456371B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E83C62D8-65A3-4741-990A-8FBE3CE98F8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28" name="Group 1027">
                    <a:extLst>
                      <a:ext uri="{FF2B5EF4-FFF2-40B4-BE49-F238E27FC236}">
                        <a16:creationId xmlns:a16="http://schemas.microsoft.com/office/drawing/2014/main" id="{8D38CF49-7998-47B3-AB99-55481CCCF733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44" name="Group 1043">
                      <a:extLst>
                        <a:ext uri="{FF2B5EF4-FFF2-40B4-BE49-F238E27FC236}">
                          <a16:creationId xmlns:a16="http://schemas.microsoft.com/office/drawing/2014/main" id="{75790C04-0D12-4AFA-AF6F-42E7262BF4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52" name="Group 1051">
                        <a:extLst>
                          <a:ext uri="{FF2B5EF4-FFF2-40B4-BE49-F238E27FC236}">
                            <a16:creationId xmlns:a16="http://schemas.microsoft.com/office/drawing/2014/main" id="{EEB8F6F5-95A9-4213-B1C6-1AEB07D783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6" name="Rectangle 1055">
                          <a:extLst>
                            <a:ext uri="{FF2B5EF4-FFF2-40B4-BE49-F238E27FC236}">
                              <a16:creationId xmlns:a16="http://schemas.microsoft.com/office/drawing/2014/main" id="{D16AEACA-6D68-4C58-9081-E76BEAB718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057" name="Rectangle 1056">
                          <a:extLst>
                            <a:ext uri="{FF2B5EF4-FFF2-40B4-BE49-F238E27FC236}">
                              <a16:creationId xmlns:a16="http://schemas.microsoft.com/office/drawing/2014/main" id="{C8B814D1-1ADE-46C5-8F70-F700DB8FEC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053" name="Group 1052">
                        <a:extLst>
                          <a:ext uri="{FF2B5EF4-FFF2-40B4-BE49-F238E27FC236}">
                            <a16:creationId xmlns:a16="http://schemas.microsoft.com/office/drawing/2014/main" id="{35205A38-F12F-457E-9DCB-96047928AA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4" name="Rectangle 1053">
                          <a:extLst>
                            <a:ext uri="{FF2B5EF4-FFF2-40B4-BE49-F238E27FC236}">
                              <a16:creationId xmlns:a16="http://schemas.microsoft.com/office/drawing/2014/main" id="{97C4E178-707A-4144-BBF0-BC832A4992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055" name="Rectangle 1054">
                          <a:extLst>
                            <a:ext uri="{FF2B5EF4-FFF2-40B4-BE49-F238E27FC236}">
                              <a16:creationId xmlns:a16="http://schemas.microsoft.com/office/drawing/2014/main" id="{7E00E05C-F12D-4291-98B0-DD77E53073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45" name="Group 1044">
                      <a:extLst>
                        <a:ext uri="{FF2B5EF4-FFF2-40B4-BE49-F238E27FC236}">
                          <a16:creationId xmlns:a16="http://schemas.microsoft.com/office/drawing/2014/main" id="{78CEC39D-D3ED-4D6C-B4CB-E82D22734B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46" name="Group 1045">
                        <a:extLst>
                          <a:ext uri="{FF2B5EF4-FFF2-40B4-BE49-F238E27FC236}">
                            <a16:creationId xmlns:a16="http://schemas.microsoft.com/office/drawing/2014/main" id="{FDD7DEE0-9C5F-4785-B3B5-51A19ED49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50" name="Rectangle 1049">
                          <a:extLst>
                            <a:ext uri="{FF2B5EF4-FFF2-40B4-BE49-F238E27FC236}">
                              <a16:creationId xmlns:a16="http://schemas.microsoft.com/office/drawing/2014/main" id="{AF2D8402-8751-4A3B-87B5-C8757F2C09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051" name="Rectangle 1050">
                          <a:extLst>
                            <a:ext uri="{FF2B5EF4-FFF2-40B4-BE49-F238E27FC236}">
                              <a16:creationId xmlns:a16="http://schemas.microsoft.com/office/drawing/2014/main" id="{2465E08E-E504-4EEF-85D5-D2E33358BB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047" name="Group 1046">
                        <a:extLst>
                          <a:ext uri="{FF2B5EF4-FFF2-40B4-BE49-F238E27FC236}">
                            <a16:creationId xmlns:a16="http://schemas.microsoft.com/office/drawing/2014/main" id="{794D1987-5B00-47BE-9191-803A7C6E7D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8" name="Rectangle 1047">
                          <a:extLst>
                            <a:ext uri="{FF2B5EF4-FFF2-40B4-BE49-F238E27FC236}">
                              <a16:creationId xmlns:a16="http://schemas.microsoft.com/office/drawing/2014/main" id="{BC5AB942-915D-44E8-8518-1EE6A1AA4A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049" name="Rectangle 1048">
                          <a:extLst>
                            <a:ext uri="{FF2B5EF4-FFF2-40B4-BE49-F238E27FC236}">
                              <a16:creationId xmlns:a16="http://schemas.microsoft.com/office/drawing/2014/main" id="{7C7D61B7-1030-4A96-8AAA-48C745FBB1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29" name="Group 1028">
                    <a:extLst>
                      <a:ext uri="{FF2B5EF4-FFF2-40B4-BE49-F238E27FC236}">
                        <a16:creationId xmlns:a16="http://schemas.microsoft.com/office/drawing/2014/main" id="{682FB29C-F7E7-4F1B-9A4D-BE430E79BEB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30" name="Group 1029">
                      <a:extLst>
                        <a:ext uri="{FF2B5EF4-FFF2-40B4-BE49-F238E27FC236}">
                          <a16:creationId xmlns:a16="http://schemas.microsoft.com/office/drawing/2014/main" id="{B9719D29-4902-46D6-A489-E89192F73E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80CB5FBA-087C-4D72-8DE6-A307AE191B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2" name="Rectangle 1041">
                          <a:extLst>
                            <a:ext uri="{FF2B5EF4-FFF2-40B4-BE49-F238E27FC236}">
                              <a16:creationId xmlns:a16="http://schemas.microsoft.com/office/drawing/2014/main" id="{57218C72-ADD7-4B82-8EAA-1AF69189E5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043" name="Rectangle 1042">
                          <a:extLst>
                            <a:ext uri="{FF2B5EF4-FFF2-40B4-BE49-F238E27FC236}">
                              <a16:creationId xmlns:a16="http://schemas.microsoft.com/office/drawing/2014/main" id="{D05D55ED-3A85-443F-AE42-E8A07CE5BB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039" name="Group 1038">
                        <a:extLst>
                          <a:ext uri="{FF2B5EF4-FFF2-40B4-BE49-F238E27FC236}">
                            <a16:creationId xmlns:a16="http://schemas.microsoft.com/office/drawing/2014/main" id="{149C3442-6276-4EAE-8311-5C3E412D21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40" name="Rectangle 1039">
                          <a:extLst>
                            <a:ext uri="{FF2B5EF4-FFF2-40B4-BE49-F238E27FC236}">
                              <a16:creationId xmlns:a16="http://schemas.microsoft.com/office/drawing/2014/main" id="{46FBEFCB-78ED-4941-B78B-79FE4727A6A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041" name="Rectangle 1040">
                          <a:extLst>
                            <a:ext uri="{FF2B5EF4-FFF2-40B4-BE49-F238E27FC236}">
                              <a16:creationId xmlns:a16="http://schemas.microsoft.com/office/drawing/2014/main" id="{421C7735-3B53-43FD-B7FF-24C83A2F05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31" name="Group 1030">
                      <a:extLst>
                        <a:ext uri="{FF2B5EF4-FFF2-40B4-BE49-F238E27FC236}">
                          <a16:creationId xmlns:a16="http://schemas.microsoft.com/office/drawing/2014/main" id="{4609CD16-A17F-40DC-9E8E-864C615D8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32" name="Group 1031">
                        <a:extLst>
                          <a:ext uri="{FF2B5EF4-FFF2-40B4-BE49-F238E27FC236}">
                            <a16:creationId xmlns:a16="http://schemas.microsoft.com/office/drawing/2014/main" id="{2E52E329-88DC-4477-846D-FC793D0BC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6" name="Rectangle 1035">
                          <a:extLst>
                            <a:ext uri="{FF2B5EF4-FFF2-40B4-BE49-F238E27FC236}">
                              <a16:creationId xmlns:a16="http://schemas.microsoft.com/office/drawing/2014/main" id="{64A53377-763D-43BF-94EC-82C45CC344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037" name="Rectangle 1036">
                          <a:extLst>
                            <a:ext uri="{FF2B5EF4-FFF2-40B4-BE49-F238E27FC236}">
                              <a16:creationId xmlns:a16="http://schemas.microsoft.com/office/drawing/2014/main" id="{1954C64D-BE6E-4881-BAF4-9068EA610C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33" name="Group 1032">
                        <a:extLst>
                          <a:ext uri="{FF2B5EF4-FFF2-40B4-BE49-F238E27FC236}">
                            <a16:creationId xmlns:a16="http://schemas.microsoft.com/office/drawing/2014/main" id="{3B7B18D7-BD5F-4E64-94C4-A573F00CEF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34" name="Rectangle 1033">
                          <a:extLst>
                            <a:ext uri="{FF2B5EF4-FFF2-40B4-BE49-F238E27FC236}">
                              <a16:creationId xmlns:a16="http://schemas.microsoft.com/office/drawing/2014/main" id="{EEEA1B6B-0E09-4F08-BEBA-25D3B9B9D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035" name="Rectangle 1034">
                          <a:extLst>
                            <a:ext uri="{FF2B5EF4-FFF2-40B4-BE49-F238E27FC236}">
                              <a16:creationId xmlns:a16="http://schemas.microsoft.com/office/drawing/2014/main" id="{81050B42-8979-4D59-A2D7-FB64DC1D4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124772E1-AB2B-41E3-9B20-B3CFF60FF769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97" name="Group 996">
                    <a:extLst>
                      <a:ext uri="{FF2B5EF4-FFF2-40B4-BE49-F238E27FC236}">
                        <a16:creationId xmlns:a16="http://schemas.microsoft.com/office/drawing/2014/main" id="{4203848D-7846-4046-ABFC-4BB7B4A398D1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13" name="Group 1012">
                      <a:extLst>
                        <a:ext uri="{FF2B5EF4-FFF2-40B4-BE49-F238E27FC236}">
                          <a16:creationId xmlns:a16="http://schemas.microsoft.com/office/drawing/2014/main" id="{FB7F835D-0B84-4CA5-B830-131C83EA2C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21" name="Group 1020">
                        <a:extLst>
                          <a:ext uri="{FF2B5EF4-FFF2-40B4-BE49-F238E27FC236}">
                            <a16:creationId xmlns:a16="http://schemas.microsoft.com/office/drawing/2014/main" id="{5D27C9DE-2644-4AEA-BB7A-8433E53AEA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5" name="Rectangle 1024">
                          <a:extLst>
                            <a:ext uri="{FF2B5EF4-FFF2-40B4-BE49-F238E27FC236}">
                              <a16:creationId xmlns:a16="http://schemas.microsoft.com/office/drawing/2014/main" id="{BE73A75E-BAC9-45D8-B580-6C0FDDAAA7E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27" name="Rectangle 1026">
                          <a:extLst>
                            <a:ext uri="{FF2B5EF4-FFF2-40B4-BE49-F238E27FC236}">
                              <a16:creationId xmlns:a16="http://schemas.microsoft.com/office/drawing/2014/main" id="{859DA36F-30E6-49F6-8106-B0761D1706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22" name="Group 1021">
                        <a:extLst>
                          <a:ext uri="{FF2B5EF4-FFF2-40B4-BE49-F238E27FC236}">
                            <a16:creationId xmlns:a16="http://schemas.microsoft.com/office/drawing/2014/main" id="{C3B756B0-44C2-4D2A-9369-32C124B335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23" name="Rectangle 1022">
                          <a:extLst>
                            <a:ext uri="{FF2B5EF4-FFF2-40B4-BE49-F238E27FC236}">
                              <a16:creationId xmlns:a16="http://schemas.microsoft.com/office/drawing/2014/main" id="{5C77A131-4C23-433F-8DB9-E4F04BD983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24" name="Rectangle 1023">
                          <a:extLst>
                            <a:ext uri="{FF2B5EF4-FFF2-40B4-BE49-F238E27FC236}">
                              <a16:creationId xmlns:a16="http://schemas.microsoft.com/office/drawing/2014/main" id="{2C2D51F4-73A3-4984-9A87-BCE0E5D9C7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14" name="Group 1013">
                      <a:extLst>
                        <a:ext uri="{FF2B5EF4-FFF2-40B4-BE49-F238E27FC236}">
                          <a16:creationId xmlns:a16="http://schemas.microsoft.com/office/drawing/2014/main" id="{90BEAF43-5B2E-468D-B604-82D1A8395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15" name="Group 1014">
                        <a:extLst>
                          <a:ext uri="{FF2B5EF4-FFF2-40B4-BE49-F238E27FC236}">
                            <a16:creationId xmlns:a16="http://schemas.microsoft.com/office/drawing/2014/main" id="{A4259FBC-DE74-4C83-9B93-2945D9E505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9" name="Rectangle 1018">
                          <a:extLst>
                            <a:ext uri="{FF2B5EF4-FFF2-40B4-BE49-F238E27FC236}">
                              <a16:creationId xmlns:a16="http://schemas.microsoft.com/office/drawing/2014/main" id="{69D58CB9-3F44-4414-9CCD-37B23F063E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20" name="Rectangle 1019">
                          <a:extLst>
                            <a:ext uri="{FF2B5EF4-FFF2-40B4-BE49-F238E27FC236}">
                              <a16:creationId xmlns:a16="http://schemas.microsoft.com/office/drawing/2014/main" id="{65BDE797-8A66-4088-842B-58C41EC57C4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10A272C8-1ABC-4ABA-8A22-288676B22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7" name="Rectangle 1016">
                          <a:extLst>
                            <a:ext uri="{FF2B5EF4-FFF2-40B4-BE49-F238E27FC236}">
                              <a16:creationId xmlns:a16="http://schemas.microsoft.com/office/drawing/2014/main" id="{568B2C22-00F1-4C8B-9619-EF561333C9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18" name="Rectangle 1017">
                          <a:extLst>
                            <a:ext uri="{FF2B5EF4-FFF2-40B4-BE49-F238E27FC236}">
                              <a16:creationId xmlns:a16="http://schemas.microsoft.com/office/drawing/2014/main" id="{CE2428C4-92A8-4144-9027-DE06322B57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98" name="Group 997">
                    <a:extLst>
                      <a:ext uri="{FF2B5EF4-FFF2-40B4-BE49-F238E27FC236}">
                        <a16:creationId xmlns:a16="http://schemas.microsoft.com/office/drawing/2014/main" id="{9B0D15EE-D3C9-4C66-8D2D-B5F0AB0FFF5C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99" name="Group 998">
                      <a:extLst>
                        <a:ext uri="{FF2B5EF4-FFF2-40B4-BE49-F238E27FC236}">
                          <a16:creationId xmlns:a16="http://schemas.microsoft.com/office/drawing/2014/main" id="{867E1AEF-0388-45EC-8593-D9DA9D168D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7" name="Group 1006">
                        <a:extLst>
                          <a:ext uri="{FF2B5EF4-FFF2-40B4-BE49-F238E27FC236}">
                            <a16:creationId xmlns:a16="http://schemas.microsoft.com/office/drawing/2014/main" id="{2571D1E1-D959-40C2-9038-DC246A4BEA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11" name="Rectangle 1010">
                          <a:extLst>
                            <a:ext uri="{FF2B5EF4-FFF2-40B4-BE49-F238E27FC236}">
                              <a16:creationId xmlns:a16="http://schemas.microsoft.com/office/drawing/2014/main" id="{436793E9-8670-427D-9217-A14AF17925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12" name="Rectangle 1011">
                          <a:extLst>
                            <a:ext uri="{FF2B5EF4-FFF2-40B4-BE49-F238E27FC236}">
                              <a16:creationId xmlns:a16="http://schemas.microsoft.com/office/drawing/2014/main" id="{DF7C8AF4-4509-43CA-AD24-4938D19FC18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08" name="Group 1007">
                        <a:extLst>
                          <a:ext uri="{FF2B5EF4-FFF2-40B4-BE49-F238E27FC236}">
                            <a16:creationId xmlns:a16="http://schemas.microsoft.com/office/drawing/2014/main" id="{2043A12E-1FE5-4724-A38C-D7A4AAED53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9" name="Rectangle 1008">
                          <a:extLst>
                            <a:ext uri="{FF2B5EF4-FFF2-40B4-BE49-F238E27FC236}">
                              <a16:creationId xmlns:a16="http://schemas.microsoft.com/office/drawing/2014/main" id="{8B467CB4-2FA4-44B7-B885-B8990D3B8D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10" name="Rectangle 1009">
                          <a:extLst>
                            <a:ext uri="{FF2B5EF4-FFF2-40B4-BE49-F238E27FC236}">
                              <a16:creationId xmlns:a16="http://schemas.microsoft.com/office/drawing/2014/main" id="{E324CA36-1BB5-4586-B2E2-6BB1D4D79E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00" name="Group 999">
                      <a:extLst>
                        <a:ext uri="{FF2B5EF4-FFF2-40B4-BE49-F238E27FC236}">
                          <a16:creationId xmlns:a16="http://schemas.microsoft.com/office/drawing/2014/main" id="{4EEFFDD4-3E19-4FEC-97FE-5519BAA8C2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01" name="Group 1000">
                        <a:extLst>
                          <a:ext uri="{FF2B5EF4-FFF2-40B4-BE49-F238E27FC236}">
                            <a16:creationId xmlns:a16="http://schemas.microsoft.com/office/drawing/2014/main" id="{3E5FE6F5-896E-4148-82E8-B2B8CA54E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5" name="Rectangle 1004">
                          <a:extLst>
                            <a:ext uri="{FF2B5EF4-FFF2-40B4-BE49-F238E27FC236}">
                              <a16:creationId xmlns:a16="http://schemas.microsoft.com/office/drawing/2014/main" id="{CA1D8453-7C7E-4302-A0A3-84F37EE6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06" name="Rectangle 1005">
                          <a:extLst>
                            <a:ext uri="{FF2B5EF4-FFF2-40B4-BE49-F238E27FC236}">
                              <a16:creationId xmlns:a16="http://schemas.microsoft.com/office/drawing/2014/main" id="{7F390DEA-23F2-4117-BC07-E02B5C002C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02" name="Group 1001">
                        <a:extLst>
                          <a:ext uri="{FF2B5EF4-FFF2-40B4-BE49-F238E27FC236}">
                            <a16:creationId xmlns:a16="http://schemas.microsoft.com/office/drawing/2014/main" id="{02A20689-6065-4B30-973F-DB292575F6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03" name="Rectangle 1002">
                          <a:extLst>
                            <a:ext uri="{FF2B5EF4-FFF2-40B4-BE49-F238E27FC236}">
                              <a16:creationId xmlns:a16="http://schemas.microsoft.com/office/drawing/2014/main" id="{D2BB84EF-C4BC-41AD-B579-D292F41C92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04" name="Rectangle 1003">
                          <a:extLst>
                            <a:ext uri="{FF2B5EF4-FFF2-40B4-BE49-F238E27FC236}">
                              <a16:creationId xmlns:a16="http://schemas.microsoft.com/office/drawing/2014/main" id="{4AAB1F33-4CA3-4B36-A1F7-A6BD86DB4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932" name="Group 931">
                <a:extLst>
                  <a:ext uri="{FF2B5EF4-FFF2-40B4-BE49-F238E27FC236}">
                    <a16:creationId xmlns:a16="http://schemas.microsoft.com/office/drawing/2014/main" id="{526C36EA-005B-4B49-BE88-AF8C27574732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933" name="Group 932">
                  <a:extLst>
                    <a:ext uri="{FF2B5EF4-FFF2-40B4-BE49-F238E27FC236}">
                      <a16:creationId xmlns:a16="http://schemas.microsoft.com/office/drawing/2014/main" id="{9C0D1BA9-C110-48C8-BEEA-6CC617A96AB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65" name="Group 964">
                    <a:extLst>
                      <a:ext uri="{FF2B5EF4-FFF2-40B4-BE49-F238E27FC236}">
                        <a16:creationId xmlns:a16="http://schemas.microsoft.com/office/drawing/2014/main" id="{516EAD81-F6DC-4B64-BEE3-0F2B1EF4F0BE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81" name="Group 980">
                      <a:extLst>
                        <a:ext uri="{FF2B5EF4-FFF2-40B4-BE49-F238E27FC236}">
                          <a16:creationId xmlns:a16="http://schemas.microsoft.com/office/drawing/2014/main" id="{191CF182-A563-4160-AB59-1C7978AF9F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9" name="Group 988">
                        <a:extLst>
                          <a:ext uri="{FF2B5EF4-FFF2-40B4-BE49-F238E27FC236}">
                            <a16:creationId xmlns:a16="http://schemas.microsoft.com/office/drawing/2014/main" id="{923ABBBB-A5F1-4C50-9750-6079EFDD04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3" name="Rectangle 992">
                          <a:extLst>
                            <a:ext uri="{FF2B5EF4-FFF2-40B4-BE49-F238E27FC236}">
                              <a16:creationId xmlns:a16="http://schemas.microsoft.com/office/drawing/2014/main" id="{437976C8-2AD3-493E-BB3B-5628FAF902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994" name="Rectangle 993">
                          <a:extLst>
                            <a:ext uri="{FF2B5EF4-FFF2-40B4-BE49-F238E27FC236}">
                              <a16:creationId xmlns:a16="http://schemas.microsoft.com/office/drawing/2014/main" id="{913601DE-00DD-40EF-97E8-D929F57F84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990" name="Group 989">
                        <a:extLst>
                          <a:ext uri="{FF2B5EF4-FFF2-40B4-BE49-F238E27FC236}">
                            <a16:creationId xmlns:a16="http://schemas.microsoft.com/office/drawing/2014/main" id="{1B721146-04D8-4C23-8C2F-F34F57DA40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91" name="Rectangle 990">
                          <a:extLst>
                            <a:ext uri="{FF2B5EF4-FFF2-40B4-BE49-F238E27FC236}">
                              <a16:creationId xmlns:a16="http://schemas.microsoft.com/office/drawing/2014/main" id="{F0438929-35E9-4BB8-AF21-D7DD920F39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992" name="Rectangle 991">
                          <a:extLst>
                            <a:ext uri="{FF2B5EF4-FFF2-40B4-BE49-F238E27FC236}">
                              <a16:creationId xmlns:a16="http://schemas.microsoft.com/office/drawing/2014/main" id="{4DF10480-A27F-4558-98DC-6C86DC61DB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82" name="Group 981">
                      <a:extLst>
                        <a:ext uri="{FF2B5EF4-FFF2-40B4-BE49-F238E27FC236}">
                          <a16:creationId xmlns:a16="http://schemas.microsoft.com/office/drawing/2014/main" id="{A2D76BBB-9FA6-4A39-B2D4-2CD8EDD3AB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83" name="Group 982">
                        <a:extLst>
                          <a:ext uri="{FF2B5EF4-FFF2-40B4-BE49-F238E27FC236}">
                            <a16:creationId xmlns:a16="http://schemas.microsoft.com/office/drawing/2014/main" id="{66056955-657D-496D-8732-FC53960BC0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7" name="Rectangle 986">
                          <a:extLst>
                            <a:ext uri="{FF2B5EF4-FFF2-40B4-BE49-F238E27FC236}">
                              <a16:creationId xmlns:a16="http://schemas.microsoft.com/office/drawing/2014/main" id="{0CD8AF97-AB0E-4545-BF3F-76D2FA6645E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988" name="Rectangle 987">
                          <a:extLst>
                            <a:ext uri="{FF2B5EF4-FFF2-40B4-BE49-F238E27FC236}">
                              <a16:creationId xmlns:a16="http://schemas.microsoft.com/office/drawing/2014/main" id="{A2066C06-0C0A-45F6-A164-5193812F40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984" name="Group 983">
                        <a:extLst>
                          <a:ext uri="{FF2B5EF4-FFF2-40B4-BE49-F238E27FC236}">
                            <a16:creationId xmlns:a16="http://schemas.microsoft.com/office/drawing/2014/main" id="{000C59ED-C1CE-48AE-8369-06395F765F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85" name="Rectangle 984">
                          <a:extLst>
                            <a:ext uri="{FF2B5EF4-FFF2-40B4-BE49-F238E27FC236}">
                              <a16:creationId xmlns:a16="http://schemas.microsoft.com/office/drawing/2014/main" id="{78736990-AAB5-4170-B314-50C70578D9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986" name="Rectangle 985">
                          <a:extLst>
                            <a:ext uri="{FF2B5EF4-FFF2-40B4-BE49-F238E27FC236}">
                              <a16:creationId xmlns:a16="http://schemas.microsoft.com/office/drawing/2014/main" id="{5545B9B5-17E0-45B8-8140-2D5EA040AB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66" name="Group 965">
                    <a:extLst>
                      <a:ext uri="{FF2B5EF4-FFF2-40B4-BE49-F238E27FC236}">
                        <a16:creationId xmlns:a16="http://schemas.microsoft.com/office/drawing/2014/main" id="{BA9AB10F-B83F-45C4-8602-2DCFA5345B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67" name="Group 966">
                      <a:extLst>
                        <a:ext uri="{FF2B5EF4-FFF2-40B4-BE49-F238E27FC236}">
                          <a16:creationId xmlns:a16="http://schemas.microsoft.com/office/drawing/2014/main" id="{ED2E9395-3FEA-4D34-B404-0699EF231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75" name="Group 974">
                        <a:extLst>
                          <a:ext uri="{FF2B5EF4-FFF2-40B4-BE49-F238E27FC236}">
                            <a16:creationId xmlns:a16="http://schemas.microsoft.com/office/drawing/2014/main" id="{B1D3FC2A-E9BF-4C70-83E8-C799DED155C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9" name="Rectangle 978">
                          <a:extLst>
                            <a:ext uri="{FF2B5EF4-FFF2-40B4-BE49-F238E27FC236}">
                              <a16:creationId xmlns:a16="http://schemas.microsoft.com/office/drawing/2014/main" id="{766EC746-4C27-476A-BA6D-12C9F401AE1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980" name="Rectangle 979">
                          <a:extLst>
                            <a:ext uri="{FF2B5EF4-FFF2-40B4-BE49-F238E27FC236}">
                              <a16:creationId xmlns:a16="http://schemas.microsoft.com/office/drawing/2014/main" id="{0382E465-5256-4648-AF18-2BC4D294EE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976" name="Group 975">
                        <a:extLst>
                          <a:ext uri="{FF2B5EF4-FFF2-40B4-BE49-F238E27FC236}">
                            <a16:creationId xmlns:a16="http://schemas.microsoft.com/office/drawing/2014/main" id="{A8706BBB-43DA-40D8-9FBD-8AF01CEFB5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7" name="Rectangle 976">
                          <a:extLst>
                            <a:ext uri="{FF2B5EF4-FFF2-40B4-BE49-F238E27FC236}">
                              <a16:creationId xmlns:a16="http://schemas.microsoft.com/office/drawing/2014/main" id="{4CC326C8-8439-4818-B1C0-0AC6EE34B2E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978" name="Rectangle 977">
                          <a:extLst>
                            <a:ext uri="{FF2B5EF4-FFF2-40B4-BE49-F238E27FC236}">
                              <a16:creationId xmlns:a16="http://schemas.microsoft.com/office/drawing/2014/main" id="{4B4DBCE6-1183-430C-BEE0-9A28E70080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68" name="Group 967">
                      <a:extLst>
                        <a:ext uri="{FF2B5EF4-FFF2-40B4-BE49-F238E27FC236}">
                          <a16:creationId xmlns:a16="http://schemas.microsoft.com/office/drawing/2014/main" id="{DD66DCED-EF4E-40BE-8343-D360261F63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69" name="Group 968">
                        <a:extLst>
                          <a:ext uri="{FF2B5EF4-FFF2-40B4-BE49-F238E27FC236}">
                            <a16:creationId xmlns:a16="http://schemas.microsoft.com/office/drawing/2014/main" id="{6C0DB6C1-6D3D-4425-9AA5-CE9A3B271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3" name="Rectangle 972">
                          <a:extLst>
                            <a:ext uri="{FF2B5EF4-FFF2-40B4-BE49-F238E27FC236}">
                              <a16:creationId xmlns:a16="http://schemas.microsoft.com/office/drawing/2014/main" id="{E0EEC477-1E78-4FB6-A6EB-F10BA1D1D2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974" name="Rectangle 973">
                          <a:extLst>
                            <a:ext uri="{FF2B5EF4-FFF2-40B4-BE49-F238E27FC236}">
                              <a16:creationId xmlns:a16="http://schemas.microsoft.com/office/drawing/2014/main" id="{A5781A33-CE69-4EB7-B9CF-EB0F93288F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970" name="Group 969">
                        <a:extLst>
                          <a:ext uri="{FF2B5EF4-FFF2-40B4-BE49-F238E27FC236}">
                            <a16:creationId xmlns:a16="http://schemas.microsoft.com/office/drawing/2014/main" id="{254060B0-8460-43B4-A5C5-6183FE32C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71" name="Rectangle 970">
                          <a:extLst>
                            <a:ext uri="{FF2B5EF4-FFF2-40B4-BE49-F238E27FC236}">
                              <a16:creationId xmlns:a16="http://schemas.microsoft.com/office/drawing/2014/main" id="{49B4800A-04D5-4940-AC25-A48CC0114A4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972" name="Rectangle 971">
                          <a:extLst>
                            <a:ext uri="{FF2B5EF4-FFF2-40B4-BE49-F238E27FC236}">
                              <a16:creationId xmlns:a16="http://schemas.microsoft.com/office/drawing/2014/main" id="{CE46F7C4-3043-4C6B-8677-F3407635601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934" name="Group 933">
                  <a:extLst>
                    <a:ext uri="{FF2B5EF4-FFF2-40B4-BE49-F238E27FC236}">
                      <a16:creationId xmlns:a16="http://schemas.microsoft.com/office/drawing/2014/main" id="{1FD243A2-7D7A-4091-8481-DDBF9914DF95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935" name="Group 934">
                    <a:extLst>
                      <a:ext uri="{FF2B5EF4-FFF2-40B4-BE49-F238E27FC236}">
                        <a16:creationId xmlns:a16="http://schemas.microsoft.com/office/drawing/2014/main" id="{1092E766-2FA9-4C11-A2EF-EBFB140832BB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51" name="Group 950">
                      <a:extLst>
                        <a:ext uri="{FF2B5EF4-FFF2-40B4-BE49-F238E27FC236}">
                          <a16:creationId xmlns:a16="http://schemas.microsoft.com/office/drawing/2014/main" id="{188579CB-6C7C-4533-94F0-97B53E3E68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9" name="Group 958">
                        <a:extLst>
                          <a:ext uri="{FF2B5EF4-FFF2-40B4-BE49-F238E27FC236}">
                            <a16:creationId xmlns:a16="http://schemas.microsoft.com/office/drawing/2014/main" id="{ABEC38A9-75F1-45AF-BE9A-0191F6690B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3" name="Rectangle 962">
                          <a:extLst>
                            <a:ext uri="{FF2B5EF4-FFF2-40B4-BE49-F238E27FC236}">
                              <a16:creationId xmlns:a16="http://schemas.microsoft.com/office/drawing/2014/main" id="{4D7F96DE-D939-4E23-AE9B-DEB5518661C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964" name="Rectangle 963">
                          <a:extLst>
                            <a:ext uri="{FF2B5EF4-FFF2-40B4-BE49-F238E27FC236}">
                              <a16:creationId xmlns:a16="http://schemas.microsoft.com/office/drawing/2014/main" id="{94C433CA-3E2A-4C64-AEAC-FF136ED4DE2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960" name="Group 959">
                        <a:extLst>
                          <a:ext uri="{FF2B5EF4-FFF2-40B4-BE49-F238E27FC236}">
                            <a16:creationId xmlns:a16="http://schemas.microsoft.com/office/drawing/2014/main" id="{602A2C4E-96E8-4062-9CD1-E2D3928B71D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61" name="Rectangle 960">
                          <a:extLst>
                            <a:ext uri="{FF2B5EF4-FFF2-40B4-BE49-F238E27FC236}">
                              <a16:creationId xmlns:a16="http://schemas.microsoft.com/office/drawing/2014/main" id="{F97B5795-CF29-42F9-A4BE-C3AA589F9E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962" name="Rectangle 961">
                          <a:extLst>
                            <a:ext uri="{FF2B5EF4-FFF2-40B4-BE49-F238E27FC236}">
                              <a16:creationId xmlns:a16="http://schemas.microsoft.com/office/drawing/2014/main" id="{D2668910-C158-4B7A-A2DE-52DAFDE90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52" name="Group 951">
                      <a:extLst>
                        <a:ext uri="{FF2B5EF4-FFF2-40B4-BE49-F238E27FC236}">
                          <a16:creationId xmlns:a16="http://schemas.microsoft.com/office/drawing/2014/main" id="{677A0DB1-E48C-4247-AD7E-261DAAD859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53" name="Group 952">
                        <a:extLst>
                          <a:ext uri="{FF2B5EF4-FFF2-40B4-BE49-F238E27FC236}">
                            <a16:creationId xmlns:a16="http://schemas.microsoft.com/office/drawing/2014/main" id="{8452ED7F-4927-46FC-B1D1-B7EB96A114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7" name="Rectangle 956">
                          <a:extLst>
                            <a:ext uri="{FF2B5EF4-FFF2-40B4-BE49-F238E27FC236}">
                              <a16:creationId xmlns:a16="http://schemas.microsoft.com/office/drawing/2014/main" id="{85672094-3486-4ADD-929F-74237EA5BD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958" name="Rectangle 957">
                          <a:extLst>
                            <a:ext uri="{FF2B5EF4-FFF2-40B4-BE49-F238E27FC236}">
                              <a16:creationId xmlns:a16="http://schemas.microsoft.com/office/drawing/2014/main" id="{F045D6B0-130A-4460-A57F-240E473B78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954" name="Group 953">
                        <a:extLst>
                          <a:ext uri="{FF2B5EF4-FFF2-40B4-BE49-F238E27FC236}">
                            <a16:creationId xmlns:a16="http://schemas.microsoft.com/office/drawing/2014/main" id="{9A95D8E1-8A88-4023-B061-0C2D2749BE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55" name="Rectangle 954">
                          <a:extLst>
                            <a:ext uri="{FF2B5EF4-FFF2-40B4-BE49-F238E27FC236}">
                              <a16:creationId xmlns:a16="http://schemas.microsoft.com/office/drawing/2014/main" id="{CE939D45-F44E-47CE-98BC-9A34344A365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956" name="Rectangle 955">
                          <a:extLst>
                            <a:ext uri="{FF2B5EF4-FFF2-40B4-BE49-F238E27FC236}">
                              <a16:creationId xmlns:a16="http://schemas.microsoft.com/office/drawing/2014/main" id="{47C3A715-46D7-4F67-ACED-614C48B7E6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936" name="Group 935">
                    <a:extLst>
                      <a:ext uri="{FF2B5EF4-FFF2-40B4-BE49-F238E27FC236}">
                        <a16:creationId xmlns:a16="http://schemas.microsoft.com/office/drawing/2014/main" id="{555494B8-A449-46BE-A511-5ED50BB98E51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937" name="Group 936">
                      <a:extLst>
                        <a:ext uri="{FF2B5EF4-FFF2-40B4-BE49-F238E27FC236}">
                          <a16:creationId xmlns:a16="http://schemas.microsoft.com/office/drawing/2014/main" id="{7AC08674-8A28-40E7-8996-3AE4C0D1A5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45" name="Group 944">
                        <a:extLst>
                          <a:ext uri="{FF2B5EF4-FFF2-40B4-BE49-F238E27FC236}">
                            <a16:creationId xmlns:a16="http://schemas.microsoft.com/office/drawing/2014/main" id="{7DE24643-1B5F-4B85-9A03-6ABF9E7073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9" name="Rectangle 948">
                          <a:extLst>
                            <a:ext uri="{FF2B5EF4-FFF2-40B4-BE49-F238E27FC236}">
                              <a16:creationId xmlns:a16="http://schemas.microsoft.com/office/drawing/2014/main" id="{B9816F9B-01EE-45CF-9EC7-B6A9E70C2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950" name="Rectangle 949">
                          <a:extLst>
                            <a:ext uri="{FF2B5EF4-FFF2-40B4-BE49-F238E27FC236}">
                              <a16:creationId xmlns:a16="http://schemas.microsoft.com/office/drawing/2014/main" id="{E8C7DF5F-7FD2-4C4E-9F76-C44081742F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946" name="Group 945">
                        <a:extLst>
                          <a:ext uri="{FF2B5EF4-FFF2-40B4-BE49-F238E27FC236}">
                            <a16:creationId xmlns:a16="http://schemas.microsoft.com/office/drawing/2014/main" id="{4501E398-1FA0-4361-9A2D-006B570399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7" name="Rectangle 946">
                          <a:extLst>
                            <a:ext uri="{FF2B5EF4-FFF2-40B4-BE49-F238E27FC236}">
                              <a16:creationId xmlns:a16="http://schemas.microsoft.com/office/drawing/2014/main" id="{EB9FBA1D-D2CF-4A8D-A13F-656031349DE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948" name="Rectangle 947">
                          <a:extLst>
                            <a:ext uri="{FF2B5EF4-FFF2-40B4-BE49-F238E27FC236}">
                              <a16:creationId xmlns:a16="http://schemas.microsoft.com/office/drawing/2014/main" id="{265D09E8-A8EE-452C-AD4F-3BE358C1BB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938" name="Group 937">
                      <a:extLst>
                        <a:ext uri="{FF2B5EF4-FFF2-40B4-BE49-F238E27FC236}">
                          <a16:creationId xmlns:a16="http://schemas.microsoft.com/office/drawing/2014/main" id="{1807631E-FBF8-429D-9EC7-8CCE9626E9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939" name="Group 938">
                        <a:extLst>
                          <a:ext uri="{FF2B5EF4-FFF2-40B4-BE49-F238E27FC236}">
                            <a16:creationId xmlns:a16="http://schemas.microsoft.com/office/drawing/2014/main" id="{9F9CE121-94BD-4D7F-8C81-5CD27E64B6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3" name="Rectangle 942">
                          <a:extLst>
                            <a:ext uri="{FF2B5EF4-FFF2-40B4-BE49-F238E27FC236}">
                              <a16:creationId xmlns:a16="http://schemas.microsoft.com/office/drawing/2014/main" id="{DE1A0064-7B3B-44E4-97B7-EA816701F8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944" name="Rectangle 943">
                          <a:extLst>
                            <a:ext uri="{FF2B5EF4-FFF2-40B4-BE49-F238E27FC236}">
                              <a16:creationId xmlns:a16="http://schemas.microsoft.com/office/drawing/2014/main" id="{F56DB857-DAE8-4E88-904D-3E76BCB964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940" name="Group 939">
                        <a:extLst>
                          <a:ext uri="{FF2B5EF4-FFF2-40B4-BE49-F238E27FC236}">
                            <a16:creationId xmlns:a16="http://schemas.microsoft.com/office/drawing/2014/main" id="{597A15AD-1A7F-43BE-9F76-E42C627C7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941" name="Rectangle 940">
                          <a:extLst>
                            <a:ext uri="{FF2B5EF4-FFF2-40B4-BE49-F238E27FC236}">
                              <a16:creationId xmlns:a16="http://schemas.microsoft.com/office/drawing/2014/main" id="{DF1AD738-5EB1-429C-9E7C-BFB6FE61683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942" name="Rectangle 941">
                          <a:extLst>
                            <a:ext uri="{FF2B5EF4-FFF2-40B4-BE49-F238E27FC236}">
                              <a16:creationId xmlns:a16="http://schemas.microsoft.com/office/drawing/2014/main" id="{037518C7-BDA9-4C1A-ADEB-661B7880C5C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1058" name="Group 1057">
              <a:extLst>
                <a:ext uri="{FF2B5EF4-FFF2-40B4-BE49-F238E27FC236}">
                  <a16:creationId xmlns:a16="http://schemas.microsoft.com/office/drawing/2014/main" id="{F9583C44-FA9D-40E4-A116-5926C96F6677}"/>
                </a:ext>
              </a:extLst>
            </p:cNvPr>
            <p:cNvGrpSpPr/>
            <p:nvPr/>
          </p:nvGrpSpPr>
          <p:grpSpPr>
            <a:xfrm>
              <a:off x="5957134" y="4486932"/>
              <a:ext cx="3657600" cy="184994"/>
              <a:chOff x="2306674" y="4207314"/>
              <a:chExt cx="7315187" cy="184994"/>
            </a:xfrm>
          </p:grpSpPr>
          <p:grpSp>
            <p:nvGrpSpPr>
              <p:cNvPr id="1059" name="Group 1058">
                <a:extLst>
                  <a:ext uri="{FF2B5EF4-FFF2-40B4-BE49-F238E27FC236}">
                    <a16:creationId xmlns:a16="http://schemas.microsoft.com/office/drawing/2014/main" id="{D596B195-E6B3-4AE3-B29B-E669E88ABDFE}"/>
                  </a:ext>
                </a:extLst>
              </p:cNvPr>
              <p:cNvGrpSpPr/>
              <p:nvPr/>
            </p:nvGrpSpPr>
            <p:grpSpPr>
              <a:xfrm>
                <a:off x="2306674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123" name="Group 1122">
                  <a:extLst>
                    <a:ext uri="{FF2B5EF4-FFF2-40B4-BE49-F238E27FC236}">
                      <a16:creationId xmlns:a16="http://schemas.microsoft.com/office/drawing/2014/main" id="{28D9275E-3C3A-4507-AE27-D9D1C374ED00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55" name="Group 1154">
                    <a:extLst>
                      <a:ext uri="{FF2B5EF4-FFF2-40B4-BE49-F238E27FC236}">
                        <a16:creationId xmlns:a16="http://schemas.microsoft.com/office/drawing/2014/main" id="{784A1B87-3BBF-40D8-8B08-F5A0D6CD0F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71" name="Group 1170">
                      <a:extLst>
                        <a:ext uri="{FF2B5EF4-FFF2-40B4-BE49-F238E27FC236}">
                          <a16:creationId xmlns:a16="http://schemas.microsoft.com/office/drawing/2014/main" id="{EF015C1C-B8E1-43EC-9D15-23292BBD4F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9" name="Group 1178">
                        <a:extLst>
                          <a:ext uri="{FF2B5EF4-FFF2-40B4-BE49-F238E27FC236}">
                            <a16:creationId xmlns:a16="http://schemas.microsoft.com/office/drawing/2014/main" id="{A8867996-248D-41C3-B85A-3EEE438360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3" name="Rectangle 1182">
                          <a:extLst>
                            <a:ext uri="{FF2B5EF4-FFF2-40B4-BE49-F238E27FC236}">
                              <a16:creationId xmlns:a16="http://schemas.microsoft.com/office/drawing/2014/main" id="{B98968C2-DE5C-4EEE-98B8-45DCC11351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84" name="Rectangle 1183">
                          <a:extLst>
                            <a:ext uri="{FF2B5EF4-FFF2-40B4-BE49-F238E27FC236}">
                              <a16:creationId xmlns:a16="http://schemas.microsoft.com/office/drawing/2014/main" id="{425EBE00-7B11-4E3E-B4CB-B795C400DB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80" name="Group 1179">
                        <a:extLst>
                          <a:ext uri="{FF2B5EF4-FFF2-40B4-BE49-F238E27FC236}">
                            <a16:creationId xmlns:a16="http://schemas.microsoft.com/office/drawing/2014/main" id="{505A2A20-7641-4F8C-BBD6-1EBC52BADF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81" name="Rectangle 1180">
                          <a:extLst>
                            <a:ext uri="{FF2B5EF4-FFF2-40B4-BE49-F238E27FC236}">
                              <a16:creationId xmlns:a16="http://schemas.microsoft.com/office/drawing/2014/main" id="{8773BB69-FB42-4C9C-9486-43359F04A1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82" name="Rectangle 1181">
                          <a:extLst>
                            <a:ext uri="{FF2B5EF4-FFF2-40B4-BE49-F238E27FC236}">
                              <a16:creationId xmlns:a16="http://schemas.microsoft.com/office/drawing/2014/main" id="{AE57D551-9BA6-439A-ADCC-4FF767E16A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72" name="Group 1171">
                      <a:extLst>
                        <a:ext uri="{FF2B5EF4-FFF2-40B4-BE49-F238E27FC236}">
                          <a16:creationId xmlns:a16="http://schemas.microsoft.com/office/drawing/2014/main" id="{975276D5-897E-44C2-AF68-A797A0E25F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73" name="Group 1172">
                        <a:extLst>
                          <a:ext uri="{FF2B5EF4-FFF2-40B4-BE49-F238E27FC236}">
                            <a16:creationId xmlns:a16="http://schemas.microsoft.com/office/drawing/2014/main" id="{A3BA3CCC-0200-4B5B-AC3C-5E23C209D5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7" name="Rectangle 1176">
                          <a:extLst>
                            <a:ext uri="{FF2B5EF4-FFF2-40B4-BE49-F238E27FC236}">
                              <a16:creationId xmlns:a16="http://schemas.microsoft.com/office/drawing/2014/main" id="{DCA8F0F9-963B-4D7B-AEE1-EBA2C51A231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78" name="Rectangle 1177">
                          <a:extLst>
                            <a:ext uri="{FF2B5EF4-FFF2-40B4-BE49-F238E27FC236}">
                              <a16:creationId xmlns:a16="http://schemas.microsoft.com/office/drawing/2014/main" id="{A7EC86B9-3539-4155-993C-57655291E5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74" name="Group 1173">
                        <a:extLst>
                          <a:ext uri="{FF2B5EF4-FFF2-40B4-BE49-F238E27FC236}">
                            <a16:creationId xmlns:a16="http://schemas.microsoft.com/office/drawing/2014/main" id="{D6C95846-A1D9-44EB-A922-C90C420C4F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75" name="Rectangle 1174">
                          <a:extLst>
                            <a:ext uri="{FF2B5EF4-FFF2-40B4-BE49-F238E27FC236}">
                              <a16:creationId xmlns:a16="http://schemas.microsoft.com/office/drawing/2014/main" id="{1966E340-697C-44B5-AE08-BCA2640D5F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76" name="Rectangle 1175">
                          <a:extLst>
                            <a:ext uri="{FF2B5EF4-FFF2-40B4-BE49-F238E27FC236}">
                              <a16:creationId xmlns:a16="http://schemas.microsoft.com/office/drawing/2014/main" id="{EE4C0627-4302-456D-A480-5A8ED9AA25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56" name="Group 1155">
                    <a:extLst>
                      <a:ext uri="{FF2B5EF4-FFF2-40B4-BE49-F238E27FC236}">
                        <a16:creationId xmlns:a16="http://schemas.microsoft.com/office/drawing/2014/main" id="{D2E7C240-BE91-4EE1-A276-9893006D6CE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57" name="Group 1156">
                      <a:extLst>
                        <a:ext uri="{FF2B5EF4-FFF2-40B4-BE49-F238E27FC236}">
                          <a16:creationId xmlns:a16="http://schemas.microsoft.com/office/drawing/2014/main" id="{90F02665-8DF7-4399-8A7E-0CF35B7B0C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65" name="Group 1164">
                        <a:extLst>
                          <a:ext uri="{FF2B5EF4-FFF2-40B4-BE49-F238E27FC236}">
                            <a16:creationId xmlns:a16="http://schemas.microsoft.com/office/drawing/2014/main" id="{05A53C54-3263-4427-995B-BCB699AB55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9" name="Rectangle 1168">
                          <a:extLst>
                            <a:ext uri="{FF2B5EF4-FFF2-40B4-BE49-F238E27FC236}">
                              <a16:creationId xmlns:a16="http://schemas.microsoft.com/office/drawing/2014/main" id="{2E4DF22E-75D0-4272-83A3-7FEE572997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70" name="Rectangle 1169">
                          <a:extLst>
                            <a:ext uri="{FF2B5EF4-FFF2-40B4-BE49-F238E27FC236}">
                              <a16:creationId xmlns:a16="http://schemas.microsoft.com/office/drawing/2014/main" id="{B5AF9EC6-E043-4269-97E1-0AA89FDCB9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66" name="Group 1165">
                        <a:extLst>
                          <a:ext uri="{FF2B5EF4-FFF2-40B4-BE49-F238E27FC236}">
                            <a16:creationId xmlns:a16="http://schemas.microsoft.com/office/drawing/2014/main" id="{7516A795-5803-4F93-8D9C-9BB4F5AA112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7" name="Rectangle 1166">
                          <a:extLst>
                            <a:ext uri="{FF2B5EF4-FFF2-40B4-BE49-F238E27FC236}">
                              <a16:creationId xmlns:a16="http://schemas.microsoft.com/office/drawing/2014/main" id="{2E3DD603-74C1-4194-87BB-2B0A45071D2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68" name="Rectangle 1167">
                          <a:extLst>
                            <a:ext uri="{FF2B5EF4-FFF2-40B4-BE49-F238E27FC236}">
                              <a16:creationId xmlns:a16="http://schemas.microsoft.com/office/drawing/2014/main" id="{11357F93-C56E-4C15-8683-CAA8590D43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58" name="Group 1157">
                      <a:extLst>
                        <a:ext uri="{FF2B5EF4-FFF2-40B4-BE49-F238E27FC236}">
                          <a16:creationId xmlns:a16="http://schemas.microsoft.com/office/drawing/2014/main" id="{F2EB9779-C123-4CA4-B610-03C30E0D17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59" name="Group 1158">
                        <a:extLst>
                          <a:ext uri="{FF2B5EF4-FFF2-40B4-BE49-F238E27FC236}">
                            <a16:creationId xmlns:a16="http://schemas.microsoft.com/office/drawing/2014/main" id="{CB21B1D4-E5AD-4A52-B768-9BD93F262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3" name="Rectangle 1162">
                          <a:extLst>
                            <a:ext uri="{FF2B5EF4-FFF2-40B4-BE49-F238E27FC236}">
                              <a16:creationId xmlns:a16="http://schemas.microsoft.com/office/drawing/2014/main" id="{AEC1BF5E-8D8A-4633-B1BF-71CBEC1CB9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64" name="Rectangle 1163">
                          <a:extLst>
                            <a:ext uri="{FF2B5EF4-FFF2-40B4-BE49-F238E27FC236}">
                              <a16:creationId xmlns:a16="http://schemas.microsoft.com/office/drawing/2014/main" id="{AA9F9214-8A50-4EF1-90B0-E40FE389A9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160" name="Group 1159">
                        <a:extLst>
                          <a:ext uri="{FF2B5EF4-FFF2-40B4-BE49-F238E27FC236}">
                            <a16:creationId xmlns:a16="http://schemas.microsoft.com/office/drawing/2014/main" id="{EA9446BA-6C3B-44CF-90F5-A9045C67B4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61" name="Rectangle 1160">
                          <a:extLst>
                            <a:ext uri="{FF2B5EF4-FFF2-40B4-BE49-F238E27FC236}">
                              <a16:creationId xmlns:a16="http://schemas.microsoft.com/office/drawing/2014/main" id="{E0F5557B-D45A-4556-B3DA-4DF93DD892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62" name="Rectangle 1161">
                          <a:extLst>
                            <a:ext uri="{FF2B5EF4-FFF2-40B4-BE49-F238E27FC236}">
                              <a16:creationId xmlns:a16="http://schemas.microsoft.com/office/drawing/2014/main" id="{EF364A9D-E2F1-4B54-95FB-B08F70FA03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9FA2230C-808D-48CC-8EE0-4BF48233DFB2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125" name="Group 1124">
                    <a:extLst>
                      <a:ext uri="{FF2B5EF4-FFF2-40B4-BE49-F238E27FC236}">
                        <a16:creationId xmlns:a16="http://schemas.microsoft.com/office/drawing/2014/main" id="{F6FF200F-7A70-4876-AD85-407F26B77548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41" name="Group 1140">
                      <a:extLst>
                        <a:ext uri="{FF2B5EF4-FFF2-40B4-BE49-F238E27FC236}">
                          <a16:creationId xmlns:a16="http://schemas.microsoft.com/office/drawing/2014/main" id="{41445AFF-7350-46BA-AC05-8F04AC7A27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9" name="Group 1148">
                        <a:extLst>
                          <a:ext uri="{FF2B5EF4-FFF2-40B4-BE49-F238E27FC236}">
                            <a16:creationId xmlns:a16="http://schemas.microsoft.com/office/drawing/2014/main" id="{273227CC-D666-493D-9704-9E8BEAADB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3" name="Rectangle 1152">
                          <a:extLst>
                            <a:ext uri="{FF2B5EF4-FFF2-40B4-BE49-F238E27FC236}">
                              <a16:creationId xmlns:a16="http://schemas.microsoft.com/office/drawing/2014/main" id="{3A190D7B-E386-4E67-9A19-B32D830A1F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154" name="Rectangle 1153">
                          <a:extLst>
                            <a:ext uri="{FF2B5EF4-FFF2-40B4-BE49-F238E27FC236}">
                              <a16:creationId xmlns:a16="http://schemas.microsoft.com/office/drawing/2014/main" id="{40433DD0-1967-4A13-B442-545E8809604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150" name="Group 1149">
                        <a:extLst>
                          <a:ext uri="{FF2B5EF4-FFF2-40B4-BE49-F238E27FC236}">
                            <a16:creationId xmlns:a16="http://schemas.microsoft.com/office/drawing/2014/main" id="{BA4FB498-9F2C-4E08-8862-30F11A8109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51" name="Rectangle 1150">
                          <a:extLst>
                            <a:ext uri="{FF2B5EF4-FFF2-40B4-BE49-F238E27FC236}">
                              <a16:creationId xmlns:a16="http://schemas.microsoft.com/office/drawing/2014/main" id="{11C598C7-C378-4284-8994-32BB596795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152" name="Rectangle 1151">
                          <a:extLst>
                            <a:ext uri="{FF2B5EF4-FFF2-40B4-BE49-F238E27FC236}">
                              <a16:creationId xmlns:a16="http://schemas.microsoft.com/office/drawing/2014/main" id="{6BFC1543-6378-4968-9D5E-D037DB3744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42" name="Group 1141">
                      <a:extLst>
                        <a:ext uri="{FF2B5EF4-FFF2-40B4-BE49-F238E27FC236}">
                          <a16:creationId xmlns:a16="http://schemas.microsoft.com/office/drawing/2014/main" id="{EDD2C118-D546-43F1-BFC0-D0D06ED7D0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43" name="Group 1142">
                        <a:extLst>
                          <a:ext uri="{FF2B5EF4-FFF2-40B4-BE49-F238E27FC236}">
                            <a16:creationId xmlns:a16="http://schemas.microsoft.com/office/drawing/2014/main" id="{547E7273-18EB-4F7E-AD4F-E467AC4B18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7" name="Rectangle 1146">
                          <a:extLst>
                            <a:ext uri="{FF2B5EF4-FFF2-40B4-BE49-F238E27FC236}">
                              <a16:creationId xmlns:a16="http://schemas.microsoft.com/office/drawing/2014/main" id="{63CBBFE4-F497-4ABA-ACD7-57189F24606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148" name="Rectangle 1147">
                          <a:extLst>
                            <a:ext uri="{FF2B5EF4-FFF2-40B4-BE49-F238E27FC236}">
                              <a16:creationId xmlns:a16="http://schemas.microsoft.com/office/drawing/2014/main" id="{D28B95C2-E44C-4466-B426-C7E222EA17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144" name="Group 1143">
                        <a:extLst>
                          <a:ext uri="{FF2B5EF4-FFF2-40B4-BE49-F238E27FC236}">
                            <a16:creationId xmlns:a16="http://schemas.microsoft.com/office/drawing/2014/main" id="{5ECAB130-FDE0-4361-AF02-C64DF02B0C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45" name="Rectangle 1144">
                          <a:extLst>
                            <a:ext uri="{FF2B5EF4-FFF2-40B4-BE49-F238E27FC236}">
                              <a16:creationId xmlns:a16="http://schemas.microsoft.com/office/drawing/2014/main" id="{C067CF21-44A9-4837-BF62-071F7DE55FA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146" name="Rectangle 1145">
                          <a:extLst>
                            <a:ext uri="{FF2B5EF4-FFF2-40B4-BE49-F238E27FC236}">
                              <a16:creationId xmlns:a16="http://schemas.microsoft.com/office/drawing/2014/main" id="{00A3A4CA-6D8F-438F-98AE-70C4119E8E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126" name="Group 1125">
                    <a:extLst>
                      <a:ext uri="{FF2B5EF4-FFF2-40B4-BE49-F238E27FC236}">
                        <a16:creationId xmlns:a16="http://schemas.microsoft.com/office/drawing/2014/main" id="{091E3A0F-F161-4604-9885-0422FA63DFC7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27" name="Group 1126">
                      <a:extLst>
                        <a:ext uri="{FF2B5EF4-FFF2-40B4-BE49-F238E27FC236}">
                          <a16:creationId xmlns:a16="http://schemas.microsoft.com/office/drawing/2014/main" id="{083CF19E-0422-4C80-8A1D-759864EF7A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001DB84F-3EA7-4DDA-A6B6-396A1020D0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9" name="Rectangle 1138">
                          <a:extLst>
                            <a:ext uri="{FF2B5EF4-FFF2-40B4-BE49-F238E27FC236}">
                              <a16:creationId xmlns:a16="http://schemas.microsoft.com/office/drawing/2014/main" id="{A7B95CA4-336F-423A-9183-1E637204824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140" name="Rectangle 1139">
                          <a:extLst>
                            <a:ext uri="{FF2B5EF4-FFF2-40B4-BE49-F238E27FC236}">
                              <a16:creationId xmlns:a16="http://schemas.microsoft.com/office/drawing/2014/main" id="{86F85EED-8FFD-4122-8A31-D0ED952AE5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136" name="Group 1135">
                        <a:extLst>
                          <a:ext uri="{FF2B5EF4-FFF2-40B4-BE49-F238E27FC236}">
                            <a16:creationId xmlns:a16="http://schemas.microsoft.com/office/drawing/2014/main" id="{7F96D7B0-2911-4F33-99F0-440E12C23C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7" name="Rectangle 1136">
                          <a:extLst>
                            <a:ext uri="{FF2B5EF4-FFF2-40B4-BE49-F238E27FC236}">
                              <a16:creationId xmlns:a16="http://schemas.microsoft.com/office/drawing/2014/main" id="{03F7298F-CE60-42D1-BA4E-C8E52EB1CD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138" name="Rectangle 1137">
                          <a:extLst>
                            <a:ext uri="{FF2B5EF4-FFF2-40B4-BE49-F238E27FC236}">
                              <a16:creationId xmlns:a16="http://schemas.microsoft.com/office/drawing/2014/main" id="{48E1D253-78FE-4473-9933-4D02790E8F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28" name="Group 1127">
                      <a:extLst>
                        <a:ext uri="{FF2B5EF4-FFF2-40B4-BE49-F238E27FC236}">
                          <a16:creationId xmlns:a16="http://schemas.microsoft.com/office/drawing/2014/main" id="{6DB06937-49B4-489B-AD52-6CCA91B69F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2A5218C2-D6FE-4EB6-B077-BD0FE3EBC9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3" name="Rectangle 1132">
                          <a:extLst>
                            <a:ext uri="{FF2B5EF4-FFF2-40B4-BE49-F238E27FC236}">
                              <a16:creationId xmlns:a16="http://schemas.microsoft.com/office/drawing/2014/main" id="{04162B29-6D1D-42AA-95E2-5D38474F1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134" name="Rectangle 1133">
                          <a:extLst>
                            <a:ext uri="{FF2B5EF4-FFF2-40B4-BE49-F238E27FC236}">
                              <a16:creationId xmlns:a16="http://schemas.microsoft.com/office/drawing/2014/main" id="{5A420E0E-BF07-44FA-A8F9-04869D20DD3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82A2DD2-A70F-4436-B822-9B0090898D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31" name="Rectangle 1130">
                          <a:extLst>
                            <a:ext uri="{FF2B5EF4-FFF2-40B4-BE49-F238E27FC236}">
                              <a16:creationId xmlns:a16="http://schemas.microsoft.com/office/drawing/2014/main" id="{43459FD0-5C35-49C8-B71E-FD2D3CE4F2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132" name="Rectangle 1131">
                          <a:extLst>
                            <a:ext uri="{FF2B5EF4-FFF2-40B4-BE49-F238E27FC236}">
                              <a16:creationId xmlns:a16="http://schemas.microsoft.com/office/drawing/2014/main" id="{6AFB7A9E-C291-4D05-B3E7-1D332A159E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1060" name="Group 1059">
                <a:extLst>
                  <a:ext uri="{FF2B5EF4-FFF2-40B4-BE49-F238E27FC236}">
                    <a16:creationId xmlns:a16="http://schemas.microsoft.com/office/drawing/2014/main" id="{88C3ED5F-CE01-46CF-B2F5-775AB1D318CE}"/>
                  </a:ext>
                </a:extLst>
              </p:cNvPr>
              <p:cNvGrpSpPr/>
              <p:nvPr/>
            </p:nvGrpSpPr>
            <p:grpSpPr>
              <a:xfrm>
                <a:off x="5964261" y="4207314"/>
                <a:ext cx="3657600" cy="184994"/>
                <a:chOff x="2306674" y="4207314"/>
                <a:chExt cx="7315701" cy="184994"/>
              </a:xfrm>
            </p:grpSpPr>
            <p:grpSp>
              <p:nvGrpSpPr>
                <p:cNvPr id="1061" name="Group 1060">
                  <a:extLst>
                    <a:ext uri="{FF2B5EF4-FFF2-40B4-BE49-F238E27FC236}">
                      <a16:creationId xmlns:a16="http://schemas.microsoft.com/office/drawing/2014/main" id="{BD8FA828-691E-4B29-9B30-0158053DA024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93" name="Group 1092">
                    <a:extLst>
                      <a:ext uri="{FF2B5EF4-FFF2-40B4-BE49-F238E27FC236}">
                        <a16:creationId xmlns:a16="http://schemas.microsoft.com/office/drawing/2014/main" id="{99769AA8-4040-4023-8078-AC81B458F204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109" name="Group 1108">
                      <a:extLst>
                        <a:ext uri="{FF2B5EF4-FFF2-40B4-BE49-F238E27FC236}">
                          <a16:creationId xmlns:a16="http://schemas.microsoft.com/office/drawing/2014/main" id="{A7E1DA9D-0C2D-4EAD-901C-6A856CBD89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7" name="Group 1116">
                        <a:extLst>
                          <a:ext uri="{FF2B5EF4-FFF2-40B4-BE49-F238E27FC236}">
                            <a16:creationId xmlns:a16="http://schemas.microsoft.com/office/drawing/2014/main" id="{A3F91CFB-05EB-48DD-9884-6C3F122BBA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21" name="Rectangle 1120">
                          <a:extLst>
                            <a:ext uri="{FF2B5EF4-FFF2-40B4-BE49-F238E27FC236}">
                              <a16:creationId xmlns:a16="http://schemas.microsoft.com/office/drawing/2014/main" id="{FD4C712F-21EA-424A-AEB6-8DEBF2B3A1F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00000</a:t>
                          </a:r>
                        </a:p>
                      </p:txBody>
                    </p:sp>
                    <p:sp>
                      <p:nvSpPr>
                        <p:cNvPr id="1122" name="Rectangle 1121">
                          <a:extLst>
                            <a:ext uri="{FF2B5EF4-FFF2-40B4-BE49-F238E27FC236}">
                              <a16:creationId xmlns:a16="http://schemas.microsoft.com/office/drawing/2014/main" id="{7484B14B-E884-4E19-B67D-FAB25DE638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00001</a:t>
                          </a:r>
                        </a:p>
                      </p:txBody>
                    </p:sp>
                  </p:grpSp>
                  <p:grpSp>
                    <p:nvGrpSpPr>
                      <p:cNvPr id="1118" name="Group 1117">
                        <a:extLst>
                          <a:ext uri="{FF2B5EF4-FFF2-40B4-BE49-F238E27FC236}">
                            <a16:creationId xmlns:a16="http://schemas.microsoft.com/office/drawing/2014/main" id="{5EE0E8F2-F08F-46CC-B995-9AC67754FD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9" name="Rectangle 1118">
                          <a:extLst>
                            <a:ext uri="{FF2B5EF4-FFF2-40B4-BE49-F238E27FC236}">
                              <a16:creationId xmlns:a16="http://schemas.microsoft.com/office/drawing/2014/main" id="{CBE4D10E-E21A-4C65-AC44-3D92E0CBDD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00010</a:t>
                          </a:r>
                        </a:p>
                      </p:txBody>
                    </p:sp>
                    <p:sp>
                      <p:nvSpPr>
                        <p:cNvPr id="1120" name="Rectangle 1119">
                          <a:extLst>
                            <a:ext uri="{FF2B5EF4-FFF2-40B4-BE49-F238E27FC236}">
                              <a16:creationId xmlns:a16="http://schemas.microsoft.com/office/drawing/2014/main" id="{52CF0AF1-635E-4067-A937-3978D65561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110" name="Group 1109">
                      <a:extLst>
                        <a:ext uri="{FF2B5EF4-FFF2-40B4-BE49-F238E27FC236}">
                          <a16:creationId xmlns:a16="http://schemas.microsoft.com/office/drawing/2014/main" id="{35B9E569-AEB3-4F08-A69F-50C8DFCC29E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11" name="Group 1110">
                        <a:extLst>
                          <a:ext uri="{FF2B5EF4-FFF2-40B4-BE49-F238E27FC236}">
                            <a16:creationId xmlns:a16="http://schemas.microsoft.com/office/drawing/2014/main" id="{DFCEEC58-EA20-43A8-A3C4-01048D5959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5" name="Rectangle 1114">
                          <a:extLst>
                            <a:ext uri="{FF2B5EF4-FFF2-40B4-BE49-F238E27FC236}">
                              <a16:creationId xmlns:a16="http://schemas.microsoft.com/office/drawing/2014/main" id="{0D7246B1-3660-4044-A8DA-831C8DB450D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00100</a:t>
                          </a:r>
                        </a:p>
                      </p:txBody>
                    </p:sp>
                    <p:sp>
                      <p:nvSpPr>
                        <p:cNvPr id="1116" name="Rectangle 1115">
                          <a:extLst>
                            <a:ext uri="{FF2B5EF4-FFF2-40B4-BE49-F238E27FC236}">
                              <a16:creationId xmlns:a16="http://schemas.microsoft.com/office/drawing/2014/main" id="{35548D35-EBF0-4CAE-8A0F-C1D836F3B7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00101</a:t>
                          </a:r>
                        </a:p>
                      </p:txBody>
                    </p:sp>
                  </p:grpSp>
                  <p:grpSp>
                    <p:nvGrpSpPr>
                      <p:cNvPr id="1112" name="Group 1111">
                        <a:extLst>
                          <a:ext uri="{FF2B5EF4-FFF2-40B4-BE49-F238E27FC236}">
                            <a16:creationId xmlns:a16="http://schemas.microsoft.com/office/drawing/2014/main" id="{362F2A06-7E22-44E3-BFFA-DF670D09F3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13" name="Rectangle 1112">
                          <a:extLst>
                            <a:ext uri="{FF2B5EF4-FFF2-40B4-BE49-F238E27FC236}">
                              <a16:creationId xmlns:a16="http://schemas.microsoft.com/office/drawing/2014/main" id="{FF186F4D-54BD-44CD-9813-C4CAFBD6029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00110</a:t>
                          </a:r>
                        </a:p>
                      </p:txBody>
                    </p:sp>
                    <p:sp>
                      <p:nvSpPr>
                        <p:cNvPr id="1114" name="Rectangle 1113">
                          <a:extLst>
                            <a:ext uri="{FF2B5EF4-FFF2-40B4-BE49-F238E27FC236}">
                              <a16:creationId xmlns:a16="http://schemas.microsoft.com/office/drawing/2014/main" id="{B6224F0C-3400-4BBE-9E7A-A578B89E89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94" name="Group 1093">
                    <a:extLst>
                      <a:ext uri="{FF2B5EF4-FFF2-40B4-BE49-F238E27FC236}">
                        <a16:creationId xmlns:a16="http://schemas.microsoft.com/office/drawing/2014/main" id="{A83E2642-EB7D-494A-AF62-F41EF72F0C04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95" name="Group 1094">
                      <a:extLst>
                        <a:ext uri="{FF2B5EF4-FFF2-40B4-BE49-F238E27FC236}">
                          <a16:creationId xmlns:a16="http://schemas.microsoft.com/office/drawing/2014/main" id="{0DA29B22-9D86-4C12-BA82-386F3DBAEF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103" name="Group 1102">
                        <a:extLst>
                          <a:ext uri="{FF2B5EF4-FFF2-40B4-BE49-F238E27FC236}">
                            <a16:creationId xmlns:a16="http://schemas.microsoft.com/office/drawing/2014/main" id="{E965C726-6ABC-4937-AF12-287AC5C3B8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7" name="Rectangle 1106">
                          <a:extLst>
                            <a:ext uri="{FF2B5EF4-FFF2-40B4-BE49-F238E27FC236}">
                              <a16:creationId xmlns:a16="http://schemas.microsoft.com/office/drawing/2014/main" id="{AF051E12-C97C-44A2-889D-B60C2E3DFD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01000</a:t>
                          </a:r>
                        </a:p>
                      </p:txBody>
                    </p:sp>
                    <p:sp>
                      <p:nvSpPr>
                        <p:cNvPr id="1108" name="Rectangle 1107">
                          <a:extLst>
                            <a:ext uri="{FF2B5EF4-FFF2-40B4-BE49-F238E27FC236}">
                              <a16:creationId xmlns:a16="http://schemas.microsoft.com/office/drawing/2014/main" id="{116E4B8F-7F0A-4023-89C6-08019C0D0F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01001</a:t>
                          </a:r>
                        </a:p>
                      </p:txBody>
                    </p:sp>
                  </p:grpSp>
                  <p:grpSp>
                    <p:nvGrpSpPr>
                      <p:cNvPr id="1104" name="Group 1103">
                        <a:extLst>
                          <a:ext uri="{FF2B5EF4-FFF2-40B4-BE49-F238E27FC236}">
                            <a16:creationId xmlns:a16="http://schemas.microsoft.com/office/drawing/2014/main" id="{FD7A2453-8414-4C61-BD71-7960D15DB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5" name="Rectangle 1104">
                          <a:extLst>
                            <a:ext uri="{FF2B5EF4-FFF2-40B4-BE49-F238E27FC236}">
                              <a16:creationId xmlns:a16="http://schemas.microsoft.com/office/drawing/2014/main" id="{C53178CD-444D-4610-AA1D-704B071F05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01010</a:t>
                          </a:r>
                        </a:p>
                      </p:txBody>
                    </p:sp>
                    <p:sp>
                      <p:nvSpPr>
                        <p:cNvPr id="1106" name="Rectangle 1105">
                          <a:extLst>
                            <a:ext uri="{FF2B5EF4-FFF2-40B4-BE49-F238E27FC236}">
                              <a16:creationId xmlns:a16="http://schemas.microsoft.com/office/drawing/2014/main" id="{E40F85B7-89AB-4B02-B0CA-E36F4AD596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96" name="Group 1095">
                      <a:extLst>
                        <a:ext uri="{FF2B5EF4-FFF2-40B4-BE49-F238E27FC236}">
                          <a16:creationId xmlns:a16="http://schemas.microsoft.com/office/drawing/2014/main" id="{34867BD1-EBF6-4DDE-B204-36024A6F31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97" name="Group 1096">
                        <a:extLst>
                          <a:ext uri="{FF2B5EF4-FFF2-40B4-BE49-F238E27FC236}">
                            <a16:creationId xmlns:a16="http://schemas.microsoft.com/office/drawing/2014/main" id="{A2817DB7-C405-4A11-A146-0DAA73E5C1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101" name="Rectangle 1100">
                          <a:extLst>
                            <a:ext uri="{FF2B5EF4-FFF2-40B4-BE49-F238E27FC236}">
                              <a16:creationId xmlns:a16="http://schemas.microsoft.com/office/drawing/2014/main" id="{E99D8D62-4552-49BE-B0AF-1695762F3F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01100</a:t>
                          </a:r>
                        </a:p>
                      </p:txBody>
                    </p:sp>
                    <p:sp>
                      <p:nvSpPr>
                        <p:cNvPr id="1102" name="Rectangle 1101">
                          <a:extLst>
                            <a:ext uri="{FF2B5EF4-FFF2-40B4-BE49-F238E27FC236}">
                              <a16:creationId xmlns:a16="http://schemas.microsoft.com/office/drawing/2014/main" id="{F12FD020-AFB2-4F84-8C02-B4741B7C65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01101</a:t>
                          </a:r>
                        </a:p>
                      </p:txBody>
                    </p:sp>
                  </p:grpSp>
                  <p:grpSp>
                    <p:nvGrpSpPr>
                      <p:cNvPr id="1098" name="Group 1097">
                        <a:extLst>
                          <a:ext uri="{FF2B5EF4-FFF2-40B4-BE49-F238E27FC236}">
                            <a16:creationId xmlns:a16="http://schemas.microsoft.com/office/drawing/2014/main" id="{353412D3-CBF8-4C05-BC7B-1C4892A0E9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9" name="Rectangle 1098">
                          <a:extLst>
                            <a:ext uri="{FF2B5EF4-FFF2-40B4-BE49-F238E27FC236}">
                              <a16:creationId xmlns:a16="http://schemas.microsoft.com/office/drawing/2014/main" id="{9A402CB0-E611-4D66-B482-56194F5A2E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01110</a:t>
                          </a:r>
                        </a:p>
                      </p:txBody>
                    </p:sp>
                    <p:sp>
                      <p:nvSpPr>
                        <p:cNvPr id="1100" name="Rectangle 1099">
                          <a:extLst>
                            <a:ext uri="{FF2B5EF4-FFF2-40B4-BE49-F238E27FC236}">
                              <a16:creationId xmlns:a16="http://schemas.microsoft.com/office/drawing/2014/main" id="{9BA80431-D5F5-4480-9704-B0E5390E21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01111</a:t>
                          </a:r>
                        </a:p>
                      </p:txBody>
                    </p:sp>
                  </p:grpSp>
                </p:grpSp>
              </p:grpSp>
            </p:grpSp>
            <p:grpSp>
              <p:nvGrpSpPr>
                <p:cNvPr id="1062" name="Group 1061">
                  <a:extLst>
                    <a:ext uri="{FF2B5EF4-FFF2-40B4-BE49-F238E27FC236}">
                      <a16:creationId xmlns:a16="http://schemas.microsoft.com/office/drawing/2014/main" id="{745D91B9-CAE6-451C-9062-F0A2EB38FC7F}"/>
                    </a:ext>
                  </a:extLst>
                </p:cNvPr>
                <p:cNvGrpSpPr/>
                <p:nvPr/>
              </p:nvGrpSpPr>
              <p:grpSpPr>
                <a:xfrm>
                  <a:off x="5964775" y="4207314"/>
                  <a:ext cx="3657600" cy="184994"/>
                  <a:chOff x="2304448" y="3691013"/>
                  <a:chExt cx="7315200" cy="184994"/>
                </a:xfrm>
              </p:grpSpPr>
              <p:grpSp>
                <p:nvGrpSpPr>
                  <p:cNvPr id="1063" name="Group 1062">
                    <a:extLst>
                      <a:ext uri="{FF2B5EF4-FFF2-40B4-BE49-F238E27FC236}">
                        <a16:creationId xmlns:a16="http://schemas.microsoft.com/office/drawing/2014/main" id="{9AA09291-655C-4E80-B4F5-9095A50C4B8D}"/>
                      </a:ext>
                    </a:extLst>
                  </p:cNvPr>
                  <p:cNvGrpSpPr/>
                  <p:nvPr/>
                </p:nvGrpSpPr>
                <p:grpSpPr>
                  <a:xfrm>
                    <a:off x="23044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79" name="Group 1078">
                      <a:extLst>
                        <a:ext uri="{FF2B5EF4-FFF2-40B4-BE49-F238E27FC236}">
                          <a16:creationId xmlns:a16="http://schemas.microsoft.com/office/drawing/2014/main" id="{6DDF2886-D4CE-4AA2-A84F-8AA473F6A6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7" name="Group 1086">
                        <a:extLst>
                          <a:ext uri="{FF2B5EF4-FFF2-40B4-BE49-F238E27FC236}">
                            <a16:creationId xmlns:a16="http://schemas.microsoft.com/office/drawing/2014/main" id="{AD52E129-F54C-4737-8935-B4FF44B5F9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91" name="Rectangle 1090">
                          <a:extLst>
                            <a:ext uri="{FF2B5EF4-FFF2-40B4-BE49-F238E27FC236}">
                              <a16:creationId xmlns:a16="http://schemas.microsoft.com/office/drawing/2014/main" id="{40CD41F0-16C1-4D97-9D7D-415B13289E2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10000</a:t>
                          </a:r>
                        </a:p>
                      </p:txBody>
                    </p:sp>
                    <p:sp>
                      <p:nvSpPr>
                        <p:cNvPr id="1092" name="Rectangle 1091">
                          <a:extLst>
                            <a:ext uri="{FF2B5EF4-FFF2-40B4-BE49-F238E27FC236}">
                              <a16:creationId xmlns:a16="http://schemas.microsoft.com/office/drawing/2014/main" id="{CF9CA623-117C-4D11-AC63-D7694CF67A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10001</a:t>
                          </a:r>
                        </a:p>
                      </p:txBody>
                    </p:sp>
                  </p:grpSp>
                  <p:grpSp>
                    <p:nvGrpSpPr>
                      <p:cNvPr id="1088" name="Group 1087">
                        <a:extLst>
                          <a:ext uri="{FF2B5EF4-FFF2-40B4-BE49-F238E27FC236}">
                            <a16:creationId xmlns:a16="http://schemas.microsoft.com/office/drawing/2014/main" id="{7D177631-7E16-47D4-9417-FDA696A607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9" name="Rectangle 1088">
                          <a:extLst>
                            <a:ext uri="{FF2B5EF4-FFF2-40B4-BE49-F238E27FC236}">
                              <a16:creationId xmlns:a16="http://schemas.microsoft.com/office/drawing/2014/main" id="{7F1EEF33-5465-44FB-88C8-9CC6A94FF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10010</a:t>
                          </a:r>
                        </a:p>
                      </p:txBody>
                    </p:sp>
                    <p:sp>
                      <p:nvSpPr>
                        <p:cNvPr id="1090" name="Rectangle 1089">
                          <a:extLst>
                            <a:ext uri="{FF2B5EF4-FFF2-40B4-BE49-F238E27FC236}">
                              <a16:creationId xmlns:a16="http://schemas.microsoft.com/office/drawing/2014/main" id="{1660BAA5-A03A-45BC-B996-7C3B82A1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80" name="Group 1079">
                      <a:extLst>
                        <a:ext uri="{FF2B5EF4-FFF2-40B4-BE49-F238E27FC236}">
                          <a16:creationId xmlns:a16="http://schemas.microsoft.com/office/drawing/2014/main" id="{F66AD19D-245F-4591-9E6D-FBD6F89F82D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81" name="Group 1080">
                        <a:extLst>
                          <a:ext uri="{FF2B5EF4-FFF2-40B4-BE49-F238E27FC236}">
                            <a16:creationId xmlns:a16="http://schemas.microsoft.com/office/drawing/2014/main" id="{7216FDDC-2F85-4E62-B307-0005C553B5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5" name="Rectangle 1084">
                          <a:extLst>
                            <a:ext uri="{FF2B5EF4-FFF2-40B4-BE49-F238E27FC236}">
                              <a16:creationId xmlns:a16="http://schemas.microsoft.com/office/drawing/2014/main" id="{0B11DB1B-C1BF-41B5-BE37-253FDEA6B8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10100</a:t>
                          </a:r>
                        </a:p>
                      </p:txBody>
                    </p:sp>
                    <p:sp>
                      <p:nvSpPr>
                        <p:cNvPr id="1086" name="Rectangle 1085">
                          <a:extLst>
                            <a:ext uri="{FF2B5EF4-FFF2-40B4-BE49-F238E27FC236}">
                              <a16:creationId xmlns:a16="http://schemas.microsoft.com/office/drawing/2014/main" id="{7C488D01-9AF3-4DAB-A94F-FBAB649ADD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10101</a:t>
                          </a:r>
                        </a:p>
                      </p:txBody>
                    </p:sp>
                  </p:grpSp>
                  <p:grpSp>
                    <p:nvGrpSpPr>
                      <p:cNvPr id="1082" name="Group 1081">
                        <a:extLst>
                          <a:ext uri="{FF2B5EF4-FFF2-40B4-BE49-F238E27FC236}">
                            <a16:creationId xmlns:a16="http://schemas.microsoft.com/office/drawing/2014/main" id="{BC2DF493-588E-445D-A3B2-D639F7D15A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83" name="Rectangle 1082">
                          <a:extLst>
                            <a:ext uri="{FF2B5EF4-FFF2-40B4-BE49-F238E27FC236}">
                              <a16:creationId xmlns:a16="http://schemas.microsoft.com/office/drawing/2014/main" id="{AFE6A75E-5444-4EF1-A9DB-C02244ACFED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10110</a:t>
                          </a:r>
                        </a:p>
                      </p:txBody>
                    </p:sp>
                    <p:sp>
                      <p:nvSpPr>
                        <p:cNvPr id="1084" name="Rectangle 1083">
                          <a:extLst>
                            <a:ext uri="{FF2B5EF4-FFF2-40B4-BE49-F238E27FC236}">
                              <a16:creationId xmlns:a16="http://schemas.microsoft.com/office/drawing/2014/main" id="{77F342A0-03C5-4DED-898A-F1B6DFF98D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10111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1064" name="Group 1063">
                    <a:extLst>
                      <a:ext uri="{FF2B5EF4-FFF2-40B4-BE49-F238E27FC236}">
                        <a16:creationId xmlns:a16="http://schemas.microsoft.com/office/drawing/2014/main" id="{97523B98-8405-4A9C-BC0E-BA443D88E89B}"/>
                      </a:ext>
                    </a:extLst>
                  </p:cNvPr>
                  <p:cNvGrpSpPr/>
                  <p:nvPr/>
                </p:nvGrpSpPr>
                <p:grpSpPr>
                  <a:xfrm>
                    <a:off x="5962048" y="3691013"/>
                    <a:ext cx="3657600" cy="184994"/>
                    <a:chOff x="2304448" y="3431542"/>
                    <a:chExt cx="7315200" cy="184994"/>
                  </a:xfrm>
                </p:grpSpPr>
                <p:grpSp>
                  <p:nvGrpSpPr>
                    <p:cNvPr id="1065" name="Group 1064">
                      <a:extLst>
                        <a:ext uri="{FF2B5EF4-FFF2-40B4-BE49-F238E27FC236}">
                          <a16:creationId xmlns:a16="http://schemas.microsoft.com/office/drawing/2014/main" id="{1A9E6BF6-6BC2-4249-93E7-5485D3CE88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73" name="Group 1072">
                        <a:extLst>
                          <a:ext uri="{FF2B5EF4-FFF2-40B4-BE49-F238E27FC236}">
                            <a16:creationId xmlns:a16="http://schemas.microsoft.com/office/drawing/2014/main" id="{E44EBE65-A7C2-4DEC-A750-97A9042218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7" name="Rectangle 1076">
                          <a:extLst>
                            <a:ext uri="{FF2B5EF4-FFF2-40B4-BE49-F238E27FC236}">
                              <a16:creationId xmlns:a16="http://schemas.microsoft.com/office/drawing/2014/main" id="{93B95F3A-B7D0-4CAA-A0B5-D358636B7D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11000</a:t>
                          </a:r>
                        </a:p>
                      </p:txBody>
                    </p:sp>
                    <p:sp>
                      <p:nvSpPr>
                        <p:cNvPr id="1078" name="Rectangle 1077">
                          <a:extLst>
                            <a:ext uri="{FF2B5EF4-FFF2-40B4-BE49-F238E27FC236}">
                              <a16:creationId xmlns:a16="http://schemas.microsoft.com/office/drawing/2014/main" id="{5B22D89B-725D-4A6B-AD3C-24A5E3BDD17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11001</a:t>
                          </a:r>
                        </a:p>
                      </p:txBody>
                    </p:sp>
                  </p:grpSp>
                  <p:grpSp>
                    <p:nvGrpSpPr>
                      <p:cNvPr id="1074" name="Group 1073">
                        <a:extLst>
                          <a:ext uri="{FF2B5EF4-FFF2-40B4-BE49-F238E27FC236}">
                            <a16:creationId xmlns:a16="http://schemas.microsoft.com/office/drawing/2014/main" id="{AF71939A-FBF6-4038-A352-ADBEB8E826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5" name="Rectangle 1074">
                          <a:extLst>
                            <a:ext uri="{FF2B5EF4-FFF2-40B4-BE49-F238E27FC236}">
                              <a16:creationId xmlns:a16="http://schemas.microsoft.com/office/drawing/2014/main" id="{D6F76528-588F-4E5C-B388-93AD1F6544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11010</a:t>
                          </a:r>
                        </a:p>
                      </p:txBody>
                    </p:sp>
                    <p:sp>
                      <p:nvSpPr>
                        <p:cNvPr id="1076" name="Rectangle 1075">
                          <a:extLst>
                            <a:ext uri="{FF2B5EF4-FFF2-40B4-BE49-F238E27FC236}">
                              <a16:creationId xmlns:a16="http://schemas.microsoft.com/office/drawing/2014/main" id="{6C8EEC30-E971-4A1D-89AB-D7E1FE140B0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11011</a:t>
                          </a:r>
                        </a:p>
                      </p:txBody>
                    </p:sp>
                  </p:grpSp>
                </p:grpSp>
                <p:grpSp>
                  <p:nvGrpSpPr>
                    <p:cNvPr id="1066" name="Group 1065">
                      <a:extLst>
                        <a:ext uri="{FF2B5EF4-FFF2-40B4-BE49-F238E27FC236}">
                          <a16:creationId xmlns:a16="http://schemas.microsoft.com/office/drawing/2014/main" id="{48F861D6-E494-4696-B072-BFB83F989E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431542"/>
                      <a:ext cx="3657600" cy="184994"/>
                      <a:chOff x="2304448" y="3173834"/>
                      <a:chExt cx="7315602" cy="184994"/>
                    </a:xfrm>
                  </p:grpSpPr>
                  <p:grpSp>
                    <p:nvGrpSpPr>
                      <p:cNvPr id="1067" name="Group 1066">
                        <a:extLst>
                          <a:ext uri="{FF2B5EF4-FFF2-40B4-BE49-F238E27FC236}">
                            <a16:creationId xmlns:a16="http://schemas.microsoft.com/office/drawing/2014/main" id="{4C70EACA-4710-4BB8-8158-BBAE452194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71" name="Rectangle 1070">
                          <a:extLst>
                            <a:ext uri="{FF2B5EF4-FFF2-40B4-BE49-F238E27FC236}">
                              <a16:creationId xmlns:a16="http://schemas.microsoft.com/office/drawing/2014/main" id="{7BEA2134-6DC6-4952-9777-2A2AA07CFDF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11100</a:t>
                          </a:r>
                        </a:p>
                      </p:txBody>
                    </p:sp>
                    <p:sp>
                      <p:nvSpPr>
                        <p:cNvPr id="1072" name="Rectangle 1071">
                          <a:extLst>
                            <a:ext uri="{FF2B5EF4-FFF2-40B4-BE49-F238E27FC236}">
                              <a16:creationId xmlns:a16="http://schemas.microsoft.com/office/drawing/2014/main" id="{AD1A4298-FD08-45A1-909B-27C1B5FCE0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11101</a:t>
                          </a:r>
                        </a:p>
                      </p:txBody>
                    </p:sp>
                  </p:grpSp>
                  <p:grpSp>
                    <p:nvGrpSpPr>
                      <p:cNvPr id="1068" name="Group 1067">
                        <a:extLst>
                          <a:ext uri="{FF2B5EF4-FFF2-40B4-BE49-F238E27FC236}">
                            <a16:creationId xmlns:a16="http://schemas.microsoft.com/office/drawing/2014/main" id="{9473EFB7-B590-4A94-B978-BDD0D6C9AA5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450" y="3173834"/>
                        <a:ext cx="3657600" cy="184994"/>
                        <a:chOff x="2304448" y="2914344"/>
                        <a:chExt cx="7315200" cy="184994"/>
                      </a:xfrm>
                    </p:grpSpPr>
                    <p:sp>
                      <p:nvSpPr>
                        <p:cNvPr id="1069" name="Rectangle 1068">
                          <a:extLst>
                            <a:ext uri="{FF2B5EF4-FFF2-40B4-BE49-F238E27FC236}">
                              <a16:creationId xmlns:a16="http://schemas.microsoft.com/office/drawing/2014/main" id="{79C198C8-E2B8-4063-BDC1-E7AA0A39D9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23044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11110</a:t>
                          </a:r>
                        </a:p>
                      </p:txBody>
                    </p:sp>
                    <p:sp>
                      <p:nvSpPr>
                        <p:cNvPr id="1070" name="Rectangle 1069">
                          <a:extLst>
                            <a:ext uri="{FF2B5EF4-FFF2-40B4-BE49-F238E27FC236}">
                              <a16:creationId xmlns:a16="http://schemas.microsoft.com/office/drawing/2014/main" id="{83440A6B-7316-4533-93D9-741078509B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62048" y="2914344"/>
                          <a:ext cx="3657600" cy="184994"/>
                        </a:xfrm>
                        <a:prstGeom prst="rect">
                          <a:avLst/>
                        </a:prstGeom>
                        <a:solidFill>
                          <a:schemeClr val="bg1">
                            <a:lumMod val="85000"/>
                          </a:schemeClr>
                        </a:solidFill>
                        <a:ln w="635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0" rIns="0" rtlCol="0" anchor="ctr"/>
                        <a:lstStyle/>
                        <a:p>
                          <a:pPr algn="ctr"/>
                          <a:r>
                            <a:rPr lang="en-US" sz="100" dirty="0">
                              <a:solidFill>
                                <a:schemeClr val="tx1"/>
                              </a:solidFill>
                              <a:latin typeface="Segoe Condensed" panose="020B0606040200020203" pitchFamily="34" charset="0"/>
                            </a:rPr>
                            <a:t>11111</a:t>
                          </a:r>
                        </a:p>
                      </p:txBody>
                    </p:sp>
                  </p:grpSp>
                </p:grpSp>
              </p:grpSp>
            </p:grpSp>
          </p:grpSp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6A2A9AE-D39B-4CF2-BA8F-B61FA27CD9E3}"/>
              </a:ext>
            </a:extLst>
          </p:cNvPr>
          <p:cNvSpPr txBox="1"/>
          <p:nvPr/>
        </p:nvSpPr>
        <p:spPr>
          <a:xfrm>
            <a:off x="13153" y="2242437"/>
            <a:ext cx="200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frequency </a:t>
            </a:r>
            <a:r>
              <a:rPr lang="en-US" sz="1400" dirty="0">
                <a:latin typeface="Segoe Condensed" panose="020B0606040200020203" pitchFamily="34" charset="0"/>
              </a:rPr>
              <a:t>= 1 MHz</a:t>
            </a:r>
          </a:p>
          <a:p>
            <a:r>
              <a:rPr lang="en-US" sz="1400" b="1" dirty="0">
                <a:latin typeface="Segoe Condensed" panose="020B0606040200020203" pitchFamily="34" charset="0"/>
              </a:rPr>
              <a:t>PWM duty cycle </a:t>
            </a:r>
            <a:r>
              <a:rPr lang="en-US" sz="1400" dirty="0">
                <a:latin typeface="Segoe Condensed" panose="020B0606040200020203" pitchFamily="34" charset="0"/>
              </a:rPr>
              <a:t> = 50%</a:t>
            </a:r>
            <a:endParaRPr lang="en-US" sz="1400" b="1" dirty="0">
              <a:latin typeface="Segoe Condensed" panose="020B0606040200020203" pitchFamily="34" charset="0"/>
            </a:endParaRP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E0FD2E7D-6278-431D-A898-471804EF274D}"/>
              </a:ext>
            </a:extLst>
          </p:cNvPr>
          <p:cNvSpPr txBox="1"/>
          <p:nvPr/>
        </p:nvSpPr>
        <p:spPr>
          <a:xfrm>
            <a:off x="13153" y="1380264"/>
            <a:ext cx="25130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Clock frequency </a:t>
            </a:r>
            <a:r>
              <a:rPr lang="en-US" sz="1400" dirty="0">
                <a:latin typeface="Segoe Condensed" panose="020B0606040200020203" pitchFamily="34" charset="0"/>
              </a:rPr>
              <a:t>= 40 MHz</a:t>
            </a:r>
          </a:p>
        </p:txBody>
      </p:sp>
      <p:sp>
        <p:nvSpPr>
          <p:cNvPr id="1209" name="TextBox 1208">
            <a:extLst>
              <a:ext uri="{FF2B5EF4-FFF2-40B4-BE49-F238E27FC236}">
                <a16:creationId xmlns:a16="http://schemas.microsoft.com/office/drawing/2014/main" id="{5E4FBA75-F292-45AE-85F3-D4B6A434FC07}"/>
              </a:ext>
            </a:extLst>
          </p:cNvPr>
          <p:cNvSpPr txBox="1"/>
          <p:nvPr/>
        </p:nvSpPr>
        <p:spPr>
          <a:xfrm>
            <a:off x="4735" y="286866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latin typeface="Segoe Condensed" panose="020B0606040200020203" pitchFamily="34" charset="0"/>
              </a:rPr>
              <a:t>= 1 bit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3EB0E860-1C48-4EAD-B0A1-780B57A355D3}"/>
              </a:ext>
            </a:extLst>
          </p:cNvPr>
          <p:cNvSpPr txBox="1"/>
          <p:nvPr/>
        </p:nvSpPr>
        <p:spPr>
          <a:xfrm>
            <a:off x="4735" y="311602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2 bits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C63A5BB5-4A51-4F3C-8AB9-FA4E3EBC1A23}"/>
              </a:ext>
            </a:extLst>
          </p:cNvPr>
          <p:cNvSpPr txBox="1"/>
          <p:nvPr/>
        </p:nvSpPr>
        <p:spPr>
          <a:xfrm>
            <a:off x="4735" y="3385493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3 bits</a:t>
            </a:r>
          </a:p>
        </p:txBody>
      </p:sp>
      <p:sp>
        <p:nvSpPr>
          <p:cNvPr id="1213" name="TextBox 1212">
            <a:extLst>
              <a:ext uri="{FF2B5EF4-FFF2-40B4-BE49-F238E27FC236}">
                <a16:creationId xmlns:a16="http://schemas.microsoft.com/office/drawing/2014/main" id="{F53C2523-E2EE-49EC-89E3-9FB8DF348195}"/>
              </a:ext>
            </a:extLst>
          </p:cNvPr>
          <p:cNvSpPr txBox="1"/>
          <p:nvPr/>
        </p:nvSpPr>
        <p:spPr>
          <a:xfrm>
            <a:off x="4735" y="365424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4 bits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598B6021-28F4-4E69-A9A8-43BB3C31F8C6}"/>
              </a:ext>
            </a:extLst>
          </p:cNvPr>
          <p:cNvSpPr txBox="1"/>
          <p:nvPr/>
        </p:nvSpPr>
        <p:spPr>
          <a:xfrm>
            <a:off x="4735" y="3923708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5 bits</a:t>
            </a:r>
          </a:p>
        </p:txBody>
      </p:sp>
      <p:cxnSp>
        <p:nvCxnSpPr>
          <p:cNvPr id="1215" name="Connector: Elbow 1214">
            <a:extLst>
              <a:ext uri="{FF2B5EF4-FFF2-40B4-BE49-F238E27FC236}">
                <a16:creationId xmlns:a16="http://schemas.microsoft.com/office/drawing/2014/main" id="{C507A0CF-EF02-4802-88D6-513ED79CD8C7}"/>
              </a:ext>
            </a:extLst>
          </p:cNvPr>
          <p:cNvCxnSpPr>
            <a:cxnSpLocks/>
          </p:cNvCxnSpPr>
          <p:nvPr/>
        </p:nvCxnSpPr>
        <p:spPr>
          <a:xfrm flipV="1">
            <a:off x="2007603" y="2222761"/>
            <a:ext cx="7315200" cy="644236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7" name="TextBox 1216">
            <a:extLst>
              <a:ext uri="{FF2B5EF4-FFF2-40B4-BE49-F238E27FC236}">
                <a16:creationId xmlns:a16="http://schemas.microsoft.com/office/drawing/2014/main" id="{30BF6C1B-A398-4986-9B28-BBA6515525A3}"/>
              </a:ext>
            </a:extLst>
          </p:cNvPr>
          <p:cNvSpPr txBox="1"/>
          <p:nvPr/>
        </p:nvSpPr>
        <p:spPr>
          <a:xfrm>
            <a:off x="2483" y="418889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6 bits</a:t>
            </a:r>
          </a:p>
        </p:txBody>
      </p:sp>
      <p:sp>
        <p:nvSpPr>
          <p:cNvPr id="1218" name="TextBox 1217">
            <a:extLst>
              <a:ext uri="{FF2B5EF4-FFF2-40B4-BE49-F238E27FC236}">
                <a16:creationId xmlns:a16="http://schemas.microsoft.com/office/drawing/2014/main" id="{E2BFADB5-1C83-4C9D-AE0E-8F2F273B0C61}"/>
              </a:ext>
            </a:extLst>
          </p:cNvPr>
          <p:cNvSpPr txBox="1"/>
          <p:nvPr/>
        </p:nvSpPr>
        <p:spPr>
          <a:xfrm>
            <a:off x="2483" y="4458359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7 bits</a:t>
            </a:r>
          </a:p>
        </p:txBody>
      </p:sp>
      <p:sp>
        <p:nvSpPr>
          <p:cNvPr id="1219" name="TextBox 1218">
            <a:extLst>
              <a:ext uri="{FF2B5EF4-FFF2-40B4-BE49-F238E27FC236}">
                <a16:creationId xmlns:a16="http://schemas.microsoft.com/office/drawing/2014/main" id="{237EC8E6-6ED0-4903-AB06-B8F2FE614B52}"/>
              </a:ext>
            </a:extLst>
          </p:cNvPr>
          <p:cNvSpPr txBox="1"/>
          <p:nvPr/>
        </p:nvSpPr>
        <p:spPr>
          <a:xfrm>
            <a:off x="2483" y="4727110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8 bits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1705A426-FBFB-4FEE-8030-7200F4CFEEA4}"/>
              </a:ext>
            </a:extLst>
          </p:cNvPr>
          <p:cNvSpPr txBox="1"/>
          <p:nvPr/>
        </p:nvSpPr>
        <p:spPr>
          <a:xfrm>
            <a:off x="2483" y="4996574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9 bits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26D722D-FC73-40BD-AA92-FBB74BD2EEA4}"/>
              </a:ext>
            </a:extLst>
          </p:cNvPr>
          <p:cNvGrpSpPr/>
          <p:nvPr/>
        </p:nvGrpSpPr>
        <p:grpSpPr>
          <a:xfrm>
            <a:off x="2002310" y="4766691"/>
            <a:ext cx="7315200" cy="184994"/>
            <a:chOff x="2304448" y="4766691"/>
            <a:chExt cx="7304970" cy="184994"/>
          </a:xfrm>
        </p:grpSpPr>
        <p:grpSp>
          <p:nvGrpSpPr>
            <p:cNvPr id="1221" name="Group 1220">
              <a:extLst>
                <a:ext uri="{FF2B5EF4-FFF2-40B4-BE49-F238E27FC236}">
                  <a16:creationId xmlns:a16="http://schemas.microsoft.com/office/drawing/2014/main" id="{4639A48A-D84C-40B9-B050-8722114FCEC2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FD33A78D-0E15-429F-A5B6-C76A5CC80DE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350" name="Group 1349">
                  <a:extLst>
                    <a:ext uri="{FF2B5EF4-FFF2-40B4-BE49-F238E27FC236}">
                      <a16:creationId xmlns:a16="http://schemas.microsoft.com/office/drawing/2014/main" id="{55D4E4C1-DED5-40BB-A810-5B00C1E9E799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14" name="Group 1413">
                    <a:extLst>
                      <a:ext uri="{FF2B5EF4-FFF2-40B4-BE49-F238E27FC236}">
                        <a16:creationId xmlns:a16="http://schemas.microsoft.com/office/drawing/2014/main" id="{345E2B69-9C0D-408E-AEC8-26811645739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46" name="Group 1445">
                      <a:extLst>
                        <a:ext uri="{FF2B5EF4-FFF2-40B4-BE49-F238E27FC236}">
                          <a16:creationId xmlns:a16="http://schemas.microsoft.com/office/drawing/2014/main" id="{12DF40F9-D6BE-4804-A71B-97B73C80B7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62" name="Group 1461">
                        <a:extLst>
                          <a:ext uri="{FF2B5EF4-FFF2-40B4-BE49-F238E27FC236}">
                            <a16:creationId xmlns:a16="http://schemas.microsoft.com/office/drawing/2014/main" id="{45FAD244-7FDB-44BD-904A-2F613E16A1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70" name="Group 1469">
                          <a:extLst>
                            <a:ext uri="{FF2B5EF4-FFF2-40B4-BE49-F238E27FC236}">
                              <a16:creationId xmlns:a16="http://schemas.microsoft.com/office/drawing/2014/main" id="{9778A7EF-A881-48FB-9E40-D0B0EAA81B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32B0ABCE-72CD-43D3-9133-6C6FB4D0B3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444A3790-6223-4CDE-8605-58B793B386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71" name="Group 1470">
                          <a:extLst>
                            <a:ext uri="{FF2B5EF4-FFF2-40B4-BE49-F238E27FC236}">
                              <a16:creationId xmlns:a16="http://schemas.microsoft.com/office/drawing/2014/main" id="{53310B96-F48C-4A3C-BF68-BEA384E031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13EF667A-A74A-4EA2-990E-5BB63364E1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393CD6B5-FB08-46BA-AD63-AD72B2E60C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63" name="Group 1462">
                        <a:extLst>
                          <a:ext uri="{FF2B5EF4-FFF2-40B4-BE49-F238E27FC236}">
                            <a16:creationId xmlns:a16="http://schemas.microsoft.com/office/drawing/2014/main" id="{E4D3867E-834C-4AF8-8830-1025A3E9879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64" name="Group 1463">
                          <a:extLst>
                            <a:ext uri="{FF2B5EF4-FFF2-40B4-BE49-F238E27FC236}">
                              <a16:creationId xmlns:a16="http://schemas.microsoft.com/office/drawing/2014/main" id="{A4185617-C516-4CAB-B302-85D5067EB7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B513CC22-65E6-49D4-A975-784AA79484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10959810-253F-4B33-8D0A-4ECB1F6DF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65" name="Group 1464">
                          <a:extLst>
                            <a:ext uri="{FF2B5EF4-FFF2-40B4-BE49-F238E27FC236}">
                              <a16:creationId xmlns:a16="http://schemas.microsoft.com/office/drawing/2014/main" id="{07B6147F-63C5-486C-9B6E-63315E1C79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86B4FFF2-FD1C-4CAC-BF8D-7C90F9A73A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3CB4E56D-1874-4858-97C9-F4223E971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47" name="Group 1446">
                      <a:extLst>
                        <a:ext uri="{FF2B5EF4-FFF2-40B4-BE49-F238E27FC236}">
                          <a16:creationId xmlns:a16="http://schemas.microsoft.com/office/drawing/2014/main" id="{C9B4C361-75FC-4222-B91A-8463C814CDA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48" name="Group 1447">
                        <a:extLst>
                          <a:ext uri="{FF2B5EF4-FFF2-40B4-BE49-F238E27FC236}">
                            <a16:creationId xmlns:a16="http://schemas.microsoft.com/office/drawing/2014/main" id="{92456CAB-9927-4215-8AC7-34EC5BC6FBA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6" name="Group 1455">
                          <a:extLst>
                            <a:ext uri="{FF2B5EF4-FFF2-40B4-BE49-F238E27FC236}">
                              <a16:creationId xmlns:a16="http://schemas.microsoft.com/office/drawing/2014/main" id="{03A10AD7-8ED0-42EA-B455-8472BAD9E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CD2E2952-BF81-458C-BD48-D5688CF784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18FCBAC2-E381-4BA7-B31F-488AFDF62F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7" name="Group 1456">
                          <a:extLst>
                            <a:ext uri="{FF2B5EF4-FFF2-40B4-BE49-F238E27FC236}">
                              <a16:creationId xmlns:a16="http://schemas.microsoft.com/office/drawing/2014/main" id="{CA2C3921-F0C6-4678-A251-217044535B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23B5D3-B9C1-426A-9D4B-81F4F5804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4C827275-1C48-48E8-A23D-752D6C9298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49" name="Group 1448">
                        <a:extLst>
                          <a:ext uri="{FF2B5EF4-FFF2-40B4-BE49-F238E27FC236}">
                            <a16:creationId xmlns:a16="http://schemas.microsoft.com/office/drawing/2014/main" id="{6B081A84-4074-4D73-AF86-9E122E0E82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50" name="Group 1449">
                          <a:extLst>
                            <a:ext uri="{FF2B5EF4-FFF2-40B4-BE49-F238E27FC236}">
                              <a16:creationId xmlns:a16="http://schemas.microsoft.com/office/drawing/2014/main" id="{C411AA9C-7C5D-4B4A-93D8-5E01B4051E2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4" name="Rectangle 1453">
                            <a:extLst>
                              <a:ext uri="{FF2B5EF4-FFF2-40B4-BE49-F238E27FC236}">
                                <a16:creationId xmlns:a16="http://schemas.microsoft.com/office/drawing/2014/main" id="{9C4AB510-602F-47BF-8027-7565F2303A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455" name="Rectangle 1454">
                            <a:extLst>
                              <a:ext uri="{FF2B5EF4-FFF2-40B4-BE49-F238E27FC236}">
                                <a16:creationId xmlns:a16="http://schemas.microsoft.com/office/drawing/2014/main" id="{B91FEE19-287E-44CC-8CC4-1776037AE7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51" name="Group 1450">
                          <a:extLst>
                            <a:ext uri="{FF2B5EF4-FFF2-40B4-BE49-F238E27FC236}">
                              <a16:creationId xmlns:a16="http://schemas.microsoft.com/office/drawing/2014/main" id="{915ABA93-277E-4153-B090-D6A04D1459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82C9C557-8A54-4234-9929-263544B32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88DE88F4-20A3-4435-AB1C-D0C7F02FC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15" name="Group 1414">
                    <a:extLst>
                      <a:ext uri="{FF2B5EF4-FFF2-40B4-BE49-F238E27FC236}">
                        <a16:creationId xmlns:a16="http://schemas.microsoft.com/office/drawing/2014/main" id="{25553F5C-C7DA-4C23-A2FC-1ECA819AF98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16" name="Group 1415">
                      <a:extLst>
                        <a:ext uri="{FF2B5EF4-FFF2-40B4-BE49-F238E27FC236}">
                          <a16:creationId xmlns:a16="http://schemas.microsoft.com/office/drawing/2014/main" id="{E021DD42-1211-4506-A1FA-6A078C17F7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32" name="Group 1431">
                        <a:extLst>
                          <a:ext uri="{FF2B5EF4-FFF2-40B4-BE49-F238E27FC236}">
                            <a16:creationId xmlns:a16="http://schemas.microsoft.com/office/drawing/2014/main" id="{E28E4708-3C6E-4F83-B116-C4365904EB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40" name="Group 1439">
                          <a:extLst>
                            <a:ext uri="{FF2B5EF4-FFF2-40B4-BE49-F238E27FC236}">
                              <a16:creationId xmlns:a16="http://schemas.microsoft.com/office/drawing/2014/main" id="{FDC6A5D1-AB70-4026-8CAD-3B2C6F77D7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66ADDE07-4A49-442F-B48C-F63C490FC3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54637D66-7572-48CE-A569-7483EC32A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41" name="Group 1440">
                          <a:extLst>
                            <a:ext uri="{FF2B5EF4-FFF2-40B4-BE49-F238E27FC236}">
                              <a16:creationId xmlns:a16="http://schemas.microsoft.com/office/drawing/2014/main" id="{46955BBA-3CC4-43EE-9DB7-147CBAC71F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3626827D-85A2-4EFF-9E44-6C8B19E42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4EA95309-1CB3-4E02-B0C0-E6F13449B2F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33" name="Group 1432">
                        <a:extLst>
                          <a:ext uri="{FF2B5EF4-FFF2-40B4-BE49-F238E27FC236}">
                            <a16:creationId xmlns:a16="http://schemas.microsoft.com/office/drawing/2014/main" id="{4C8DC7F5-74A0-491F-ABC9-E5361EE2F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34" name="Group 1433">
                          <a:extLst>
                            <a:ext uri="{FF2B5EF4-FFF2-40B4-BE49-F238E27FC236}">
                              <a16:creationId xmlns:a16="http://schemas.microsoft.com/office/drawing/2014/main" id="{07055E54-559C-4212-8193-0C4E108A06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9DECE48D-0DFB-43FC-B5D3-CFEED88927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ADEE1C05-795D-4A9B-94D9-1E8C4FC939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35" name="Group 1434">
                          <a:extLst>
                            <a:ext uri="{FF2B5EF4-FFF2-40B4-BE49-F238E27FC236}">
                              <a16:creationId xmlns:a16="http://schemas.microsoft.com/office/drawing/2014/main" id="{D294D4DE-F707-4DFA-8249-64F29FE6D0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C4C80BE8-8E73-4183-A2E7-D620C3865A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2B3F078E-8C98-47E4-A1C2-4A4D2535A6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17" name="Group 1416">
                      <a:extLst>
                        <a:ext uri="{FF2B5EF4-FFF2-40B4-BE49-F238E27FC236}">
                          <a16:creationId xmlns:a16="http://schemas.microsoft.com/office/drawing/2014/main" id="{E4DFD487-91CA-4869-A493-0D8CD57529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18" name="Group 1417">
                        <a:extLst>
                          <a:ext uri="{FF2B5EF4-FFF2-40B4-BE49-F238E27FC236}">
                            <a16:creationId xmlns:a16="http://schemas.microsoft.com/office/drawing/2014/main" id="{3933F015-3851-4CC1-BBDF-1C620D1E1A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6" name="Group 1425">
                          <a:extLst>
                            <a:ext uri="{FF2B5EF4-FFF2-40B4-BE49-F238E27FC236}">
                              <a16:creationId xmlns:a16="http://schemas.microsoft.com/office/drawing/2014/main" id="{57072667-F325-4EC3-B23D-8C9AC6D650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30" name="Rectangle 1429">
                            <a:extLst>
                              <a:ext uri="{FF2B5EF4-FFF2-40B4-BE49-F238E27FC236}">
                                <a16:creationId xmlns:a16="http://schemas.microsoft.com/office/drawing/2014/main" id="{29DCD418-9F5C-4826-B2E3-847FBE2B1A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31" name="Rectangle 1430">
                            <a:extLst>
                              <a:ext uri="{FF2B5EF4-FFF2-40B4-BE49-F238E27FC236}">
                                <a16:creationId xmlns:a16="http://schemas.microsoft.com/office/drawing/2014/main" id="{AE5CFE06-51AE-47B3-90DE-ED0D305235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7" name="Group 1426">
                          <a:extLst>
                            <a:ext uri="{FF2B5EF4-FFF2-40B4-BE49-F238E27FC236}">
                              <a16:creationId xmlns:a16="http://schemas.microsoft.com/office/drawing/2014/main" id="{433E9A8A-9062-4946-9813-4E276BD0FB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8" name="Rectangle 1427">
                            <a:extLst>
                              <a:ext uri="{FF2B5EF4-FFF2-40B4-BE49-F238E27FC236}">
                                <a16:creationId xmlns:a16="http://schemas.microsoft.com/office/drawing/2014/main" id="{47A9E2E0-913A-40F9-9AC7-C425BEE305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29" name="Rectangle 1428">
                            <a:extLst>
                              <a:ext uri="{FF2B5EF4-FFF2-40B4-BE49-F238E27FC236}">
                                <a16:creationId xmlns:a16="http://schemas.microsoft.com/office/drawing/2014/main" id="{93FB7158-91CD-46D1-9CFA-56F97C17C8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19" name="Group 1418">
                        <a:extLst>
                          <a:ext uri="{FF2B5EF4-FFF2-40B4-BE49-F238E27FC236}">
                            <a16:creationId xmlns:a16="http://schemas.microsoft.com/office/drawing/2014/main" id="{98929FD7-7F0B-464A-B2EF-3D6FE989F8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20" name="Group 1419">
                          <a:extLst>
                            <a:ext uri="{FF2B5EF4-FFF2-40B4-BE49-F238E27FC236}">
                              <a16:creationId xmlns:a16="http://schemas.microsoft.com/office/drawing/2014/main" id="{42FCA8AF-1579-4304-9496-E54AF327167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4" name="Rectangle 1423">
                            <a:extLst>
                              <a:ext uri="{FF2B5EF4-FFF2-40B4-BE49-F238E27FC236}">
                                <a16:creationId xmlns:a16="http://schemas.microsoft.com/office/drawing/2014/main" id="{26D71D5B-6E49-4257-81A4-D71B93F49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25" name="Rectangle 1424">
                            <a:extLst>
                              <a:ext uri="{FF2B5EF4-FFF2-40B4-BE49-F238E27FC236}">
                                <a16:creationId xmlns:a16="http://schemas.microsoft.com/office/drawing/2014/main" id="{D194EC38-B128-4FAC-A74E-6048FAF71D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21" name="Group 1420">
                          <a:extLst>
                            <a:ext uri="{FF2B5EF4-FFF2-40B4-BE49-F238E27FC236}">
                              <a16:creationId xmlns:a16="http://schemas.microsoft.com/office/drawing/2014/main" id="{577085E5-35AE-4CDB-9FF1-6DFE28E0015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22" name="Rectangle 1421">
                            <a:extLst>
                              <a:ext uri="{FF2B5EF4-FFF2-40B4-BE49-F238E27FC236}">
                                <a16:creationId xmlns:a16="http://schemas.microsoft.com/office/drawing/2014/main" id="{28030E18-BBBB-40A1-8C98-B701F4593A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23" name="Rectangle 1422">
                            <a:extLst>
                              <a:ext uri="{FF2B5EF4-FFF2-40B4-BE49-F238E27FC236}">
                                <a16:creationId xmlns:a16="http://schemas.microsoft.com/office/drawing/2014/main" id="{35E45A77-78AA-4E66-889A-715266478A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351" name="Group 1350">
                  <a:extLst>
                    <a:ext uri="{FF2B5EF4-FFF2-40B4-BE49-F238E27FC236}">
                      <a16:creationId xmlns:a16="http://schemas.microsoft.com/office/drawing/2014/main" id="{E86F42EF-0673-4A1A-8D5D-A66CA2A5FFFD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352" name="Group 1351">
                    <a:extLst>
                      <a:ext uri="{FF2B5EF4-FFF2-40B4-BE49-F238E27FC236}">
                        <a16:creationId xmlns:a16="http://schemas.microsoft.com/office/drawing/2014/main" id="{0950876A-FFC6-4E7B-8021-5E440B4F26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84" name="Group 1383">
                      <a:extLst>
                        <a:ext uri="{FF2B5EF4-FFF2-40B4-BE49-F238E27FC236}">
                          <a16:creationId xmlns:a16="http://schemas.microsoft.com/office/drawing/2014/main" id="{CBD4A20D-B7FD-407F-89E1-026D418028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00" name="Group 1399">
                        <a:extLst>
                          <a:ext uri="{FF2B5EF4-FFF2-40B4-BE49-F238E27FC236}">
                            <a16:creationId xmlns:a16="http://schemas.microsoft.com/office/drawing/2014/main" id="{46B51EAB-4CD3-4809-989B-88D3D6A38E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8" name="Group 1407">
                          <a:extLst>
                            <a:ext uri="{FF2B5EF4-FFF2-40B4-BE49-F238E27FC236}">
                              <a16:creationId xmlns:a16="http://schemas.microsoft.com/office/drawing/2014/main" id="{A119F6A1-4CFC-47F4-B8AE-78DDB90AC0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2" name="Rectangle 1411">
                            <a:extLst>
                              <a:ext uri="{FF2B5EF4-FFF2-40B4-BE49-F238E27FC236}">
                                <a16:creationId xmlns:a16="http://schemas.microsoft.com/office/drawing/2014/main" id="{E797AA4E-8488-45AF-8E3D-887EFA00B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413" name="Rectangle 1412">
                            <a:extLst>
                              <a:ext uri="{FF2B5EF4-FFF2-40B4-BE49-F238E27FC236}">
                                <a16:creationId xmlns:a16="http://schemas.microsoft.com/office/drawing/2014/main" id="{6E01E250-4004-4973-BE3D-8FDDCC7662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9" name="Group 1408">
                          <a:extLst>
                            <a:ext uri="{FF2B5EF4-FFF2-40B4-BE49-F238E27FC236}">
                              <a16:creationId xmlns:a16="http://schemas.microsoft.com/office/drawing/2014/main" id="{F80D89AC-EED5-4795-8071-A423B9AB5BB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10" name="Rectangle 1409">
                            <a:extLst>
                              <a:ext uri="{FF2B5EF4-FFF2-40B4-BE49-F238E27FC236}">
                                <a16:creationId xmlns:a16="http://schemas.microsoft.com/office/drawing/2014/main" id="{EFA90957-67FA-4E74-AF20-E65919DD9D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411" name="Rectangle 1410">
                            <a:extLst>
                              <a:ext uri="{FF2B5EF4-FFF2-40B4-BE49-F238E27FC236}">
                                <a16:creationId xmlns:a16="http://schemas.microsoft.com/office/drawing/2014/main" id="{E6596E01-CC1F-45EC-A413-576285C37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01" name="Group 1400">
                        <a:extLst>
                          <a:ext uri="{FF2B5EF4-FFF2-40B4-BE49-F238E27FC236}">
                            <a16:creationId xmlns:a16="http://schemas.microsoft.com/office/drawing/2014/main" id="{274B5145-45D9-4D0E-BB08-90649529AF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02" name="Group 1401">
                          <a:extLst>
                            <a:ext uri="{FF2B5EF4-FFF2-40B4-BE49-F238E27FC236}">
                              <a16:creationId xmlns:a16="http://schemas.microsoft.com/office/drawing/2014/main" id="{B9B990F9-66C6-4AEC-8B5D-22FACC22E1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6" name="Rectangle 1405">
                            <a:extLst>
                              <a:ext uri="{FF2B5EF4-FFF2-40B4-BE49-F238E27FC236}">
                                <a16:creationId xmlns:a16="http://schemas.microsoft.com/office/drawing/2014/main" id="{F060542A-AFC4-44C7-A926-BB05E6E68A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407" name="Rectangle 1406">
                            <a:extLst>
                              <a:ext uri="{FF2B5EF4-FFF2-40B4-BE49-F238E27FC236}">
                                <a16:creationId xmlns:a16="http://schemas.microsoft.com/office/drawing/2014/main" id="{628E16C6-3068-41E3-841D-FBD3917D4B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03" name="Group 1402">
                          <a:extLst>
                            <a:ext uri="{FF2B5EF4-FFF2-40B4-BE49-F238E27FC236}">
                              <a16:creationId xmlns:a16="http://schemas.microsoft.com/office/drawing/2014/main" id="{07067389-4E2E-4B23-9A58-738A162F3B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04" name="Rectangle 1403">
                            <a:extLst>
                              <a:ext uri="{FF2B5EF4-FFF2-40B4-BE49-F238E27FC236}">
                                <a16:creationId xmlns:a16="http://schemas.microsoft.com/office/drawing/2014/main" id="{3DF58123-CE4B-457E-AFCE-18EE59819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405" name="Rectangle 1404">
                            <a:extLst>
                              <a:ext uri="{FF2B5EF4-FFF2-40B4-BE49-F238E27FC236}">
                                <a16:creationId xmlns:a16="http://schemas.microsoft.com/office/drawing/2014/main" id="{81C245C9-069A-4845-B9BE-9D81666174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85" name="Group 1384">
                      <a:extLst>
                        <a:ext uri="{FF2B5EF4-FFF2-40B4-BE49-F238E27FC236}">
                          <a16:creationId xmlns:a16="http://schemas.microsoft.com/office/drawing/2014/main" id="{563FA1C4-DBC4-4CA0-903F-3DF583F1AB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86" name="Group 1385">
                        <a:extLst>
                          <a:ext uri="{FF2B5EF4-FFF2-40B4-BE49-F238E27FC236}">
                            <a16:creationId xmlns:a16="http://schemas.microsoft.com/office/drawing/2014/main" id="{F43A4EB5-51BE-42B1-B881-D6395D8140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94" name="Group 1393">
                          <a:extLst>
                            <a:ext uri="{FF2B5EF4-FFF2-40B4-BE49-F238E27FC236}">
                              <a16:creationId xmlns:a16="http://schemas.microsoft.com/office/drawing/2014/main" id="{2E85B0C3-2F31-46EF-8E9B-92993986B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8" name="Rectangle 1397">
                            <a:extLst>
                              <a:ext uri="{FF2B5EF4-FFF2-40B4-BE49-F238E27FC236}">
                                <a16:creationId xmlns:a16="http://schemas.microsoft.com/office/drawing/2014/main" id="{7338F255-51F6-4282-9CA1-8F7066D55F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99" name="Rectangle 1398">
                            <a:extLst>
                              <a:ext uri="{FF2B5EF4-FFF2-40B4-BE49-F238E27FC236}">
                                <a16:creationId xmlns:a16="http://schemas.microsoft.com/office/drawing/2014/main" id="{EBA35421-195D-4425-AFBC-E0651D174D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95" name="Group 1394">
                          <a:extLst>
                            <a:ext uri="{FF2B5EF4-FFF2-40B4-BE49-F238E27FC236}">
                              <a16:creationId xmlns:a16="http://schemas.microsoft.com/office/drawing/2014/main" id="{409110DF-57AD-472C-94FA-FAF58FC233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6" name="Rectangle 1395">
                            <a:extLst>
                              <a:ext uri="{FF2B5EF4-FFF2-40B4-BE49-F238E27FC236}">
                                <a16:creationId xmlns:a16="http://schemas.microsoft.com/office/drawing/2014/main" id="{CF1000FC-43A1-4D22-ACB7-56BAD6F45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97" name="Rectangle 1396">
                            <a:extLst>
                              <a:ext uri="{FF2B5EF4-FFF2-40B4-BE49-F238E27FC236}">
                                <a16:creationId xmlns:a16="http://schemas.microsoft.com/office/drawing/2014/main" id="{5B5A85A2-DEAC-4F01-988E-8967821800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87" name="Group 1386">
                        <a:extLst>
                          <a:ext uri="{FF2B5EF4-FFF2-40B4-BE49-F238E27FC236}">
                            <a16:creationId xmlns:a16="http://schemas.microsoft.com/office/drawing/2014/main" id="{A8176D8B-8305-4933-BC69-5F23C9A6E0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88" name="Group 1387">
                          <a:extLst>
                            <a:ext uri="{FF2B5EF4-FFF2-40B4-BE49-F238E27FC236}">
                              <a16:creationId xmlns:a16="http://schemas.microsoft.com/office/drawing/2014/main" id="{B09AA685-5CED-479F-820B-4FE401258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2" name="Rectangle 1391">
                            <a:extLst>
                              <a:ext uri="{FF2B5EF4-FFF2-40B4-BE49-F238E27FC236}">
                                <a16:creationId xmlns:a16="http://schemas.microsoft.com/office/drawing/2014/main" id="{E89B0277-A578-4F3B-B2FA-922457BD48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93" name="Rectangle 1392">
                            <a:extLst>
                              <a:ext uri="{FF2B5EF4-FFF2-40B4-BE49-F238E27FC236}">
                                <a16:creationId xmlns:a16="http://schemas.microsoft.com/office/drawing/2014/main" id="{E6D53F4D-B9B0-46B0-9506-5BDFA433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89" name="Group 1388">
                          <a:extLst>
                            <a:ext uri="{FF2B5EF4-FFF2-40B4-BE49-F238E27FC236}">
                              <a16:creationId xmlns:a16="http://schemas.microsoft.com/office/drawing/2014/main" id="{7B090DCD-3B12-4E9A-90AC-4A9D768A8D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90" name="Rectangle 1389">
                            <a:extLst>
                              <a:ext uri="{FF2B5EF4-FFF2-40B4-BE49-F238E27FC236}">
                                <a16:creationId xmlns:a16="http://schemas.microsoft.com/office/drawing/2014/main" id="{DFFF277F-9CB6-4920-9491-8193552246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91" name="Rectangle 1390">
                            <a:extLst>
                              <a:ext uri="{FF2B5EF4-FFF2-40B4-BE49-F238E27FC236}">
                                <a16:creationId xmlns:a16="http://schemas.microsoft.com/office/drawing/2014/main" id="{95CBDF2B-A22D-4D64-886F-3465C569C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353" name="Group 1352">
                    <a:extLst>
                      <a:ext uri="{FF2B5EF4-FFF2-40B4-BE49-F238E27FC236}">
                        <a16:creationId xmlns:a16="http://schemas.microsoft.com/office/drawing/2014/main" id="{738219D5-D27A-4A50-ACCD-B9FC71641B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54" name="Group 1353">
                      <a:extLst>
                        <a:ext uri="{FF2B5EF4-FFF2-40B4-BE49-F238E27FC236}">
                          <a16:creationId xmlns:a16="http://schemas.microsoft.com/office/drawing/2014/main" id="{47C19B88-3816-48D1-8E07-0C7449059FE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70" name="Group 1369">
                        <a:extLst>
                          <a:ext uri="{FF2B5EF4-FFF2-40B4-BE49-F238E27FC236}">
                            <a16:creationId xmlns:a16="http://schemas.microsoft.com/office/drawing/2014/main" id="{961CF84C-29DC-4EF0-A5D3-5F42450D5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8" name="Group 1377">
                          <a:extLst>
                            <a:ext uri="{FF2B5EF4-FFF2-40B4-BE49-F238E27FC236}">
                              <a16:creationId xmlns:a16="http://schemas.microsoft.com/office/drawing/2014/main" id="{7B4327B4-B4AA-4754-8E41-718A156AC7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2" name="Rectangle 1381">
                            <a:extLst>
                              <a:ext uri="{FF2B5EF4-FFF2-40B4-BE49-F238E27FC236}">
                                <a16:creationId xmlns:a16="http://schemas.microsoft.com/office/drawing/2014/main" id="{D20AC44E-2188-4D58-A935-C91C1C82AB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83" name="Rectangle 1382">
                            <a:extLst>
                              <a:ext uri="{FF2B5EF4-FFF2-40B4-BE49-F238E27FC236}">
                                <a16:creationId xmlns:a16="http://schemas.microsoft.com/office/drawing/2014/main" id="{DCE518AF-5595-4E9B-989B-F94B42AB8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9" name="Group 1378">
                          <a:extLst>
                            <a:ext uri="{FF2B5EF4-FFF2-40B4-BE49-F238E27FC236}">
                              <a16:creationId xmlns:a16="http://schemas.microsoft.com/office/drawing/2014/main" id="{C4AD1B02-33BF-4296-90CB-EA0040DED0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80" name="Rectangle 1379">
                            <a:extLst>
                              <a:ext uri="{FF2B5EF4-FFF2-40B4-BE49-F238E27FC236}">
                                <a16:creationId xmlns:a16="http://schemas.microsoft.com/office/drawing/2014/main" id="{D73540E6-6EAF-41F7-AFB0-4F7DF72F6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81" name="Rectangle 1380">
                            <a:extLst>
                              <a:ext uri="{FF2B5EF4-FFF2-40B4-BE49-F238E27FC236}">
                                <a16:creationId xmlns:a16="http://schemas.microsoft.com/office/drawing/2014/main" id="{2A412B09-054F-4205-B5C8-219516C97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71" name="Group 1370">
                        <a:extLst>
                          <a:ext uri="{FF2B5EF4-FFF2-40B4-BE49-F238E27FC236}">
                            <a16:creationId xmlns:a16="http://schemas.microsoft.com/office/drawing/2014/main" id="{E84FBE87-17EE-4465-A563-8737379C18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72" name="Group 1371">
                          <a:extLst>
                            <a:ext uri="{FF2B5EF4-FFF2-40B4-BE49-F238E27FC236}">
                              <a16:creationId xmlns:a16="http://schemas.microsoft.com/office/drawing/2014/main" id="{D6ED35DD-09F4-457C-9734-6E7FDBEBC9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6" name="Rectangle 1375">
                            <a:extLst>
                              <a:ext uri="{FF2B5EF4-FFF2-40B4-BE49-F238E27FC236}">
                                <a16:creationId xmlns:a16="http://schemas.microsoft.com/office/drawing/2014/main" id="{893A9488-0192-4689-ACB0-6E8A92A3FD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77" name="Rectangle 1376">
                            <a:extLst>
                              <a:ext uri="{FF2B5EF4-FFF2-40B4-BE49-F238E27FC236}">
                                <a16:creationId xmlns:a16="http://schemas.microsoft.com/office/drawing/2014/main" id="{EEA7D69A-74A8-4BDE-9BF1-F9C0F69797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73" name="Group 1372">
                          <a:extLst>
                            <a:ext uri="{FF2B5EF4-FFF2-40B4-BE49-F238E27FC236}">
                              <a16:creationId xmlns:a16="http://schemas.microsoft.com/office/drawing/2014/main" id="{420F37CA-31CD-412B-80D2-5698501DEC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74" name="Rectangle 1373">
                            <a:extLst>
                              <a:ext uri="{FF2B5EF4-FFF2-40B4-BE49-F238E27FC236}">
                                <a16:creationId xmlns:a16="http://schemas.microsoft.com/office/drawing/2014/main" id="{9537BC61-DFC9-4243-AB86-C9BD67EDFC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75" name="Rectangle 1374">
                            <a:extLst>
                              <a:ext uri="{FF2B5EF4-FFF2-40B4-BE49-F238E27FC236}">
                                <a16:creationId xmlns:a16="http://schemas.microsoft.com/office/drawing/2014/main" id="{02EA677D-2983-41CE-8308-BA226D0324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55" name="Group 1354">
                      <a:extLst>
                        <a:ext uri="{FF2B5EF4-FFF2-40B4-BE49-F238E27FC236}">
                          <a16:creationId xmlns:a16="http://schemas.microsoft.com/office/drawing/2014/main" id="{922FEDD6-03DF-4FFF-A9BE-1531CE828C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56" name="Group 1355">
                        <a:extLst>
                          <a:ext uri="{FF2B5EF4-FFF2-40B4-BE49-F238E27FC236}">
                            <a16:creationId xmlns:a16="http://schemas.microsoft.com/office/drawing/2014/main" id="{6C2AA642-6623-4B85-99C5-62356A3C87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64" name="Group 1363">
                          <a:extLst>
                            <a:ext uri="{FF2B5EF4-FFF2-40B4-BE49-F238E27FC236}">
                              <a16:creationId xmlns:a16="http://schemas.microsoft.com/office/drawing/2014/main" id="{27602FE3-C26E-4F4B-9BA8-0668A3914A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8" name="Rectangle 1367">
                            <a:extLst>
                              <a:ext uri="{FF2B5EF4-FFF2-40B4-BE49-F238E27FC236}">
                                <a16:creationId xmlns:a16="http://schemas.microsoft.com/office/drawing/2014/main" id="{592806C9-7C9F-4AA8-9E9C-AD4D0B99B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69" name="Rectangle 1368">
                            <a:extLst>
                              <a:ext uri="{FF2B5EF4-FFF2-40B4-BE49-F238E27FC236}">
                                <a16:creationId xmlns:a16="http://schemas.microsoft.com/office/drawing/2014/main" id="{0CAD6E70-10AE-44DD-ACE8-305F2B364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65" name="Group 1364">
                          <a:extLst>
                            <a:ext uri="{FF2B5EF4-FFF2-40B4-BE49-F238E27FC236}">
                              <a16:creationId xmlns:a16="http://schemas.microsoft.com/office/drawing/2014/main" id="{9AB2331E-9EAD-411F-9DAA-E509108A68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6" name="Rectangle 1365">
                            <a:extLst>
                              <a:ext uri="{FF2B5EF4-FFF2-40B4-BE49-F238E27FC236}">
                                <a16:creationId xmlns:a16="http://schemas.microsoft.com/office/drawing/2014/main" id="{FDB28E37-1A68-4A1D-823E-4BEA800131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67" name="Rectangle 1366">
                            <a:extLst>
                              <a:ext uri="{FF2B5EF4-FFF2-40B4-BE49-F238E27FC236}">
                                <a16:creationId xmlns:a16="http://schemas.microsoft.com/office/drawing/2014/main" id="{A3198858-3118-499F-8B77-F0B2AD24B1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57" name="Group 1356">
                        <a:extLst>
                          <a:ext uri="{FF2B5EF4-FFF2-40B4-BE49-F238E27FC236}">
                            <a16:creationId xmlns:a16="http://schemas.microsoft.com/office/drawing/2014/main" id="{3A2E469B-C927-454F-B9AB-80B707F901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58" name="Group 1357">
                          <a:extLst>
                            <a:ext uri="{FF2B5EF4-FFF2-40B4-BE49-F238E27FC236}">
                              <a16:creationId xmlns:a16="http://schemas.microsoft.com/office/drawing/2014/main" id="{A8C11DA8-1AB7-4EE3-8E83-A1F9EE5AEC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2" name="Rectangle 1361">
                            <a:extLst>
                              <a:ext uri="{FF2B5EF4-FFF2-40B4-BE49-F238E27FC236}">
                                <a16:creationId xmlns:a16="http://schemas.microsoft.com/office/drawing/2014/main" id="{8D0D5EAE-F631-4EBD-94B8-EBAC730D1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363" name="Rectangle 1362">
                            <a:extLst>
                              <a:ext uri="{FF2B5EF4-FFF2-40B4-BE49-F238E27FC236}">
                                <a16:creationId xmlns:a16="http://schemas.microsoft.com/office/drawing/2014/main" id="{32576EE8-BED8-4AA9-9A85-972E092D9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59" name="Group 1358">
                          <a:extLst>
                            <a:ext uri="{FF2B5EF4-FFF2-40B4-BE49-F238E27FC236}">
                              <a16:creationId xmlns:a16="http://schemas.microsoft.com/office/drawing/2014/main" id="{9E1172B6-4C85-43D7-9219-5DCE8DC1ED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60" name="Rectangle 1359">
                            <a:extLst>
                              <a:ext uri="{FF2B5EF4-FFF2-40B4-BE49-F238E27FC236}">
                                <a16:creationId xmlns:a16="http://schemas.microsoft.com/office/drawing/2014/main" id="{875FFDC2-1F8F-45DE-86AA-5087EB593F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361" name="Rectangle 1360">
                            <a:extLst>
                              <a:ext uri="{FF2B5EF4-FFF2-40B4-BE49-F238E27FC236}">
                                <a16:creationId xmlns:a16="http://schemas.microsoft.com/office/drawing/2014/main" id="{A7D61A6B-41D7-49F6-9F2C-10524E6DC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FAB6BB51-5B0E-4DB1-8D46-334D6813CF9A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224" name="Group 1223">
                  <a:extLst>
                    <a:ext uri="{FF2B5EF4-FFF2-40B4-BE49-F238E27FC236}">
                      <a16:creationId xmlns:a16="http://schemas.microsoft.com/office/drawing/2014/main" id="{AD2E9EF6-70BD-4C70-878B-C817A9F7711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88" name="Group 1287">
                    <a:extLst>
                      <a:ext uri="{FF2B5EF4-FFF2-40B4-BE49-F238E27FC236}">
                        <a16:creationId xmlns:a16="http://schemas.microsoft.com/office/drawing/2014/main" id="{2F67B46A-9288-41D6-A47E-6E6EDB69104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320" name="Group 1319">
                      <a:extLst>
                        <a:ext uri="{FF2B5EF4-FFF2-40B4-BE49-F238E27FC236}">
                          <a16:creationId xmlns:a16="http://schemas.microsoft.com/office/drawing/2014/main" id="{66E98835-4780-4969-8895-CCB21CB9FD9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36" name="Group 1335">
                        <a:extLst>
                          <a:ext uri="{FF2B5EF4-FFF2-40B4-BE49-F238E27FC236}">
                            <a16:creationId xmlns:a16="http://schemas.microsoft.com/office/drawing/2014/main" id="{56CDC954-30AD-4CA7-A68D-EE76D5E145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44" name="Group 1343">
                          <a:extLst>
                            <a:ext uri="{FF2B5EF4-FFF2-40B4-BE49-F238E27FC236}">
                              <a16:creationId xmlns:a16="http://schemas.microsoft.com/office/drawing/2014/main" id="{DDB9AA9D-30C5-4ACB-8079-336465FDA2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8" name="Rectangle 1347">
                            <a:extLst>
                              <a:ext uri="{FF2B5EF4-FFF2-40B4-BE49-F238E27FC236}">
                                <a16:creationId xmlns:a16="http://schemas.microsoft.com/office/drawing/2014/main" id="{C454A616-E081-4255-A5B2-A6F4871665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349" name="Rectangle 1348">
                            <a:extLst>
                              <a:ext uri="{FF2B5EF4-FFF2-40B4-BE49-F238E27FC236}">
                                <a16:creationId xmlns:a16="http://schemas.microsoft.com/office/drawing/2014/main" id="{2274C410-3E62-4B57-920C-08FA6DCC3E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45" name="Group 1344">
                          <a:extLst>
                            <a:ext uri="{FF2B5EF4-FFF2-40B4-BE49-F238E27FC236}">
                              <a16:creationId xmlns:a16="http://schemas.microsoft.com/office/drawing/2014/main" id="{408AF3FF-46A5-4F39-B7A6-D1D4F928A7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6" name="Rectangle 1345">
                            <a:extLst>
                              <a:ext uri="{FF2B5EF4-FFF2-40B4-BE49-F238E27FC236}">
                                <a16:creationId xmlns:a16="http://schemas.microsoft.com/office/drawing/2014/main" id="{BD96A7BA-B18E-4CBC-94A9-4E426CB9AD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347" name="Rectangle 1346">
                            <a:extLst>
                              <a:ext uri="{FF2B5EF4-FFF2-40B4-BE49-F238E27FC236}">
                                <a16:creationId xmlns:a16="http://schemas.microsoft.com/office/drawing/2014/main" id="{D3F80361-7DAD-4CF8-AB6F-B4F9A2B6A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37" name="Group 1336">
                        <a:extLst>
                          <a:ext uri="{FF2B5EF4-FFF2-40B4-BE49-F238E27FC236}">
                            <a16:creationId xmlns:a16="http://schemas.microsoft.com/office/drawing/2014/main" id="{0428E1AD-708F-431B-A260-B5A6AEAB76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8" name="Group 1337">
                          <a:extLst>
                            <a:ext uri="{FF2B5EF4-FFF2-40B4-BE49-F238E27FC236}">
                              <a16:creationId xmlns:a16="http://schemas.microsoft.com/office/drawing/2014/main" id="{0792B2ED-158A-4748-9F26-8B9928C158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2" name="Rectangle 1341">
                            <a:extLst>
                              <a:ext uri="{FF2B5EF4-FFF2-40B4-BE49-F238E27FC236}">
                                <a16:creationId xmlns:a16="http://schemas.microsoft.com/office/drawing/2014/main" id="{C2714634-5C5F-45C3-BBEB-D823B3CFAE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343" name="Rectangle 1342">
                            <a:extLst>
                              <a:ext uri="{FF2B5EF4-FFF2-40B4-BE49-F238E27FC236}">
                                <a16:creationId xmlns:a16="http://schemas.microsoft.com/office/drawing/2014/main" id="{EFDD12BE-0F79-4F79-B3AD-DA3A3ABB60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9" name="Group 1338">
                          <a:extLst>
                            <a:ext uri="{FF2B5EF4-FFF2-40B4-BE49-F238E27FC236}">
                              <a16:creationId xmlns:a16="http://schemas.microsoft.com/office/drawing/2014/main" id="{C9E029C8-D717-4EE3-ADB8-E89CE9B3C3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40" name="Rectangle 1339">
                            <a:extLst>
                              <a:ext uri="{FF2B5EF4-FFF2-40B4-BE49-F238E27FC236}">
                                <a16:creationId xmlns:a16="http://schemas.microsoft.com/office/drawing/2014/main" id="{817F3161-EC69-4076-8D64-CE15DDA8B6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341" name="Rectangle 1340">
                            <a:extLst>
                              <a:ext uri="{FF2B5EF4-FFF2-40B4-BE49-F238E27FC236}">
                                <a16:creationId xmlns:a16="http://schemas.microsoft.com/office/drawing/2014/main" id="{7F24EB51-830B-430D-A604-7D7C345289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321" name="Group 1320">
                      <a:extLst>
                        <a:ext uri="{FF2B5EF4-FFF2-40B4-BE49-F238E27FC236}">
                          <a16:creationId xmlns:a16="http://schemas.microsoft.com/office/drawing/2014/main" id="{E864F573-2452-4E24-BC5B-0B9917B8A7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22" name="Group 1321">
                        <a:extLst>
                          <a:ext uri="{FF2B5EF4-FFF2-40B4-BE49-F238E27FC236}">
                            <a16:creationId xmlns:a16="http://schemas.microsoft.com/office/drawing/2014/main" id="{F64B658F-04EB-46B7-A156-3F3A8E60D1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30" name="Group 1329">
                          <a:extLst>
                            <a:ext uri="{FF2B5EF4-FFF2-40B4-BE49-F238E27FC236}">
                              <a16:creationId xmlns:a16="http://schemas.microsoft.com/office/drawing/2014/main" id="{4A7E0C8D-8DC3-49DF-9589-3F633F2D57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A0F0F3E1-F047-4929-BC18-FB014FAE3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8F385792-B24C-4417-8535-91425669FC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31" name="Group 1330">
                          <a:extLst>
                            <a:ext uri="{FF2B5EF4-FFF2-40B4-BE49-F238E27FC236}">
                              <a16:creationId xmlns:a16="http://schemas.microsoft.com/office/drawing/2014/main" id="{20F89902-D8CD-431F-A265-6784A2D386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11813CCD-CD6B-4E10-A25A-3BA150D7EE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333" name="Rectangle 1332">
                            <a:extLst>
                              <a:ext uri="{FF2B5EF4-FFF2-40B4-BE49-F238E27FC236}">
                                <a16:creationId xmlns:a16="http://schemas.microsoft.com/office/drawing/2014/main" id="{ECB5AA61-8361-4E26-AB7F-305841FDF8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23" name="Group 1322">
                        <a:extLst>
                          <a:ext uri="{FF2B5EF4-FFF2-40B4-BE49-F238E27FC236}">
                            <a16:creationId xmlns:a16="http://schemas.microsoft.com/office/drawing/2014/main" id="{DD66B7AC-99C1-48FD-B529-B806079548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24" name="Group 1323">
                          <a:extLst>
                            <a:ext uri="{FF2B5EF4-FFF2-40B4-BE49-F238E27FC236}">
                              <a16:creationId xmlns:a16="http://schemas.microsoft.com/office/drawing/2014/main" id="{764E94CA-1F6A-4E27-B4E1-17B4F1FBD1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B930D914-4F6D-4EB5-B7FA-4848BCCDA3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329" name="Rectangle 1328">
                            <a:extLst>
                              <a:ext uri="{FF2B5EF4-FFF2-40B4-BE49-F238E27FC236}">
                                <a16:creationId xmlns:a16="http://schemas.microsoft.com/office/drawing/2014/main" id="{FD91C7ED-8DE1-459C-8EE2-2DAAA49275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25" name="Group 1324">
                          <a:extLst>
                            <a:ext uri="{FF2B5EF4-FFF2-40B4-BE49-F238E27FC236}">
                              <a16:creationId xmlns:a16="http://schemas.microsoft.com/office/drawing/2014/main" id="{4167CE9F-3DC7-49E8-8249-D6902FE71F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26" name="Rectangle 1325">
                            <a:extLst>
                              <a:ext uri="{FF2B5EF4-FFF2-40B4-BE49-F238E27FC236}">
                                <a16:creationId xmlns:a16="http://schemas.microsoft.com/office/drawing/2014/main" id="{CC74D5C2-B3FF-497D-A2D8-679C239AD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280849CD-EC71-41E4-A6C8-BE70C97DB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89" name="Group 1288">
                    <a:extLst>
                      <a:ext uri="{FF2B5EF4-FFF2-40B4-BE49-F238E27FC236}">
                        <a16:creationId xmlns:a16="http://schemas.microsoft.com/office/drawing/2014/main" id="{8D63EFB7-0989-455D-BA6B-16EEB799B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90" name="Group 1289">
                      <a:extLst>
                        <a:ext uri="{FF2B5EF4-FFF2-40B4-BE49-F238E27FC236}">
                          <a16:creationId xmlns:a16="http://schemas.microsoft.com/office/drawing/2014/main" id="{6F453417-80CA-4874-A4EC-66FDE67397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306" name="Group 1305">
                        <a:extLst>
                          <a:ext uri="{FF2B5EF4-FFF2-40B4-BE49-F238E27FC236}">
                            <a16:creationId xmlns:a16="http://schemas.microsoft.com/office/drawing/2014/main" id="{02551627-6A19-4283-B624-E26341248D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14" name="Group 1313">
                          <a:extLst>
                            <a:ext uri="{FF2B5EF4-FFF2-40B4-BE49-F238E27FC236}">
                              <a16:creationId xmlns:a16="http://schemas.microsoft.com/office/drawing/2014/main" id="{D1171297-D442-4C64-99C3-B196065D3E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99BCC6DC-63DF-494B-A811-8E10CFE47E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9CB503A4-F766-43D6-BF39-B2D2F822CB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15" name="Group 1314">
                          <a:extLst>
                            <a:ext uri="{FF2B5EF4-FFF2-40B4-BE49-F238E27FC236}">
                              <a16:creationId xmlns:a16="http://schemas.microsoft.com/office/drawing/2014/main" id="{15C1A68C-6DF6-49AD-92C2-73625B2B03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2CDBD87E-D5E3-43F8-8C7E-E17845DBD0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5FC16762-6C85-4925-BEAF-B7F7C0789D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307" name="Group 1306">
                        <a:extLst>
                          <a:ext uri="{FF2B5EF4-FFF2-40B4-BE49-F238E27FC236}">
                            <a16:creationId xmlns:a16="http://schemas.microsoft.com/office/drawing/2014/main" id="{CB962C45-6B6E-46C7-A0CA-6052020FB0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8" name="Group 1307">
                          <a:extLst>
                            <a:ext uri="{FF2B5EF4-FFF2-40B4-BE49-F238E27FC236}">
                              <a16:creationId xmlns:a16="http://schemas.microsoft.com/office/drawing/2014/main" id="{303C84D2-748A-45E6-8D5C-31C99A0516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2" name="Rectangle 1311">
                            <a:extLst>
                              <a:ext uri="{FF2B5EF4-FFF2-40B4-BE49-F238E27FC236}">
                                <a16:creationId xmlns:a16="http://schemas.microsoft.com/office/drawing/2014/main" id="{0D1D8FFA-1727-4BD7-AD65-67FD49D067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64AC1CD9-0B31-4254-9D62-F5231228FF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9" name="Group 1308">
                          <a:extLst>
                            <a:ext uri="{FF2B5EF4-FFF2-40B4-BE49-F238E27FC236}">
                              <a16:creationId xmlns:a16="http://schemas.microsoft.com/office/drawing/2014/main" id="{240BC4B0-0CE4-498F-A0B9-7DD05B0FA5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7749C91F-15FF-45D3-8546-18C6950DAE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311" name="Rectangle 1310">
                            <a:extLst>
                              <a:ext uri="{FF2B5EF4-FFF2-40B4-BE49-F238E27FC236}">
                                <a16:creationId xmlns:a16="http://schemas.microsoft.com/office/drawing/2014/main" id="{95A29800-2EB6-4CB3-80F2-368996A66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91" name="Group 1290">
                      <a:extLst>
                        <a:ext uri="{FF2B5EF4-FFF2-40B4-BE49-F238E27FC236}">
                          <a16:creationId xmlns:a16="http://schemas.microsoft.com/office/drawing/2014/main" id="{42E8FC16-87FB-4D7A-AF81-79C86F2E08D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92" name="Group 1291">
                        <a:extLst>
                          <a:ext uri="{FF2B5EF4-FFF2-40B4-BE49-F238E27FC236}">
                            <a16:creationId xmlns:a16="http://schemas.microsoft.com/office/drawing/2014/main" id="{0EDB2E4F-53C9-416C-B607-6E60B52A0A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300" name="Group 1299">
                          <a:extLst>
                            <a:ext uri="{FF2B5EF4-FFF2-40B4-BE49-F238E27FC236}">
                              <a16:creationId xmlns:a16="http://schemas.microsoft.com/office/drawing/2014/main" id="{D867AF25-5161-450E-9D13-D16C93C72B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141684C6-6856-42A6-AFE6-AF39570598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6099CC43-E684-4C64-A85B-1953DC0BC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301" name="Group 1300">
                          <a:extLst>
                            <a:ext uri="{FF2B5EF4-FFF2-40B4-BE49-F238E27FC236}">
                              <a16:creationId xmlns:a16="http://schemas.microsoft.com/office/drawing/2014/main" id="{E12103CE-742C-4224-93DE-01FB08A388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2ECB6DB4-58BA-49CC-8BF7-4422C3EB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030BD116-2DE1-4EB1-A41F-1FE3AD6EA3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93" name="Group 1292">
                        <a:extLst>
                          <a:ext uri="{FF2B5EF4-FFF2-40B4-BE49-F238E27FC236}">
                            <a16:creationId xmlns:a16="http://schemas.microsoft.com/office/drawing/2014/main" id="{16D9F73C-B919-4721-95CA-4D38AB9C48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94" name="Group 1293">
                          <a:extLst>
                            <a:ext uri="{FF2B5EF4-FFF2-40B4-BE49-F238E27FC236}">
                              <a16:creationId xmlns:a16="http://schemas.microsoft.com/office/drawing/2014/main" id="{C11C9A8C-9038-4C18-AF0C-DE24A275E4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8" name="Rectangle 1297">
                            <a:extLst>
                              <a:ext uri="{FF2B5EF4-FFF2-40B4-BE49-F238E27FC236}">
                                <a16:creationId xmlns:a16="http://schemas.microsoft.com/office/drawing/2014/main" id="{A67336AA-BF80-4166-8970-C3CF9B23FA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99" name="Rectangle 1298">
                            <a:extLst>
                              <a:ext uri="{FF2B5EF4-FFF2-40B4-BE49-F238E27FC236}">
                                <a16:creationId xmlns:a16="http://schemas.microsoft.com/office/drawing/2014/main" id="{6169179F-CF27-4433-ABB3-20CA084546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95" name="Group 1294">
                          <a:extLst>
                            <a:ext uri="{FF2B5EF4-FFF2-40B4-BE49-F238E27FC236}">
                              <a16:creationId xmlns:a16="http://schemas.microsoft.com/office/drawing/2014/main" id="{7C507698-D363-4828-8BA2-4FD2E9C160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96" name="Rectangle 1295">
                            <a:extLst>
                              <a:ext uri="{FF2B5EF4-FFF2-40B4-BE49-F238E27FC236}">
                                <a16:creationId xmlns:a16="http://schemas.microsoft.com/office/drawing/2014/main" id="{23F1AE70-7BFA-4247-9086-339393089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97" name="Rectangle 1296">
                            <a:extLst>
                              <a:ext uri="{FF2B5EF4-FFF2-40B4-BE49-F238E27FC236}">
                                <a16:creationId xmlns:a16="http://schemas.microsoft.com/office/drawing/2014/main" id="{D0064C27-59A0-411E-8306-DBB9EC48D6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225" name="Group 1224">
                  <a:extLst>
                    <a:ext uri="{FF2B5EF4-FFF2-40B4-BE49-F238E27FC236}">
                      <a16:creationId xmlns:a16="http://schemas.microsoft.com/office/drawing/2014/main" id="{01A7EFC2-C45D-4B5A-9667-455E43F264AE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226" name="Group 1225">
                    <a:extLst>
                      <a:ext uri="{FF2B5EF4-FFF2-40B4-BE49-F238E27FC236}">
                        <a16:creationId xmlns:a16="http://schemas.microsoft.com/office/drawing/2014/main" id="{E33E457F-CB27-4956-960F-53547416DA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58" name="Group 1257">
                      <a:extLst>
                        <a:ext uri="{FF2B5EF4-FFF2-40B4-BE49-F238E27FC236}">
                          <a16:creationId xmlns:a16="http://schemas.microsoft.com/office/drawing/2014/main" id="{352128D3-81B9-497E-9366-CA3FD30B0B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74" name="Group 1273">
                        <a:extLst>
                          <a:ext uri="{FF2B5EF4-FFF2-40B4-BE49-F238E27FC236}">
                            <a16:creationId xmlns:a16="http://schemas.microsoft.com/office/drawing/2014/main" id="{25E42DAB-9361-47C9-9146-04C64AE505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82" name="Group 1281">
                          <a:extLst>
                            <a:ext uri="{FF2B5EF4-FFF2-40B4-BE49-F238E27FC236}">
                              <a16:creationId xmlns:a16="http://schemas.microsoft.com/office/drawing/2014/main" id="{3230A95F-8FF4-4D77-869F-311D34CD97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6" name="Rectangle 1285">
                            <a:extLst>
                              <a:ext uri="{FF2B5EF4-FFF2-40B4-BE49-F238E27FC236}">
                                <a16:creationId xmlns:a16="http://schemas.microsoft.com/office/drawing/2014/main" id="{1CDEA5BF-28B8-4A7C-9690-0CC694F9E2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287" name="Rectangle 1286">
                            <a:extLst>
                              <a:ext uri="{FF2B5EF4-FFF2-40B4-BE49-F238E27FC236}">
                                <a16:creationId xmlns:a16="http://schemas.microsoft.com/office/drawing/2014/main" id="{278BDE73-A36F-405A-A10E-40825D4128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83" name="Group 1282">
                          <a:extLst>
                            <a:ext uri="{FF2B5EF4-FFF2-40B4-BE49-F238E27FC236}">
                              <a16:creationId xmlns:a16="http://schemas.microsoft.com/office/drawing/2014/main" id="{77F2905C-F7AF-405A-A50B-54F5141B8A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4" name="Rectangle 1283">
                            <a:extLst>
                              <a:ext uri="{FF2B5EF4-FFF2-40B4-BE49-F238E27FC236}">
                                <a16:creationId xmlns:a16="http://schemas.microsoft.com/office/drawing/2014/main" id="{8E422748-5EE2-4F08-921E-78028FC97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285" name="Rectangle 1284">
                            <a:extLst>
                              <a:ext uri="{FF2B5EF4-FFF2-40B4-BE49-F238E27FC236}">
                                <a16:creationId xmlns:a16="http://schemas.microsoft.com/office/drawing/2014/main" id="{99B32DCE-DF0F-449E-8608-7BAD5AC018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75" name="Group 1274">
                        <a:extLst>
                          <a:ext uri="{FF2B5EF4-FFF2-40B4-BE49-F238E27FC236}">
                            <a16:creationId xmlns:a16="http://schemas.microsoft.com/office/drawing/2014/main" id="{2EFD846F-BB88-4050-8088-6E5E278F6F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76" name="Group 1275">
                          <a:extLst>
                            <a:ext uri="{FF2B5EF4-FFF2-40B4-BE49-F238E27FC236}">
                              <a16:creationId xmlns:a16="http://schemas.microsoft.com/office/drawing/2014/main" id="{AAD8847A-C24A-4BFB-9CE2-51C119C662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80" name="Rectangle 1279">
                            <a:extLst>
                              <a:ext uri="{FF2B5EF4-FFF2-40B4-BE49-F238E27FC236}">
                                <a16:creationId xmlns:a16="http://schemas.microsoft.com/office/drawing/2014/main" id="{EA5D1263-4639-404F-8FA0-DBB0C862D8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281" name="Rectangle 1280">
                            <a:extLst>
                              <a:ext uri="{FF2B5EF4-FFF2-40B4-BE49-F238E27FC236}">
                                <a16:creationId xmlns:a16="http://schemas.microsoft.com/office/drawing/2014/main" id="{7D04D98E-5777-4BFD-A879-F91E892A9C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77" name="Group 1276">
                          <a:extLst>
                            <a:ext uri="{FF2B5EF4-FFF2-40B4-BE49-F238E27FC236}">
                              <a16:creationId xmlns:a16="http://schemas.microsoft.com/office/drawing/2014/main" id="{5353FD6C-D560-496D-8159-5297217A23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8" name="Rectangle 1277">
                            <a:extLst>
                              <a:ext uri="{FF2B5EF4-FFF2-40B4-BE49-F238E27FC236}">
                                <a16:creationId xmlns:a16="http://schemas.microsoft.com/office/drawing/2014/main" id="{F9E4FD28-43A7-4F93-A104-9092CDE836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279" name="Rectangle 1278">
                            <a:extLst>
                              <a:ext uri="{FF2B5EF4-FFF2-40B4-BE49-F238E27FC236}">
                                <a16:creationId xmlns:a16="http://schemas.microsoft.com/office/drawing/2014/main" id="{625652C4-C7BA-4E97-8C6B-20A848FF9A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59" name="Group 1258">
                      <a:extLst>
                        <a:ext uri="{FF2B5EF4-FFF2-40B4-BE49-F238E27FC236}">
                          <a16:creationId xmlns:a16="http://schemas.microsoft.com/office/drawing/2014/main" id="{BFEE0AA4-156E-4D9F-AB91-A28718A777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60" name="Group 1259">
                        <a:extLst>
                          <a:ext uri="{FF2B5EF4-FFF2-40B4-BE49-F238E27FC236}">
                            <a16:creationId xmlns:a16="http://schemas.microsoft.com/office/drawing/2014/main" id="{04532C44-9CA8-43DF-AF5C-BBA561494D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8" name="Group 1267">
                          <a:extLst>
                            <a:ext uri="{FF2B5EF4-FFF2-40B4-BE49-F238E27FC236}">
                              <a16:creationId xmlns:a16="http://schemas.microsoft.com/office/drawing/2014/main" id="{44985923-57CC-4D98-B6E0-BF5ACDF0A9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2" name="Rectangle 1271">
                            <a:extLst>
                              <a:ext uri="{FF2B5EF4-FFF2-40B4-BE49-F238E27FC236}">
                                <a16:creationId xmlns:a16="http://schemas.microsoft.com/office/drawing/2014/main" id="{BBC3B2C1-B129-4A1F-891A-79140F43E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273" name="Rectangle 1272">
                            <a:extLst>
                              <a:ext uri="{FF2B5EF4-FFF2-40B4-BE49-F238E27FC236}">
                                <a16:creationId xmlns:a16="http://schemas.microsoft.com/office/drawing/2014/main" id="{9B22520B-63C4-4AE0-8391-3F0AF988B0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9" name="Group 1268">
                          <a:extLst>
                            <a:ext uri="{FF2B5EF4-FFF2-40B4-BE49-F238E27FC236}">
                              <a16:creationId xmlns:a16="http://schemas.microsoft.com/office/drawing/2014/main" id="{E08DF5CD-5CA4-4B41-94BD-8CD55940F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70" name="Rectangle 1269">
                            <a:extLst>
                              <a:ext uri="{FF2B5EF4-FFF2-40B4-BE49-F238E27FC236}">
                                <a16:creationId xmlns:a16="http://schemas.microsoft.com/office/drawing/2014/main" id="{59F69FD1-34E5-445B-80C4-672084B2E2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271" name="Rectangle 1270">
                            <a:extLst>
                              <a:ext uri="{FF2B5EF4-FFF2-40B4-BE49-F238E27FC236}">
                                <a16:creationId xmlns:a16="http://schemas.microsoft.com/office/drawing/2014/main" id="{A3F6DABA-1E58-4EC5-8683-F20D953961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61" name="Group 1260">
                        <a:extLst>
                          <a:ext uri="{FF2B5EF4-FFF2-40B4-BE49-F238E27FC236}">
                            <a16:creationId xmlns:a16="http://schemas.microsoft.com/office/drawing/2014/main" id="{E0162AF1-FDB6-4BDC-8F79-FE2B287785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62" name="Group 1261">
                          <a:extLst>
                            <a:ext uri="{FF2B5EF4-FFF2-40B4-BE49-F238E27FC236}">
                              <a16:creationId xmlns:a16="http://schemas.microsoft.com/office/drawing/2014/main" id="{84D6EC9C-D98B-4DE6-AF38-AB546C0FFB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6" name="Rectangle 1265">
                            <a:extLst>
                              <a:ext uri="{FF2B5EF4-FFF2-40B4-BE49-F238E27FC236}">
                                <a16:creationId xmlns:a16="http://schemas.microsoft.com/office/drawing/2014/main" id="{73FEB393-8DBE-43C5-9D03-4A1B0102B0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267" name="Rectangle 1266">
                            <a:extLst>
                              <a:ext uri="{FF2B5EF4-FFF2-40B4-BE49-F238E27FC236}">
                                <a16:creationId xmlns:a16="http://schemas.microsoft.com/office/drawing/2014/main" id="{2EC4EEC7-BD29-4DE3-9F52-B718B07628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63" name="Group 1262">
                          <a:extLst>
                            <a:ext uri="{FF2B5EF4-FFF2-40B4-BE49-F238E27FC236}">
                              <a16:creationId xmlns:a16="http://schemas.microsoft.com/office/drawing/2014/main" id="{94D3CA91-F976-4949-8F4D-67D3A8DCBC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64" name="Rectangle 1263">
                            <a:extLst>
                              <a:ext uri="{FF2B5EF4-FFF2-40B4-BE49-F238E27FC236}">
                                <a16:creationId xmlns:a16="http://schemas.microsoft.com/office/drawing/2014/main" id="{273C6C1C-9138-4EE1-B9F5-010C2355FA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265" name="Rectangle 1264">
                            <a:extLst>
                              <a:ext uri="{FF2B5EF4-FFF2-40B4-BE49-F238E27FC236}">
                                <a16:creationId xmlns:a16="http://schemas.microsoft.com/office/drawing/2014/main" id="{4E7E05ED-EAEC-480F-98E5-9A91FB71E1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227" name="Group 1226">
                    <a:extLst>
                      <a:ext uri="{FF2B5EF4-FFF2-40B4-BE49-F238E27FC236}">
                        <a16:creationId xmlns:a16="http://schemas.microsoft.com/office/drawing/2014/main" id="{450E629E-EE75-4FB6-AB97-82B09FF60B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228" name="Group 1227">
                      <a:extLst>
                        <a:ext uri="{FF2B5EF4-FFF2-40B4-BE49-F238E27FC236}">
                          <a16:creationId xmlns:a16="http://schemas.microsoft.com/office/drawing/2014/main" id="{40C76E1B-ADF8-4728-9E6F-791711979F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44" name="Group 1243">
                        <a:extLst>
                          <a:ext uri="{FF2B5EF4-FFF2-40B4-BE49-F238E27FC236}">
                            <a16:creationId xmlns:a16="http://schemas.microsoft.com/office/drawing/2014/main" id="{E6E5FF8A-2913-43E1-A7DA-2EB2C5DDCE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52" name="Group 1251">
                          <a:extLst>
                            <a:ext uri="{FF2B5EF4-FFF2-40B4-BE49-F238E27FC236}">
                              <a16:creationId xmlns:a16="http://schemas.microsoft.com/office/drawing/2014/main" id="{F3ABDEFC-8994-4C40-AFFE-443CA617F7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6" name="Rectangle 1255">
                            <a:extLst>
                              <a:ext uri="{FF2B5EF4-FFF2-40B4-BE49-F238E27FC236}">
                                <a16:creationId xmlns:a16="http://schemas.microsoft.com/office/drawing/2014/main" id="{D1A73603-6203-49BE-AC30-964B39F96E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257" name="Rectangle 1256">
                            <a:extLst>
                              <a:ext uri="{FF2B5EF4-FFF2-40B4-BE49-F238E27FC236}">
                                <a16:creationId xmlns:a16="http://schemas.microsoft.com/office/drawing/2014/main" id="{05EFF409-1179-4877-BE93-E0C3ACEE0F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53" name="Group 1252">
                          <a:extLst>
                            <a:ext uri="{FF2B5EF4-FFF2-40B4-BE49-F238E27FC236}">
                              <a16:creationId xmlns:a16="http://schemas.microsoft.com/office/drawing/2014/main" id="{2CA81ED8-EFB4-4A32-A28B-3B74BBC2C5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4" name="Rectangle 1253">
                            <a:extLst>
                              <a:ext uri="{FF2B5EF4-FFF2-40B4-BE49-F238E27FC236}">
                                <a16:creationId xmlns:a16="http://schemas.microsoft.com/office/drawing/2014/main" id="{844CBBAD-A127-4C62-859A-AB8A0BD561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255" name="Rectangle 1254">
                            <a:extLst>
                              <a:ext uri="{FF2B5EF4-FFF2-40B4-BE49-F238E27FC236}">
                                <a16:creationId xmlns:a16="http://schemas.microsoft.com/office/drawing/2014/main" id="{79CD29DA-E917-4AF3-8599-4F1C3CFA2E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45" name="Group 1244">
                        <a:extLst>
                          <a:ext uri="{FF2B5EF4-FFF2-40B4-BE49-F238E27FC236}">
                            <a16:creationId xmlns:a16="http://schemas.microsoft.com/office/drawing/2014/main" id="{81C4216A-568A-4F29-BE13-9597876C99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46" name="Group 1245">
                          <a:extLst>
                            <a:ext uri="{FF2B5EF4-FFF2-40B4-BE49-F238E27FC236}">
                              <a16:creationId xmlns:a16="http://schemas.microsoft.com/office/drawing/2014/main" id="{C36BA25F-4FCB-4014-B4B8-B9A3B4C8C8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50" name="Rectangle 1249">
                            <a:extLst>
                              <a:ext uri="{FF2B5EF4-FFF2-40B4-BE49-F238E27FC236}">
                                <a16:creationId xmlns:a16="http://schemas.microsoft.com/office/drawing/2014/main" id="{474E7D22-A983-43E4-BE97-61B85D9D5E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251" name="Rectangle 1250">
                            <a:extLst>
                              <a:ext uri="{FF2B5EF4-FFF2-40B4-BE49-F238E27FC236}">
                                <a16:creationId xmlns:a16="http://schemas.microsoft.com/office/drawing/2014/main" id="{67072D29-CB7A-4A02-B902-A4133CB7D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47" name="Group 1246">
                          <a:extLst>
                            <a:ext uri="{FF2B5EF4-FFF2-40B4-BE49-F238E27FC236}">
                              <a16:creationId xmlns:a16="http://schemas.microsoft.com/office/drawing/2014/main" id="{C10A7625-ECB9-4B3E-9803-ECC38178C6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8" name="Rectangle 1247">
                            <a:extLst>
                              <a:ext uri="{FF2B5EF4-FFF2-40B4-BE49-F238E27FC236}">
                                <a16:creationId xmlns:a16="http://schemas.microsoft.com/office/drawing/2014/main" id="{FC0046FB-C11E-4A89-9F9B-E445664C8D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249" name="Rectangle 1248">
                            <a:extLst>
                              <a:ext uri="{FF2B5EF4-FFF2-40B4-BE49-F238E27FC236}">
                                <a16:creationId xmlns:a16="http://schemas.microsoft.com/office/drawing/2014/main" id="{B08C32C4-4989-4CA7-9027-8B14CC7DAB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229" name="Group 1228">
                      <a:extLst>
                        <a:ext uri="{FF2B5EF4-FFF2-40B4-BE49-F238E27FC236}">
                          <a16:creationId xmlns:a16="http://schemas.microsoft.com/office/drawing/2014/main" id="{6145FAAE-EE50-41F2-B321-43A6F0DD2C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230" name="Group 1229">
                        <a:extLst>
                          <a:ext uri="{FF2B5EF4-FFF2-40B4-BE49-F238E27FC236}">
                            <a16:creationId xmlns:a16="http://schemas.microsoft.com/office/drawing/2014/main" id="{D6D0BE90-F446-41B1-B91A-6D78B2A74B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8" name="Group 1237">
                          <a:extLst>
                            <a:ext uri="{FF2B5EF4-FFF2-40B4-BE49-F238E27FC236}">
                              <a16:creationId xmlns:a16="http://schemas.microsoft.com/office/drawing/2014/main" id="{DD6C292A-E042-4F6A-AF7D-FD0D5D655C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2" name="Rectangle 1241">
                            <a:extLst>
                              <a:ext uri="{FF2B5EF4-FFF2-40B4-BE49-F238E27FC236}">
                                <a16:creationId xmlns:a16="http://schemas.microsoft.com/office/drawing/2014/main" id="{3E5E8C96-79F9-4C5E-AA7E-C92FD5AA34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243" name="Rectangle 1242">
                            <a:extLst>
                              <a:ext uri="{FF2B5EF4-FFF2-40B4-BE49-F238E27FC236}">
                                <a16:creationId xmlns:a16="http://schemas.microsoft.com/office/drawing/2014/main" id="{253776C5-914D-42F9-A5FC-A31E73FF55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9" name="Group 1238">
                          <a:extLst>
                            <a:ext uri="{FF2B5EF4-FFF2-40B4-BE49-F238E27FC236}">
                              <a16:creationId xmlns:a16="http://schemas.microsoft.com/office/drawing/2014/main" id="{784111D8-B43B-4D0C-AAAC-1F7F39FBDA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40" name="Rectangle 1239">
                            <a:extLst>
                              <a:ext uri="{FF2B5EF4-FFF2-40B4-BE49-F238E27FC236}">
                                <a16:creationId xmlns:a16="http://schemas.microsoft.com/office/drawing/2014/main" id="{7CBABB85-9B9E-492D-87A9-82ED6032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241" name="Rectangle 1240">
                            <a:extLst>
                              <a:ext uri="{FF2B5EF4-FFF2-40B4-BE49-F238E27FC236}">
                                <a16:creationId xmlns:a16="http://schemas.microsoft.com/office/drawing/2014/main" id="{E994E4EB-05E8-47A5-8027-1A3DB7E244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231" name="Group 1230">
                        <a:extLst>
                          <a:ext uri="{FF2B5EF4-FFF2-40B4-BE49-F238E27FC236}">
                            <a16:creationId xmlns:a16="http://schemas.microsoft.com/office/drawing/2014/main" id="{8D003D88-4F98-4577-9555-81C154B9B4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232" name="Group 1231">
                          <a:extLst>
                            <a:ext uri="{FF2B5EF4-FFF2-40B4-BE49-F238E27FC236}">
                              <a16:creationId xmlns:a16="http://schemas.microsoft.com/office/drawing/2014/main" id="{A057C7D6-151B-42ED-A9F8-553B05E1C5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6" name="Rectangle 1235">
                            <a:extLst>
                              <a:ext uri="{FF2B5EF4-FFF2-40B4-BE49-F238E27FC236}">
                                <a16:creationId xmlns:a16="http://schemas.microsoft.com/office/drawing/2014/main" id="{C9EABD60-2983-476C-B0F0-EAD0E9BE5E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237" name="Rectangle 1236">
                            <a:extLst>
                              <a:ext uri="{FF2B5EF4-FFF2-40B4-BE49-F238E27FC236}">
                                <a16:creationId xmlns:a16="http://schemas.microsoft.com/office/drawing/2014/main" id="{16034DA1-FC06-493D-A2EA-26C926D874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233" name="Group 1232">
                          <a:extLst>
                            <a:ext uri="{FF2B5EF4-FFF2-40B4-BE49-F238E27FC236}">
                              <a16:creationId xmlns:a16="http://schemas.microsoft.com/office/drawing/2014/main" id="{98EC6929-54A9-4F52-80A3-52D498584E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234" name="Rectangle 1233">
                            <a:extLst>
                              <a:ext uri="{FF2B5EF4-FFF2-40B4-BE49-F238E27FC236}">
                                <a16:creationId xmlns:a16="http://schemas.microsoft.com/office/drawing/2014/main" id="{324B9825-17F5-4D80-BEED-A88EA0E5C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235" name="Rectangle 1234">
                            <a:extLst>
                              <a:ext uri="{FF2B5EF4-FFF2-40B4-BE49-F238E27FC236}">
                                <a16:creationId xmlns:a16="http://schemas.microsoft.com/office/drawing/2014/main" id="{092152CD-6775-44C1-974F-801F0BD1A0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476" name="Group 1475">
              <a:extLst>
                <a:ext uri="{FF2B5EF4-FFF2-40B4-BE49-F238E27FC236}">
                  <a16:creationId xmlns:a16="http://schemas.microsoft.com/office/drawing/2014/main" id="{20F2CB2C-F383-4154-A994-2AF92847880D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477" name="Group 1476">
                <a:extLst>
                  <a:ext uri="{FF2B5EF4-FFF2-40B4-BE49-F238E27FC236}">
                    <a16:creationId xmlns:a16="http://schemas.microsoft.com/office/drawing/2014/main" id="{2DF699A4-A37D-4337-A79E-F869FA2A512B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605" name="Group 1604">
                  <a:extLst>
                    <a:ext uri="{FF2B5EF4-FFF2-40B4-BE49-F238E27FC236}">
                      <a16:creationId xmlns:a16="http://schemas.microsoft.com/office/drawing/2014/main" id="{EE3EB1EA-7AFF-42EB-8A8A-9BDD32091E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69" name="Group 1668">
                    <a:extLst>
                      <a:ext uri="{FF2B5EF4-FFF2-40B4-BE49-F238E27FC236}">
                        <a16:creationId xmlns:a16="http://schemas.microsoft.com/office/drawing/2014/main" id="{32F71840-CEDA-491A-93BD-6E2C9F6BE72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01" name="Group 1700">
                      <a:extLst>
                        <a:ext uri="{FF2B5EF4-FFF2-40B4-BE49-F238E27FC236}">
                          <a16:creationId xmlns:a16="http://schemas.microsoft.com/office/drawing/2014/main" id="{898CA739-FFF0-4D99-B58C-DF5DD6D02B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17" name="Group 1716">
                        <a:extLst>
                          <a:ext uri="{FF2B5EF4-FFF2-40B4-BE49-F238E27FC236}">
                            <a16:creationId xmlns:a16="http://schemas.microsoft.com/office/drawing/2014/main" id="{20C9FC7C-706E-4C47-85EE-F934D9816A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25" name="Group 1724">
                          <a:extLst>
                            <a:ext uri="{FF2B5EF4-FFF2-40B4-BE49-F238E27FC236}">
                              <a16:creationId xmlns:a16="http://schemas.microsoft.com/office/drawing/2014/main" id="{2AE97BD9-F4CB-4CB5-A90C-5E7F186B7C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9" name="Rectangle 1728">
                            <a:extLst>
                              <a:ext uri="{FF2B5EF4-FFF2-40B4-BE49-F238E27FC236}">
                                <a16:creationId xmlns:a16="http://schemas.microsoft.com/office/drawing/2014/main" id="{CB5AC472-8B97-45EE-8B79-34B76B6ED5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30" name="Rectangle 1729">
                            <a:extLst>
                              <a:ext uri="{FF2B5EF4-FFF2-40B4-BE49-F238E27FC236}">
                                <a16:creationId xmlns:a16="http://schemas.microsoft.com/office/drawing/2014/main" id="{B7C38BB3-1F73-4C6A-864A-10FDE02B9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6" name="Group 1725">
                          <a:extLst>
                            <a:ext uri="{FF2B5EF4-FFF2-40B4-BE49-F238E27FC236}">
                              <a16:creationId xmlns:a16="http://schemas.microsoft.com/office/drawing/2014/main" id="{80BB2BD4-F149-442D-A5AF-9AC6CDA3207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7" name="Rectangle 1726">
                            <a:extLst>
                              <a:ext uri="{FF2B5EF4-FFF2-40B4-BE49-F238E27FC236}">
                                <a16:creationId xmlns:a16="http://schemas.microsoft.com/office/drawing/2014/main" id="{524A9B6A-9A03-4BE4-8E93-C9B403378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28" name="Rectangle 1727">
                            <a:extLst>
                              <a:ext uri="{FF2B5EF4-FFF2-40B4-BE49-F238E27FC236}">
                                <a16:creationId xmlns:a16="http://schemas.microsoft.com/office/drawing/2014/main" id="{05C292BB-E0DB-451D-807A-D8D64AD38E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18" name="Group 1717">
                        <a:extLst>
                          <a:ext uri="{FF2B5EF4-FFF2-40B4-BE49-F238E27FC236}">
                            <a16:creationId xmlns:a16="http://schemas.microsoft.com/office/drawing/2014/main" id="{FB0A5137-2C48-4ADF-A708-4B7E408FBA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9" name="Group 1718">
                          <a:extLst>
                            <a:ext uri="{FF2B5EF4-FFF2-40B4-BE49-F238E27FC236}">
                              <a16:creationId xmlns:a16="http://schemas.microsoft.com/office/drawing/2014/main" id="{FFAFA76F-45D7-4E93-8E73-1CDECDD46B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3" name="Rectangle 1722">
                            <a:extLst>
                              <a:ext uri="{FF2B5EF4-FFF2-40B4-BE49-F238E27FC236}">
                                <a16:creationId xmlns:a16="http://schemas.microsoft.com/office/drawing/2014/main" id="{F156A3F9-8178-46DF-8618-8598C21F1F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24" name="Rectangle 1723">
                            <a:extLst>
                              <a:ext uri="{FF2B5EF4-FFF2-40B4-BE49-F238E27FC236}">
                                <a16:creationId xmlns:a16="http://schemas.microsoft.com/office/drawing/2014/main" id="{250915B3-4B52-407E-843B-9030405E4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20" name="Group 1719">
                          <a:extLst>
                            <a:ext uri="{FF2B5EF4-FFF2-40B4-BE49-F238E27FC236}">
                              <a16:creationId xmlns:a16="http://schemas.microsoft.com/office/drawing/2014/main" id="{61BF846A-E966-4CC3-8F3E-CCFA3BFCC9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21" name="Rectangle 1720">
                            <a:extLst>
                              <a:ext uri="{FF2B5EF4-FFF2-40B4-BE49-F238E27FC236}">
                                <a16:creationId xmlns:a16="http://schemas.microsoft.com/office/drawing/2014/main" id="{C320B861-B9B6-4FDC-AFDB-EA76A4B321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22" name="Rectangle 1721">
                            <a:extLst>
                              <a:ext uri="{FF2B5EF4-FFF2-40B4-BE49-F238E27FC236}">
                                <a16:creationId xmlns:a16="http://schemas.microsoft.com/office/drawing/2014/main" id="{EB75F0BA-F2A4-4C58-BCD9-2539A875BC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02" name="Group 1701">
                      <a:extLst>
                        <a:ext uri="{FF2B5EF4-FFF2-40B4-BE49-F238E27FC236}">
                          <a16:creationId xmlns:a16="http://schemas.microsoft.com/office/drawing/2014/main" id="{C7ACF8FD-98F7-497F-BD03-6357A2BE4B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03" name="Group 1702">
                        <a:extLst>
                          <a:ext uri="{FF2B5EF4-FFF2-40B4-BE49-F238E27FC236}">
                            <a16:creationId xmlns:a16="http://schemas.microsoft.com/office/drawing/2014/main" id="{A83E77E2-D9A4-40C1-BBC8-7D9819C6D0F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11" name="Group 1710">
                          <a:extLst>
                            <a:ext uri="{FF2B5EF4-FFF2-40B4-BE49-F238E27FC236}">
                              <a16:creationId xmlns:a16="http://schemas.microsoft.com/office/drawing/2014/main" id="{0538BA57-9FC6-4F02-80E3-1A2E8D27F0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5" name="Rectangle 1714">
                            <a:extLst>
                              <a:ext uri="{FF2B5EF4-FFF2-40B4-BE49-F238E27FC236}">
                                <a16:creationId xmlns:a16="http://schemas.microsoft.com/office/drawing/2014/main" id="{1AD3ADED-79BE-4AA2-9E32-352BC4866D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16" name="Rectangle 1715">
                            <a:extLst>
                              <a:ext uri="{FF2B5EF4-FFF2-40B4-BE49-F238E27FC236}">
                                <a16:creationId xmlns:a16="http://schemas.microsoft.com/office/drawing/2014/main" id="{2E27AD0A-8A1B-4913-A4F0-7B25B61A06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12" name="Group 1711">
                          <a:extLst>
                            <a:ext uri="{FF2B5EF4-FFF2-40B4-BE49-F238E27FC236}">
                              <a16:creationId xmlns:a16="http://schemas.microsoft.com/office/drawing/2014/main" id="{B576FECD-9739-4695-955E-EDACF5BD55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13" name="Rectangle 1712">
                            <a:extLst>
                              <a:ext uri="{FF2B5EF4-FFF2-40B4-BE49-F238E27FC236}">
                                <a16:creationId xmlns:a16="http://schemas.microsoft.com/office/drawing/2014/main" id="{C8E982E1-6172-4C07-8A3B-03B3B8D221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14" name="Rectangle 1713">
                            <a:extLst>
                              <a:ext uri="{FF2B5EF4-FFF2-40B4-BE49-F238E27FC236}">
                                <a16:creationId xmlns:a16="http://schemas.microsoft.com/office/drawing/2014/main" id="{29C15091-EB08-424B-8C22-1FA43AB7C3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04" name="Group 1703">
                        <a:extLst>
                          <a:ext uri="{FF2B5EF4-FFF2-40B4-BE49-F238E27FC236}">
                            <a16:creationId xmlns:a16="http://schemas.microsoft.com/office/drawing/2014/main" id="{85BFE382-9EC7-47E4-BB99-6E6064AEBC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05" name="Group 1704">
                          <a:extLst>
                            <a:ext uri="{FF2B5EF4-FFF2-40B4-BE49-F238E27FC236}">
                              <a16:creationId xmlns:a16="http://schemas.microsoft.com/office/drawing/2014/main" id="{A4C762E1-BEC8-4C04-8DDE-A11BCB6791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9" name="Rectangle 1708">
                            <a:extLst>
                              <a:ext uri="{FF2B5EF4-FFF2-40B4-BE49-F238E27FC236}">
                                <a16:creationId xmlns:a16="http://schemas.microsoft.com/office/drawing/2014/main" id="{731C01AF-C0F8-4A37-9A40-4C500E0379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10" name="Rectangle 1709">
                            <a:extLst>
                              <a:ext uri="{FF2B5EF4-FFF2-40B4-BE49-F238E27FC236}">
                                <a16:creationId xmlns:a16="http://schemas.microsoft.com/office/drawing/2014/main" id="{401DD98E-FDA1-42CD-BE7C-C09A397837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06" name="Group 1705">
                          <a:extLst>
                            <a:ext uri="{FF2B5EF4-FFF2-40B4-BE49-F238E27FC236}">
                              <a16:creationId xmlns:a16="http://schemas.microsoft.com/office/drawing/2014/main" id="{1DA0E1A8-00D3-40E2-9927-E0A75CB484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07" name="Rectangle 1706">
                            <a:extLst>
                              <a:ext uri="{FF2B5EF4-FFF2-40B4-BE49-F238E27FC236}">
                                <a16:creationId xmlns:a16="http://schemas.microsoft.com/office/drawing/2014/main" id="{816A39A6-057F-4C71-97F0-51948AB30A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08" name="Rectangle 1707">
                            <a:extLst>
                              <a:ext uri="{FF2B5EF4-FFF2-40B4-BE49-F238E27FC236}">
                                <a16:creationId xmlns:a16="http://schemas.microsoft.com/office/drawing/2014/main" id="{4E532682-392B-4DD8-BB58-9CAC7B85A6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70" name="Group 1669">
                    <a:extLst>
                      <a:ext uri="{FF2B5EF4-FFF2-40B4-BE49-F238E27FC236}">
                        <a16:creationId xmlns:a16="http://schemas.microsoft.com/office/drawing/2014/main" id="{A05AE44F-BC1E-4EC9-8832-F7D893EC568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DF149F34-CD76-41AC-85EF-B22059ED66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87" name="Group 1686">
                        <a:extLst>
                          <a:ext uri="{FF2B5EF4-FFF2-40B4-BE49-F238E27FC236}">
                            <a16:creationId xmlns:a16="http://schemas.microsoft.com/office/drawing/2014/main" id="{6D365B38-8AC7-41C7-BD2F-DCF02DCD18C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95" name="Group 1694">
                          <a:extLst>
                            <a:ext uri="{FF2B5EF4-FFF2-40B4-BE49-F238E27FC236}">
                              <a16:creationId xmlns:a16="http://schemas.microsoft.com/office/drawing/2014/main" id="{DB7CBD86-AC78-4C46-9DC8-90EF8E4768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9" name="Rectangle 1698">
                            <a:extLst>
                              <a:ext uri="{FF2B5EF4-FFF2-40B4-BE49-F238E27FC236}">
                                <a16:creationId xmlns:a16="http://schemas.microsoft.com/office/drawing/2014/main" id="{DA05ECF0-6BD8-4327-9B26-3046DCC6C4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00" name="Rectangle 1699">
                            <a:extLst>
                              <a:ext uri="{FF2B5EF4-FFF2-40B4-BE49-F238E27FC236}">
                                <a16:creationId xmlns:a16="http://schemas.microsoft.com/office/drawing/2014/main" id="{44947D4E-2902-4893-B497-912E8ACAF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6" name="Group 1695">
                          <a:extLst>
                            <a:ext uri="{FF2B5EF4-FFF2-40B4-BE49-F238E27FC236}">
                              <a16:creationId xmlns:a16="http://schemas.microsoft.com/office/drawing/2014/main" id="{047D478C-390D-4538-8C95-A6B0F3AC3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7" name="Rectangle 1696">
                            <a:extLst>
                              <a:ext uri="{FF2B5EF4-FFF2-40B4-BE49-F238E27FC236}">
                                <a16:creationId xmlns:a16="http://schemas.microsoft.com/office/drawing/2014/main" id="{0A3C5477-26CB-4357-995B-4BEF8C5109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98" name="Rectangle 1697">
                            <a:extLst>
                              <a:ext uri="{FF2B5EF4-FFF2-40B4-BE49-F238E27FC236}">
                                <a16:creationId xmlns:a16="http://schemas.microsoft.com/office/drawing/2014/main" id="{E1B9A0D6-4398-477E-8758-2ABEFF4C1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88" name="Group 1687">
                        <a:extLst>
                          <a:ext uri="{FF2B5EF4-FFF2-40B4-BE49-F238E27FC236}">
                            <a16:creationId xmlns:a16="http://schemas.microsoft.com/office/drawing/2014/main" id="{237CC759-52F2-4736-8077-6C46D2B6AA9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9" name="Group 1688">
                          <a:extLst>
                            <a:ext uri="{FF2B5EF4-FFF2-40B4-BE49-F238E27FC236}">
                              <a16:creationId xmlns:a16="http://schemas.microsoft.com/office/drawing/2014/main" id="{C9666A4F-4426-4019-BFD1-FC1EF8AF7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3" name="Rectangle 1692">
                            <a:extLst>
                              <a:ext uri="{FF2B5EF4-FFF2-40B4-BE49-F238E27FC236}">
                                <a16:creationId xmlns:a16="http://schemas.microsoft.com/office/drawing/2014/main" id="{C349F69F-B041-42FE-8F8C-10286FE278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94" name="Rectangle 1693">
                            <a:extLst>
                              <a:ext uri="{FF2B5EF4-FFF2-40B4-BE49-F238E27FC236}">
                                <a16:creationId xmlns:a16="http://schemas.microsoft.com/office/drawing/2014/main" id="{FD6FA5E8-FD9F-40DE-A04F-BAD17A65A2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90" name="Group 1689">
                          <a:extLst>
                            <a:ext uri="{FF2B5EF4-FFF2-40B4-BE49-F238E27FC236}">
                              <a16:creationId xmlns:a16="http://schemas.microsoft.com/office/drawing/2014/main" id="{907081AF-A0B9-4C4C-BEE7-47CDA319EA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91" name="Rectangle 1690">
                            <a:extLst>
                              <a:ext uri="{FF2B5EF4-FFF2-40B4-BE49-F238E27FC236}">
                                <a16:creationId xmlns:a16="http://schemas.microsoft.com/office/drawing/2014/main" id="{F7199C37-34BE-45E3-9AE6-416A1E88B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92" name="Rectangle 1691">
                            <a:extLst>
                              <a:ext uri="{FF2B5EF4-FFF2-40B4-BE49-F238E27FC236}">
                                <a16:creationId xmlns:a16="http://schemas.microsoft.com/office/drawing/2014/main" id="{C34DC236-FB35-4982-B046-BAB0D11DC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D2F33E2D-E259-420B-87C7-6D5A3014F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73" name="Group 1672">
                        <a:extLst>
                          <a:ext uri="{FF2B5EF4-FFF2-40B4-BE49-F238E27FC236}">
                            <a16:creationId xmlns:a16="http://schemas.microsoft.com/office/drawing/2014/main" id="{74468CBF-7C6C-4C1C-9092-CD247E95B9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81" name="Group 1680">
                          <a:extLst>
                            <a:ext uri="{FF2B5EF4-FFF2-40B4-BE49-F238E27FC236}">
                              <a16:creationId xmlns:a16="http://schemas.microsoft.com/office/drawing/2014/main" id="{1B7C776A-4FEC-4692-B367-5CBED6B837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5" name="Rectangle 1684">
                            <a:extLst>
                              <a:ext uri="{FF2B5EF4-FFF2-40B4-BE49-F238E27FC236}">
                                <a16:creationId xmlns:a16="http://schemas.microsoft.com/office/drawing/2014/main" id="{6E1F5699-4E48-4E1E-82FB-1C248E1F9D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86" name="Rectangle 1685">
                            <a:extLst>
                              <a:ext uri="{FF2B5EF4-FFF2-40B4-BE49-F238E27FC236}">
                                <a16:creationId xmlns:a16="http://schemas.microsoft.com/office/drawing/2014/main" id="{27B2E1BF-ECD6-440C-BE2A-9988CFA51D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82" name="Group 1681">
                          <a:extLst>
                            <a:ext uri="{FF2B5EF4-FFF2-40B4-BE49-F238E27FC236}">
                              <a16:creationId xmlns:a16="http://schemas.microsoft.com/office/drawing/2014/main" id="{6D748E75-BF0D-4E4F-885C-53C1D46A97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83" name="Rectangle 1682">
                            <a:extLst>
                              <a:ext uri="{FF2B5EF4-FFF2-40B4-BE49-F238E27FC236}">
                                <a16:creationId xmlns:a16="http://schemas.microsoft.com/office/drawing/2014/main" id="{81F76E23-574D-41E5-9BF6-507CB172C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84" name="Rectangle 1683">
                            <a:extLst>
                              <a:ext uri="{FF2B5EF4-FFF2-40B4-BE49-F238E27FC236}">
                                <a16:creationId xmlns:a16="http://schemas.microsoft.com/office/drawing/2014/main" id="{01F789DC-CBA2-4833-BB28-3F80B7F75A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74" name="Group 1673">
                        <a:extLst>
                          <a:ext uri="{FF2B5EF4-FFF2-40B4-BE49-F238E27FC236}">
                            <a16:creationId xmlns:a16="http://schemas.microsoft.com/office/drawing/2014/main" id="{74E39AC4-6B63-4EC3-81E9-19AE75AB657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75" name="Group 1674">
                          <a:extLst>
                            <a:ext uri="{FF2B5EF4-FFF2-40B4-BE49-F238E27FC236}">
                              <a16:creationId xmlns:a16="http://schemas.microsoft.com/office/drawing/2014/main" id="{52E0D7DC-3495-4C04-B50C-95A1DDECFE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9" name="Rectangle 1678">
                            <a:extLst>
                              <a:ext uri="{FF2B5EF4-FFF2-40B4-BE49-F238E27FC236}">
                                <a16:creationId xmlns:a16="http://schemas.microsoft.com/office/drawing/2014/main" id="{3C812A2E-E5A1-43E3-8B91-90993B2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80" name="Rectangle 1679">
                            <a:extLst>
                              <a:ext uri="{FF2B5EF4-FFF2-40B4-BE49-F238E27FC236}">
                                <a16:creationId xmlns:a16="http://schemas.microsoft.com/office/drawing/2014/main" id="{BC76C91E-7970-4282-B6A2-0C9D0CE7DC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76" name="Group 1675">
                          <a:extLst>
                            <a:ext uri="{FF2B5EF4-FFF2-40B4-BE49-F238E27FC236}">
                              <a16:creationId xmlns:a16="http://schemas.microsoft.com/office/drawing/2014/main" id="{E37D8F16-7E39-4E69-B539-6D3DB26657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77" name="Rectangle 1676">
                            <a:extLst>
                              <a:ext uri="{FF2B5EF4-FFF2-40B4-BE49-F238E27FC236}">
                                <a16:creationId xmlns:a16="http://schemas.microsoft.com/office/drawing/2014/main" id="{48F7EBB5-286F-478D-81EF-988C1EA42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78" name="Rectangle 1677">
                            <a:extLst>
                              <a:ext uri="{FF2B5EF4-FFF2-40B4-BE49-F238E27FC236}">
                                <a16:creationId xmlns:a16="http://schemas.microsoft.com/office/drawing/2014/main" id="{D1C7BAB2-C061-4996-877C-553DA05696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606" name="Group 1605">
                  <a:extLst>
                    <a:ext uri="{FF2B5EF4-FFF2-40B4-BE49-F238E27FC236}">
                      <a16:creationId xmlns:a16="http://schemas.microsoft.com/office/drawing/2014/main" id="{6E96A29D-B957-47F4-97B5-4F95EF09A80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607" name="Group 1606">
                    <a:extLst>
                      <a:ext uri="{FF2B5EF4-FFF2-40B4-BE49-F238E27FC236}">
                        <a16:creationId xmlns:a16="http://schemas.microsoft.com/office/drawing/2014/main" id="{9526A4B4-0B5D-4625-9A50-0B1DD79ECD6B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39" name="Group 1638">
                      <a:extLst>
                        <a:ext uri="{FF2B5EF4-FFF2-40B4-BE49-F238E27FC236}">
                          <a16:creationId xmlns:a16="http://schemas.microsoft.com/office/drawing/2014/main" id="{0864C6F8-98B2-49B8-B590-9A584C55A8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55" name="Group 1654">
                        <a:extLst>
                          <a:ext uri="{FF2B5EF4-FFF2-40B4-BE49-F238E27FC236}">
                            <a16:creationId xmlns:a16="http://schemas.microsoft.com/office/drawing/2014/main" id="{4EE7833D-14D2-4972-9CDD-DCA6187992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63" name="Group 1662">
                          <a:extLst>
                            <a:ext uri="{FF2B5EF4-FFF2-40B4-BE49-F238E27FC236}">
                              <a16:creationId xmlns:a16="http://schemas.microsoft.com/office/drawing/2014/main" id="{1533846F-791D-41F8-998F-70FF1AB6C6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7" name="Rectangle 1666">
                            <a:extLst>
                              <a:ext uri="{FF2B5EF4-FFF2-40B4-BE49-F238E27FC236}">
                                <a16:creationId xmlns:a16="http://schemas.microsoft.com/office/drawing/2014/main" id="{68CA6BEA-5D07-433B-AF66-12ACB817DA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68" name="Rectangle 1667">
                            <a:extLst>
                              <a:ext uri="{FF2B5EF4-FFF2-40B4-BE49-F238E27FC236}">
                                <a16:creationId xmlns:a16="http://schemas.microsoft.com/office/drawing/2014/main" id="{362AE5FF-E979-4437-88B1-A6AE3D3E2A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64" name="Group 1663">
                          <a:extLst>
                            <a:ext uri="{FF2B5EF4-FFF2-40B4-BE49-F238E27FC236}">
                              <a16:creationId xmlns:a16="http://schemas.microsoft.com/office/drawing/2014/main" id="{CBA97BFD-576B-4FA8-846E-19FCCBFCC8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5" name="Rectangle 1664">
                            <a:extLst>
                              <a:ext uri="{FF2B5EF4-FFF2-40B4-BE49-F238E27FC236}">
                                <a16:creationId xmlns:a16="http://schemas.microsoft.com/office/drawing/2014/main" id="{1284126D-B6E9-4079-8C6E-294DC74DA2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66" name="Rectangle 1665">
                            <a:extLst>
                              <a:ext uri="{FF2B5EF4-FFF2-40B4-BE49-F238E27FC236}">
                                <a16:creationId xmlns:a16="http://schemas.microsoft.com/office/drawing/2014/main" id="{8B9F9572-7A82-4960-960D-E0AFD6479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56" name="Group 1655">
                        <a:extLst>
                          <a:ext uri="{FF2B5EF4-FFF2-40B4-BE49-F238E27FC236}">
                            <a16:creationId xmlns:a16="http://schemas.microsoft.com/office/drawing/2014/main" id="{3158E529-C6CB-4EC2-BFC4-769314B6BB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57" name="Group 1656">
                          <a:extLst>
                            <a:ext uri="{FF2B5EF4-FFF2-40B4-BE49-F238E27FC236}">
                              <a16:creationId xmlns:a16="http://schemas.microsoft.com/office/drawing/2014/main" id="{F872947F-B448-416F-8521-7A9F2DEAC6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61" name="Rectangle 1660">
                            <a:extLst>
                              <a:ext uri="{FF2B5EF4-FFF2-40B4-BE49-F238E27FC236}">
                                <a16:creationId xmlns:a16="http://schemas.microsoft.com/office/drawing/2014/main" id="{39AF869D-7043-440C-B30D-1D9361B6B3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662" name="Rectangle 1661">
                            <a:extLst>
                              <a:ext uri="{FF2B5EF4-FFF2-40B4-BE49-F238E27FC236}">
                                <a16:creationId xmlns:a16="http://schemas.microsoft.com/office/drawing/2014/main" id="{0B250C39-48BD-4B7E-BD3B-8F8B3F3F2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8" name="Group 1657">
                          <a:extLst>
                            <a:ext uri="{FF2B5EF4-FFF2-40B4-BE49-F238E27FC236}">
                              <a16:creationId xmlns:a16="http://schemas.microsoft.com/office/drawing/2014/main" id="{7CDCFD3E-5D06-4487-8984-F1E80A5F76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9" name="Rectangle 1658">
                            <a:extLst>
                              <a:ext uri="{FF2B5EF4-FFF2-40B4-BE49-F238E27FC236}">
                                <a16:creationId xmlns:a16="http://schemas.microsoft.com/office/drawing/2014/main" id="{D69570E6-F587-408E-85AB-FF2938D7F7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660" name="Rectangle 1659">
                            <a:extLst>
                              <a:ext uri="{FF2B5EF4-FFF2-40B4-BE49-F238E27FC236}">
                                <a16:creationId xmlns:a16="http://schemas.microsoft.com/office/drawing/2014/main" id="{CBCD0A9C-0B01-4B58-9A67-8EF43F8519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40" name="Group 1639">
                      <a:extLst>
                        <a:ext uri="{FF2B5EF4-FFF2-40B4-BE49-F238E27FC236}">
                          <a16:creationId xmlns:a16="http://schemas.microsoft.com/office/drawing/2014/main" id="{11DAF2F1-206B-41BD-A1B2-04159A53E87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41" name="Group 1640">
                        <a:extLst>
                          <a:ext uri="{FF2B5EF4-FFF2-40B4-BE49-F238E27FC236}">
                            <a16:creationId xmlns:a16="http://schemas.microsoft.com/office/drawing/2014/main" id="{AF4F5F85-CACC-4C56-B6AB-B90378FB34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9" name="Group 1648">
                          <a:extLst>
                            <a:ext uri="{FF2B5EF4-FFF2-40B4-BE49-F238E27FC236}">
                              <a16:creationId xmlns:a16="http://schemas.microsoft.com/office/drawing/2014/main" id="{7045665B-5A62-453E-993D-006F19C7E1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3" name="Rectangle 1652">
                            <a:extLst>
                              <a:ext uri="{FF2B5EF4-FFF2-40B4-BE49-F238E27FC236}">
                                <a16:creationId xmlns:a16="http://schemas.microsoft.com/office/drawing/2014/main" id="{EDD47093-1656-48DC-AC02-07065DE89B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654" name="Rectangle 1653">
                            <a:extLst>
                              <a:ext uri="{FF2B5EF4-FFF2-40B4-BE49-F238E27FC236}">
                                <a16:creationId xmlns:a16="http://schemas.microsoft.com/office/drawing/2014/main" id="{2CA195F5-4719-415C-81AC-28076AC879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50" name="Group 1649">
                          <a:extLst>
                            <a:ext uri="{FF2B5EF4-FFF2-40B4-BE49-F238E27FC236}">
                              <a16:creationId xmlns:a16="http://schemas.microsoft.com/office/drawing/2014/main" id="{EC833574-1F24-460C-A82D-9CB4A93A7E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51" name="Rectangle 1650">
                            <a:extLst>
                              <a:ext uri="{FF2B5EF4-FFF2-40B4-BE49-F238E27FC236}">
                                <a16:creationId xmlns:a16="http://schemas.microsoft.com/office/drawing/2014/main" id="{648A4AAB-AA43-40AB-AA0E-3DFE78066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652" name="Rectangle 1651">
                            <a:extLst>
                              <a:ext uri="{FF2B5EF4-FFF2-40B4-BE49-F238E27FC236}">
                                <a16:creationId xmlns:a16="http://schemas.microsoft.com/office/drawing/2014/main" id="{5C832199-3727-4637-9DF0-545FD20C97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42" name="Group 1641">
                        <a:extLst>
                          <a:ext uri="{FF2B5EF4-FFF2-40B4-BE49-F238E27FC236}">
                            <a16:creationId xmlns:a16="http://schemas.microsoft.com/office/drawing/2014/main" id="{0683D7F2-8419-494B-85B4-74A07807EA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43" name="Group 1642">
                          <a:extLst>
                            <a:ext uri="{FF2B5EF4-FFF2-40B4-BE49-F238E27FC236}">
                              <a16:creationId xmlns:a16="http://schemas.microsoft.com/office/drawing/2014/main" id="{18603D8F-3BF0-4617-87AB-32DD89CD5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7" name="Rectangle 1646">
                            <a:extLst>
                              <a:ext uri="{FF2B5EF4-FFF2-40B4-BE49-F238E27FC236}">
                                <a16:creationId xmlns:a16="http://schemas.microsoft.com/office/drawing/2014/main" id="{E5FC3326-B0DD-431F-969C-0362ECF8E0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648" name="Rectangle 1647">
                            <a:extLst>
                              <a:ext uri="{FF2B5EF4-FFF2-40B4-BE49-F238E27FC236}">
                                <a16:creationId xmlns:a16="http://schemas.microsoft.com/office/drawing/2014/main" id="{1C4B86EE-C9EC-47A0-A381-D50DB633C7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44" name="Group 1643">
                          <a:extLst>
                            <a:ext uri="{FF2B5EF4-FFF2-40B4-BE49-F238E27FC236}">
                              <a16:creationId xmlns:a16="http://schemas.microsoft.com/office/drawing/2014/main" id="{884C3005-56BE-48C0-ACAB-AB632A197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45" name="Rectangle 1644">
                            <a:extLst>
                              <a:ext uri="{FF2B5EF4-FFF2-40B4-BE49-F238E27FC236}">
                                <a16:creationId xmlns:a16="http://schemas.microsoft.com/office/drawing/2014/main" id="{A5F5220E-CE46-449D-BBA5-651C4C6E3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646" name="Rectangle 1645">
                            <a:extLst>
                              <a:ext uri="{FF2B5EF4-FFF2-40B4-BE49-F238E27FC236}">
                                <a16:creationId xmlns:a16="http://schemas.microsoft.com/office/drawing/2014/main" id="{1E260761-6FE7-4FEB-8DEC-F0B85903A8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08" name="Group 1607">
                    <a:extLst>
                      <a:ext uri="{FF2B5EF4-FFF2-40B4-BE49-F238E27FC236}">
                        <a16:creationId xmlns:a16="http://schemas.microsoft.com/office/drawing/2014/main" id="{50409EF8-B4AD-42B0-B389-0669655BD3A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609" name="Group 1608">
                      <a:extLst>
                        <a:ext uri="{FF2B5EF4-FFF2-40B4-BE49-F238E27FC236}">
                          <a16:creationId xmlns:a16="http://schemas.microsoft.com/office/drawing/2014/main" id="{21514C97-B7F0-4675-A630-5D6EEDFCEE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25" name="Group 1624">
                        <a:extLst>
                          <a:ext uri="{FF2B5EF4-FFF2-40B4-BE49-F238E27FC236}">
                            <a16:creationId xmlns:a16="http://schemas.microsoft.com/office/drawing/2014/main" id="{A30691DC-19D2-4480-979F-F5E9094BE0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33" name="Group 1632">
                          <a:extLst>
                            <a:ext uri="{FF2B5EF4-FFF2-40B4-BE49-F238E27FC236}">
                              <a16:creationId xmlns:a16="http://schemas.microsoft.com/office/drawing/2014/main" id="{6422811E-FA76-4AD7-B1CF-808B249083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7" name="Rectangle 1636">
                            <a:extLst>
                              <a:ext uri="{FF2B5EF4-FFF2-40B4-BE49-F238E27FC236}">
                                <a16:creationId xmlns:a16="http://schemas.microsoft.com/office/drawing/2014/main" id="{2BF9AA21-7D5E-46A7-9270-6E7DBD8080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638" name="Rectangle 1637">
                            <a:extLst>
                              <a:ext uri="{FF2B5EF4-FFF2-40B4-BE49-F238E27FC236}">
                                <a16:creationId xmlns:a16="http://schemas.microsoft.com/office/drawing/2014/main" id="{2E0D2A13-4F8E-49BF-B3EA-D45C6CAED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34" name="Group 1633">
                          <a:extLst>
                            <a:ext uri="{FF2B5EF4-FFF2-40B4-BE49-F238E27FC236}">
                              <a16:creationId xmlns:a16="http://schemas.microsoft.com/office/drawing/2014/main" id="{814E8FC3-6976-4428-A78C-B0E43305652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5" name="Rectangle 1634">
                            <a:extLst>
                              <a:ext uri="{FF2B5EF4-FFF2-40B4-BE49-F238E27FC236}">
                                <a16:creationId xmlns:a16="http://schemas.microsoft.com/office/drawing/2014/main" id="{D387A66F-905C-4A6A-87BA-969FABA571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636" name="Rectangle 1635">
                            <a:extLst>
                              <a:ext uri="{FF2B5EF4-FFF2-40B4-BE49-F238E27FC236}">
                                <a16:creationId xmlns:a16="http://schemas.microsoft.com/office/drawing/2014/main" id="{ABC30FE8-D330-46EB-A844-7CB5BF0AA1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26" name="Group 1625">
                        <a:extLst>
                          <a:ext uri="{FF2B5EF4-FFF2-40B4-BE49-F238E27FC236}">
                            <a16:creationId xmlns:a16="http://schemas.microsoft.com/office/drawing/2014/main" id="{E2A4C581-8E02-4EF0-8065-EE5970BC7D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27" name="Group 1626">
                          <a:extLst>
                            <a:ext uri="{FF2B5EF4-FFF2-40B4-BE49-F238E27FC236}">
                              <a16:creationId xmlns:a16="http://schemas.microsoft.com/office/drawing/2014/main" id="{74C3C15D-C8AC-4126-B7FA-8563FFC762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31" name="Rectangle 1630">
                            <a:extLst>
                              <a:ext uri="{FF2B5EF4-FFF2-40B4-BE49-F238E27FC236}">
                                <a16:creationId xmlns:a16="http://schemas.microsoft.com/office/drawing/2014/main" id="{4CC713B2-A4B7-40BF-9E22-7EA20AE2A1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632" name="Rectangle 1631">
                            <a:extLst>
                              <a:ext uri="{FF2B5EF4-FFF2-40B4-BE49-F238E27FC236}">
                                <a16:creationId xmlns:a16="http://schemas.microsoft.com/office/drawing/2014/main" id="{47C1ACA2-23E2-4089-AE31-B01CD634E4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8" name="Group 1627">
                          <a:extLst>
                            <a:ext uri="{FF2B5EF4-FFF2-40B4-BE49-F238E27FC236}">
                              <a16:creationId xmlns:a16="http://schemas.microsoft.com/office/drawing/2014/main" id="{500F802F-3CE0-4F09-8753-735B8DE98A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9" name="Rectangle 1628">
                            <a:extLst>
                              <a:ext uri="{FF2B5EF4-FFF2-40B4-BE49-F238E27FC236}">
                                <a16:creationId xmlns:a16="http://schemas.microsoft.com/office/drawing/2014/main" id="{77E4712A-6EB0-4418-96B2-4F14D451DE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630" name="Rectangle 1629">
                            <a:extLst>
                              <a:ext uri="{FF2B5EF4-FFF2-40B4-BE49-F238E27FC236}">
                                <a16:creationId xmlns:a16="http://schemas.microsoft.com/office/drawing/2014/main" id="{3929068E-B71D-46BB-BC4A-8C4CA630F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10" name="Group 1609">
                      <a:extLst>
                        <a:ext uri="{FF2B5EF4-FFF2-40B4-BE49-F238E27FC236}">
                          <a16:creationId xmlns:a16="http://schemas.microsoft.com/office/drawing/2014/main" id="{3CD10B2A-F12A-4D4B-929E-AE6A67AC1D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611" name="Group 1610">
                        <a:extLst>
                          <a:ext uri="{FF2B5EF4-FFF2-40B4-BE49-F238E27FC236}">
                            <a16:creationId xmlns:a16="http://schemas.microsoft.com/office/drawing/2014/main" id="{F99A433B-59D2-4472-981F-D51F378010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9" name="Group 1618">
                          <a:extLst>
                            <a:ext uri="{FF2B5EF4-FFF2-40B4-BE49-F238E27FC236}">
                              <a16:creationId xmlns:a16="http://schemas.microsoft.com/office/drawing/2014/main" id="{0B8662BA-8708-435D-8DAF-B750F997F1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3" name="Rectangle 1622">
                            <a:extLst>
                              <a:ext uri="{FF2B5EF4-FFF2-40B4-BE49-F238E27FC236}">
                                <a16:creationId xmlns:a16="http://schemas.microsoft.com/office/drawing/2014/main" id="{1EE21BA7-7191-4EFF-8F39-6F63FD9E8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624" name="Rectangle 1623">
                            <a:extLst>
                              <a:ext uri="{FF2B5EF4-FFF2-40B4-BE49-F238E27FC236}">
                                <a16:creationId xmlns:a16="http://schemas.microsoft.com/office/drawing/2014/main" id="{FF90D031-325F-4D3D-9E15-63A6A5B45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20" name="Group 1619">
                          <a:extLst>
                            <a:ext uri="{FF2B5EF4-FFF2-40B4-BE49-F238E27FC236}">
                              <a16:creationId xmlns:a16="http://schemas.microsoft.com/office/drawing/2014/main" id="{19668CA2-F40D-4361-847E-258FEADB28C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21" name="Rectangle 1620">
                            <a:extLst>
                              <a:ext uri="{FF2B5EF4-FFF2-40B4-BE49-F238E27FC236}">
                                <a16:creationId xmlns:a16="http://schemas.microsoft.com/office/drawing/2014/main" id="{E3F2B53A-EC82-445E-BCF1-2A94BB7B93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622" name="Rectangle 1621">
                            <a:extLst>
                              <a:ext uri="{FF2B5EF4-FFF2-40B4-BE49-F238E27FC236}">
                                <a16:creationId xmlns:a16="http://schemas.microsoft.com/office/drawing/2014/main" id="{B538E8C9-D4AB-4DE3-B552-4EE1D828B2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612" name="Group 1611">
                        <a:extLst>
                          <a:ext uri="{FF2B5EF4-FFF2-40B4-BE49-F238E27FC236}">
                            <a16:creationId xmlns:a16="http://schemas.microsoft.com/office/drawing/2014/main" id="{75A0B65A-E27A-4B0C-823A-0F9ED33E0B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613" name="Group 1612">
                          <a:extLst>
                            <a:ext uri="{FF2B5EF4-FFF2-40B4-BE49-F238E27FC236}">
                              <a16:creationId xmlns:a16="http://schemas.microsoft.com/office/drawing/2014/main" id="{038D6AD4-8650-4FBC-AE33-77DE816AF9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7" name="Rectangle 1616">
                            <a:extLst>
                              <a:ext uri="{FF2B5EF4-FFF2-40B4-BE49-F238E27FC236}">
                                <a16:creationId xmlns:a16="http://schemas.microsoft.com/office/drawing/2014/main" id="{BB8BA2D1-21F7-4449-AE7F-3CDDFA25A4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618" name="Rectangle 1617">
                            <a:extLst>
                              <a:ext uri="{FF2B5EF4-FFF2-40B4-BE49-F238E27FC236}">
                                <a16:creationId xmlns:a16="http://schemas.microsoft.com/office/drawing/2014/main" id="{053DD7B3-6E13-4BA7-9D06-C0F7497C87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614" name="Group 1613">
                          <a:extLst>
                            <a:ext uri="{FF2B5EF4-FFF2-40B4-BE49-F238E27FC236}">
                              <a16:creationId xmlns:a16="http://schemas.microsoft.com/office/drawing/2014/main" id="{A7FF4B85-4E71-441F-A040-718A0461EB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F0E807B2-28FE-4565-BCE5-401708F43D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616" name="Rectangle 1615">
                            <a:extLst>
                              <a:ext uri="{FF2B5EF4-FFF2-40B4-BE49-F238E27FC236}">
                                <a16:creationId xmlns:a16="http://schemas.microsoft.com/office/drawing/2014/main" id="{FA6BFADD-E453-4DB3-9C6A-336C7CA547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478" name="Group 1477">
                <a:extLst>
                  <a:ext uri="{FF2B5EF4-FFF2-40B4-BE49-F238E27FC236}">
                    <a16:creationId xmlns:a16="http://schemas.microsoft.com/office/drawing/2014/main" id="{DB530BB7-92B6-4359-9F03-1688FACBF6AF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479" name="Group 1478">
                  <a:extLst>
                    <a:ext uri="{FF2B5EF4-FFF2-40B4-BE49-F238E27FC236}">
                      <a16:creationId xmlns:a16="http://schemas.microsoft.com/office/drawing/2014/main" id="{2974804F-C4A6-44B5-AC9E-C6089DEC1F93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543" name="Group 1542">
                    <a:extLst>
                      <a:ext uri="{FF2B5EF4-FFF2-40B4-BE49-F238E27FC236}">
                        <a16:creationId xmlns:a16="http://schemas.microsoft.com/office/drawing/2014/main" id="{E8A9F601-4707-4AAE-B307-02DA4E77A8E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75" name="Group 1574">
                      <a:extLst>
                        <a:ext uri="{FF2B5EF4-FFF2-40B4-BE49-F238E27FC236}">
                          <a16:creationId xmlns:a16="http://schemas.microsoft.com/office/drawing/2014/main" id="{D68A6DA6-9121-4FC2-A3E6-4F39D794B7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91" name="Group 1590">
                        <a:extLst>
                          <a:ext uri="{FF2B5EF4-FFF2-40B4-BE49-F238E27FC236}">
                            <a16:creationId xmlns:a16="http://schemas.microsoft.com/office/drawing/2014/main" id="{71E05953-3D1C-41D1-B1B9-9D065E7BCB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9" name="Group 1598">
                          <a:extLst>
                            <a:ext uri="{FF2B5EF4-FFF2-40B4-BE49-F238E27FC236}">
                              <a16:creationId xmlns:a16="http://schemas.microsoft.com/office/drawing/2014/main" id="{66EB7C17-E958-4C50-BD75-F05C661D88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D6EB8E3B-6A37-4A05-BEF5-69E51689E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14AE1F3A-D160-40ED-82C5-E144C52C3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600" name="Group 1599">
                          <a:extLst>
                            <a:ext uri="{FF2B5EF4-FFF2-40B4-BE49-F238E27FC236}">
                              <a16:creationId xmlns:a16="http://schemas.microsoft.com/office/drawing/2014/main" id="{0469BA32-CD8C-4112-9BD6-71EB239851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1A42E912-2164-4683-913B-9B8081682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B05A878-417D-412A-A3F4-EE9395CB4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92" name="Group 1591">
                        <a:extLst>
                          <a:ext uri="{FF2B5EF4-FFF2-40B4-BE49-F238E27FC236}">
                            <a16:creationId xmlns:a16="http://schemas.microsoft.com/office/drawing/2014/main" id="{10A6FB92-9A86-41F5-AB8B-0B0BAC5551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93" name="Group 1592">
                          <a:extLst>
                            <a:ext uri="{FF2B5EF4-FFF2-40B4-BE49-F238E27FC236}">
                              <a16:creationId xmlns:a16="http://schemas.microsoft.com/office/drawing/2014/main" id="{A3D99188-2AB1-4264-AD14-CF9542B73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5F4D20A4-1BB3-4CA1-BBA8-5E56E61DD2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060954EB-D79F-4278-9BAB-450DA0843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8DDB7CBA-EA6D-4749-B89E-A52CEC2381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95" name="Rectangle 1594">
                            <a:extLst>
                              <a:ext uri="{FF2B5EF4-FFF2-40B4-BE49-F238E27FC236}">
                                <a16:creationId xmlns:a16="http://schemas.microsoft.com/office/drawing/2014/main" id="{4538F183-7BCD-489C-8B47-0468517A40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F619BC78-93C6-4EB1-BC42-72E6BAC71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76" name="Group 1575">
                      <a:extLst>
                        <a:ext uri="{FF2B5EF4-FFF2-40B4-BE49-F238E27FC236}">
                          <a16:creationId xmlns:a16="http://schemas.microsoft.com/office/drawing/2014/main" id="{6E8139FC-1034-40AC-8661-5C394FE101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77" name="Group 1576">
                        <a:extLst>
                          <a:ext uri="{FF2B5EF4-FFF2-40B4-BE49-F238E27FC236}">
                            <a16:creationId xmlns:a16="http://schemas.microsoft.com/office/drawing/2014/main" id="{1A722993-56B6-4FB4-83AD-46D0432981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85" name="Group 1584">
                          <a:extLst>
                            <a:ext uri="{FF2B5EF4-FFF2-40B4-BE49-F238E27FC236}">
                              <a16:creationId xmlns:a16="http://schemas.microsoft.com/office/drawing/2014/main" id="{42C62B8B-9EA8-467E-8394-75AFE00C72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E72998A6-93EB-4805-9C0E-D035058848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4FA9122-3630-4C06-8158-E2CE829B6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6" name="Group 1585">
                          <a:extLst>
                            <a:ext uri="{FF2B5EF4-FFF2-40B4-BE49-F238E27FC236}">
                              <a16:creationId xmlns:a16="http://schemas.microsoft.com/office/drawing/2014/main" id="{E65E4A83-9B04-4A38-AEC6-F6159C862D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3BB3A59C-B3DB-43F7-94C2-58C3AA88F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1714A419-1076-43EA-9CA4-EEE09DE03F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78" name="Group 1577">
                        <a:extLst>
                          <a:ext uri="{FF2B5EF4-FFF2-40B4-BE49-F238E27FC236}">
                            <a16:creationId xmlns:a16="http://schemas.microsoft.com/office/drawing/2014/main" id="{B7E3EC59-E839-4417-B617-221A735CA34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79" name="Group 1578">
                          <a:extLst>
                            <a:ext uri="{FF2B5EF4-FFF2-40B4-BE49-F238E27FC236}">
                              <a16:creationId xmlns:a16="http://schemas.microsoft.com/office/drawing/2014/main" id="{CE84F4B8-2E98-475C-8600-4F3F61A08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CF1C00CB-CA5A-4298-B54C-AF7D880E8E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8325B141-24CE-4EED-B8CD-244EC8394B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80" name="Group 1579">
                          <a:extLst>
                            <a:ext uri="{FF2B5EF4-FFF2-40B4-BE49-F238E27FC236}">
                              <a16:creationId xmlns:a16="http://schemas.microsoft.com/office/drawing/2014/main" id="{87663260-97A4-40C9-BE16-926CCE1A4D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5C65C22A-3B30-4745-820D-B7B666548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E2D3E102-7489-46E1-9616-5A0C738FC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544" name="Group 1543">
                    <a:extLst>
                      <a:ext uri="{FF2B5EF4-FFF2-40B4-BE49-F238E27FC236}">
                        <a16:creationId xmlns:a16="http://schemas.microsoft.com/office/drawing/2014/main" id="{DD23197E-68D8-48C3-94DB-02519D8774B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45" name="Group 1544">
                      <a:extLst>
                        <a:ext uri="{FF2B5EF4-FFF2-40B4-BE49-F238E27FC236}">
                          <a16:creationId xmlns:a16="http://schemas.microsoft.com/office/drawing/2014/main" id="{6D04E72E-5691-4E20-B847-A509CEA790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61" name="Group 1560">
                        <a:extLst>
                          <a:ext uri="{FF2B5EF4-FFF2-40B4-BE49-F238E27FC236}">
                            <a16:creationId xmlns:a16="http://schemas.microsoft.com/office/drawing/2014/main" id="{7DFB3467-8913-42EB-BF48-2FAA4E3192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9" name="Group 1568">
                          <a:extLst>
                            <a:ext uri="{FF2B5EF4-FFF2-40B4-BE49-F238E27FC236}">
                              <a16:creationId xmlns:a16="http://schemas.microsoft.com/office/drawing/2014/main" id="{90FDC3A0-90A6-40DA-9564-79885EA9A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3" name="Rectangle 1572">
                            <a:extLst>
                              <a:ext uri="{FF2B5EF4-FFF2-40B4-BE49-F238E27FC236}">
                                <a16:creationId xmlns:a16="http://schemas.microsoft.com/office/drawing/2014/main" id="{B37D422C-D2BF-43B7-BD62-526FB9BED2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7075D582-15F5-4192-A876-7308FFB574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1EBEE00A-242A-4038-BB3E-479C2F85E9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71" name="Rectangle 1570">
                            <a:extLst>
                              <a:ext uri="{FF2B5EF4-FFF2-40B4-BE49-F238E27FC236}">
                                <a16:creationId xmlns:a16="http://schemas.microsoft.com/office/drawing/2014/main" id="{AC6FB831-0489-4F04-83FF-D035D4214B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72" name="Rectangle 1571">
                            <a:extLst>
                              <a:ext uri="{FF2B5EF4-FFF2-40B4-BE49-F238E27FC236}">
                                <a16:creationId xmlns:a16="http://schemas.microsoft.com/office/drawing/2014/main" id="{54D6E99E-983B-4744-987A-AFF37ACF1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62" name="Group 1561">
                        <a:extLst>
                          <a:ext uri="{FF2B5EF4-FFF2-40B4-BE49-F238E27FC236}">
                            <a16:creationId xmlns:a16="http://schemas.microsoft.com/office/drawing/2014/main" id="{D19A5B4A-5D62-4CF7-90BA-05EBA092D1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63" name="Group 1562">
                          <a:extLst>
                            <a:ext uri="{FF2B5EF4-FFF2-40B4-BE49-F238E27FC236}">
                              <a16:creationId xmlns:a16="http://schemas.microsoft.com/office/drawing/2014/main" id="{0D3C5C13-07DD-4892-9A8D-61442B10F6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72B3B2D4-DC51-4D99-931E-3CAF92B557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849AC7C-3F15-4F39-BEA1-D362B4EEB0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64" name="Group 1563">
                          <a:extLst>
                            <a:ext uri="{FF2B5EF4-FFF2-40B4-BE49-F238E27FC236}">
                              <a16:creationId xmlns:a16="http://schemas.microsoft.com/office/drawing/2014/main" id="{F9AC7C89-410F-4A4D-AEE7-A4A6F54988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9335C69D-E5F2-4202-A14E-ABA4F221D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7992006C-9817-4ED0-A15B-7730A5AC86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46" name="Group 1545">
                      <a:extLst>
                        <a:ext uri="{FF2B5EF4-FFF2-40B4-BE49-F238E27FC236}">
                          <a16:creationId xmlns:a16="http://schemas.microsoft.com/office/drawing/2014/main" id="{379CDB58-0B79-4CE9-B4A9-B29223CD3D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47" name="Group 1546">
                        <a:extLst>
                          <a:ext uri="{FF2B5EF4-FFF2-40B4-BE49-F238E27FC236}">
                            <a16:creationId xmlns:a16="http://schemas.microsoft.com/office/drawing/2014/main" id="{DA1BC3F0-92FA-4E49-AED3-AFC198A59B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55" name="Group 1554">
                          <a:extLst>
                            <a:ext uri="{FF2B5EF4-FFF2-40B4-BE49-F238E27FC236}">
                              <a16:creationId xmlns:a16="http://schemas.microsoft.com/office/drawing/2014/main" id="{C04605F3-E333-4339-9114-18BF689EE8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9D0CAFB4-53C0-484C-9500-5A39C346A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219521E9-9DC9-490D-86B2-7BEF28BC3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6" name="Group 1555">
                          <a:extLst>
                            <a:ext uri="{FF2B5EF4-FFF2-40B4-BE49-F238E27FC236}">
                              <a16:creationId xmlns:a16="http://schemas.microsoft.com/office/drawing/2014/main" id="{CDC45B5C-A7AB-422A-889F-1E9AB6521E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435F0214-357A-4406-8EA1-2890330F21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030522A4-91A3-4BB1-93CA-189066AF42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48" name="Group 1547">
                        <a:extLst>
                          <a:ext uri="{FF2B5EF4-FFF2-40B4-BE49-F238E27FC236}">
                            <a16:creationId xmlns:a16="http://schemas.microsoft.com/office/drawing/2014/main" id="{895ABA42-25BE-4DAF-8110-A8933959DC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8A752A13-4E44-4831-A0CA-6E947E3719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600F0EDF-2437-4FF9-9F9A-9406F7BA94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3FC1D4BA-3155-4D35-93EB-C2F6EA0C7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50" name="Group 1549">
                          <a:extLst>
                            <a:ext uri="{FF2B5EF4-FFF2-40B4-BE49-F238E27FC236}">
                              <a16:creationId xmlns:a16="http://schemas.microsoft.com/office/drawing/2014/main" id="{46AA72A7-C863-4483-A15D-4B9062B1EF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150E302F-D343-4A44-8ABC-581B414F9C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74237BC8-02FF-4CC3-A631-A3432EC3A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480" name="Group 1479">
                  <a:extLst>
                    <a:ext uri="{FF2B5EF4-FFF2-40B4-BE49-F238E27FC236}">
                      <a16:creationId xmlns:a16="http://schemas.microsoft.com/office/drawing/2014/main" id="{4D9A021F-6863-4546-828D-578070D3AC6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481" name="Group 1480">
                    <a:extLst>
                      <a:ext uri="{FF2B5EF4-FFF2-40B4-BE49-F238E27FC236}">
                        <a16:creationId xmlns:a16="http://schemas.microsoft.com/office/drawing/2014/main" id="{1A5A5F33-56E7-40D2-90F8-F2113CAF7E1C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513" name="Group 1512">
                      <a:extLst>
                        <a:ext uri="{FF2B5EF4-FFF2-40B4-BE49-F238E27FC236}">
                          <a16:creationId xmlns:a16="http://schemas.microsoft.com/office/drawing/2014/main" id="{4FDB2B9B-85D5-4E3B-B453-307397AAEB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29" name="Group 1528">
                        <a:extLst>
                          <a:ext uri="{FF2B5EF4-FFF2-40B4-BE49-F238E27FC236}">
                            <a16:creationId xmlns:a16="http://schemas.microsoft.com/office/drawing/2014/main" id="{0715A18E-6B16-4E08-884D-8898706A24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7" name="Group 1536">
                          <a:extLst>
                            <a:ext uri="{FF2B5EF4-FFF2-40B4-BE49-F238E27FC236}">
                              <a16:creationId xmlns:a16="http://schemas.microsoft.com/office/drawing/2014/main" id="{E8EAAAC1-E8FF-4178-8853-8E3EE8D836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605BA350-AAB0-44EA-9B74-E1DE2FE8B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4602113E-1CCC-4E4B-B4EE-3509B4BC8B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8" name="Group 1537">
                          <a:extLst>
                            <a:ext uri="{FF2B5EF4-FFF2-40B4-BE49-F238E27FC236}">
                              <a16:creationId xmlns:a16="http://schemas.microsoft.com/office/drawing/2014/main" id="{8D4C61A7-CA84-4974-9242-D14C2A29A1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20B06531-5365-445D-8E8E-41B3438FA3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B2EFC09D-E528-4D09-BD82-1A000832ED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30" name="Group 1529">
                        <a:extLst>
                          <a:ext uri="{FF2B5EF4-FFF2-40B4-BE49-F238E27FC236}">
                            <a16:creationId xmlns:a16="http://schemas.microsoft.com/office/drawing/2014/main" id="{59F57E79-804A-4515-B380-20AC4A7B2B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31" name="Group 1530">
                          <a:extLst>
                            <a:ext uri="{FF2B5EF4-FFF2-40B4-BE49-F238E27FC236}">
                              <a16:creationId xmlns:a16="http://schemas.microsoft.com/office/drawing/2014/main" id="{1C3DD335-BD2C-4EFC-B175-32B9B3D2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871575B9-106A-40FF-8938-43C396631C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82F41F8B-BC33-41A5-8019-B7534C6672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32" name="Group 1531">
                          <a:extLst>
                            <a:ext uri="{FF2B5EF4-FFF2-40B4-BE49-F238E27FC236}">
                              <a16:creationId xmlns:a16="http://schemas.microsoft.com/office/drawing/2014/main" id="{C8E70F98-770F-4341-8AD0-1CDD4F9A98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FFA81530-56C0-450F-9D31-D989E25D99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CE85E3CD-4F48-4058-BD08-44DBE9A2EA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14" name="Group 1513">
                      <a:extLst>
                        <a:ext uri="{FF2B5EF4-FFF2-40B4-BE49-F238E27FC236}">
                          <a16:creationId xmlns:a16="http://schemas.microsoft.com/office/drawing/2014/main" id="{73DEC514-949D-4D42-BFDD-0AD189A499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515" name="Group 1514">
                        <a:extLst>
                          <a:ext uri="{FF2B5EF4-FFF2-40B4-BE49-F238E27FC236}">
                            <a16:creationId xmlns:a16="http://schemas.microsoft.com/office/drawing/2014/main" id="{C2AAAECF-AA49-49FA-B369-C882F8241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23" name="Group 1522">
                          <a:extLst>
                            <a:ext uri="{FF2B5EF4-FFF2-40B4-BE49-F238E27FC236}">
                              <a16:creationId xmlns:a16="http://schemas.microsoft.com/office/drawing/2014/main" id="{91296264-D016-4AC2-87E7-96F170E616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7" name="Rectangle 1526">
                            <a:extLst>
                              <a:ext uri="{FF2B5EF4-FFF2-40B4-BE49-F238E27FC236}">
                                <a16:creationId xmlns:a16="http://schemas.microsoft.com/office/drawing/2014/main" id="{2A182239-2763-4878-A2C6-166373EB2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5A726F0E-658D-4DC3-AFFE-41B719577D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82F09D8A-B0FD-40DD-B74C-F34D8C6FBA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5" name="Rectangle 1524">
                            <a:extLst>
                              <a:ext uri="{FF2B5EF4-FFF2-40B4-BE49-F238E27FC236}">
                                <a16:creationId xmlns:a16="http://schemas.microsoft.com/office/drawing/2014/main" id="{C7B4EFA4-0441-4AE8-8BF3-360323A29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526" name="Rectangle 1525">
                            <a:extLst>
                              <a:ext uri="{FF2B5EF4-FFF2-40B4-BE49-F238E27FC236}">
                                <a16:creationId xmlns:a16="http://schemas.microsoft.com/office/drawing/2014/main" id="{43635361-2CEB-4683-A485-25978E20D6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16" name="Group 1515">
                        <a:extLst>
                          <a:ext uri="{FF2B5EF4-FFF2-40B4-BE49-F238E27FC236}">
                            <a16:creationId xmlns:a16="http://schemas.microsoft.com/office/drawing/2014/main" id="{60D7427A-2C03-4AEE-A901-E7DC96623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17" name="Group 1516">
                          <a:extLst>
                            <a:ext uri="{FF2B5EF4-FFF2-40B4-BE49-F238E27FC236}">
                              <a16:creationId xmlns:a16="http://schemas.microsoft.com/office/drawing/2014/main" id="{11F31361-5502-4994-B129-D817A1A686A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C12A8096-66B6-482C-BEFD-E678CB36DB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522" name="Rectangle 1521">
                            <a:extLst>
                              <a:ext uri="{FF2B5EF4-FFF2-40B4-BE49-F238E27FC236}">
                                <a16:creationId xmlns:a16="http://schemas.microsoft.com/office/drawing/2014/main" id="{7A2C0F0D-46CB-42BD-8851-5498DCA78E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18" name="Group 1517">
                          <a:extLst>
                            <a:ext uri="{FF2B5EF4-FFF2-40B4-BE49-F238E27FC236}">
                              <a16:creationId xmlns:a16="http://schemas.microsoft.com/office/drawing/2014/main" id="{FDA66906-4F01-4DA0-BD46-163C1DB300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BFD03AFB-7BD1-4438-A015-1E6319C77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A13DDA29-2ADB-4848-9D7F-EB6A57515E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82" name="Group 1481">
                    <a:extLst>
                      <a:ext uri="{FF2B5EF4-FFF2-40B4-BE49-F238E27FC236}">
                        <a16:creationId xmlns:a16="http://schemas.microsoft.com/office/drawing/2014/main" id="{EBC41EF0-AF04-468A-8B95-D0347903F8DB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483" name="Group 1482">
                      <a:extLst>
                        <a:ext uri="{FF2B5EF4-FFF2-40B4-BE49-F238E27FC236}">
                          <a16:creationId xmlns:a16="http://schemas.microsoft.com/office/drawing/2014/main" id="{C669865E-C1C2-4B8A-AFA1-2EB391FF5C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99" name="Group 1498">
                        <a:extLst>
                          <a:ext uri="{FF2B5EF4-FFF2-40B4-BE49-F238E27FC236}">
                            <a16:creationId xmlns:a16="http://schemas.microsoft.com/office/drawing/2014/main" id="{567F7BE0-48F5-4F27-A488-F58E9B8789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7" name="Group 1506">
                          <a:extLst>
                            <a:ext uri="{FF2B5EF4-FFF2-40B4-BE49-F238E27FC236}">
                              <a16:creationId xmlns:a16="http://schemas.microsoft.com/office/drawing/2014/main" id="{C4A76211-E6F7-4E44-923B-7ABCB1E148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427F095D-0C50-49C9-BA7D-BBEFB7DDF1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8DA8A81C-CBAB-4CF4-A5D5-D68AD741D9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8" name="Group 1507">
                          <a:extLst>
                            <a:ext uri="{FF2B5EF4-FFF2-40B4-BE49-F238E27FC236}">
                              <a16:creationId xmlns:a16="http://schemas.microsoft.com/office/drawing/2014/main" id="{97668E4B-3FB8-4021-9A02-9D86ECF2D3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B5B390E3-BBC4-4D4B-8FF7-71E1C66629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50BE662A-4787-4613-990A-A8CCB6BB1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500" name="Group 1499">
                        <a:extLst>
                          <a:ext uri="{FF2B5EF4-FFF2-40B4-BE49-F238E27FC236}">
                            <a16:creationId xmlns:a16="http://schemas.microsoft.com/office/drawing/2014/main" id="{0DF72E13-E9C2-4DB0-893F-999A253300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6A6DA94-9812-4FCC-92CF-14CD4F9C14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DC94DB9D-6342-4CE6-8CE4-368289AAEF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1D32B79-F034-4C05-8621-81FE8A7810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502" name="Group 1501">
                          <a:extLst>
                            <a:ext uri="{FF2B5EF4-FFF2-40B4-BE49-F238E27FC236}">
                              <a16:creationId xmlns:a16="http://schemas.microsoft.com/office/drawing/2014/main" id="{3A4341EB-DDD5-4C1C-8404-36C7C0814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D8CB8521-E98A-40D9-9279-5CD6FE992C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308D5701-C3D5-4B13-A71E-E1B03E5982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84" name="Group 1483">
                      <a:extLst>
                        <a:ext uri="{FF2B5EF4-FFF2-40B4-BE49-F238E27FC236}">
                          <a16:creationId xmlns:a16="http://schemas.microsoft.com/office/drawing/2014/main" id="{DF7DABBD-9C17-493D-B4DA-29DEF7818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485" name="Group 1484">
                        <a:extLst>
                          <a:ext uri="{FF2B5EF4-FFF2-40B4-BE49-F238E27FC236}">
                            <a16:creationId xmlns:a16="http://schemas.microsoft.com/office/drawing/2014/main" id="{D1980FA5-6679-4172-9A77-1AC7E18283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93" name="Group 1492">
                          <a:extLst>
                            <a:ext uri="{FF2B5EF4-FFF2-40B4-BE49-F238E27FC236}">
                              <a16:creationId xmlns:a16="http://schemas.microsoft.com/office/drawing/2014/main" id="{ECB33924-A5C5-4150-866D-54A174B47D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BC614462-6699-4439-B50D-2771380D40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35F7C964-D9E4-499B-B59D-67BA3112D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494" name="Group 1493">
                          <a:extLst>
                            <a:ext uri="{FF2B5EF4-FFF2-40B4-BE49-F238E27FC236}">
                              <a16:creationId xmlns:a16="http://schemas.microsoft.com/office/drawing/2014/main" id="{5FA66D4A-5B19-4316-A807-99C06E064E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31536B63-BE8F-496B-9D55-2B1E991998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45C1DE38-5E1F-4A31-9D42-56A884490A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486" name="Group 1485">
                        <a:extLst>
                          <a:ext uri="{FF2B5EF4-FFF2-40B4-BE49-F238E27FC236}">
                            <a16:creationId xmlns:a16="http://schemas.microsoft.com/office/drawing/2014/main" id="{CD51F669-591C-4932-824D-4F326E844FA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487" name="Group 1486">
                          <a:extLst>
                            <a:ext uri="{FF2B5EF4-FFF2-40B4-BE49-F238E27FC236}">
                              <a16:creationId xmlns:a16="http://schemas.microsoft.com/office/drawing/2014/main" id="{F352C979-E317-43A6-99FC-30DA40B100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9F0E9316-5440-43C6-91DA-7BDF8C2BE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44DF93F-B524-4BE7-B404-EA42FAE8BA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488" name="Group 1487">
                          <a:extLst>
                            <a:ext uri="{FF2B5EF4-FFF2-40B4-BE49-F238E27FC236}">
                              <a16:creationId xmlns:a16="http://schemas.microsoft.com/office/drawing/2014/main" id="{B2CCA0FA-40EA-4E7C-9A80-A57D5393F6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4681139A-B270-481E-A04D-E89CDD738A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4FFE1924-7E63-4288-ABD5-8A89397A0A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1731" name="Group 1730">
            <a:extLst>
              <a:ext uri="{FF2B5EF4-FFF2-40B4-BE49-F238E27FC236}">
                <a16:creationId xmlns:a16="http://schemas.microsoft.com/office/drawing/2014/main" id="{2D493887-8BD8-4674-BBA0-C03B1E37D129}"/>
              </a:ext>
            </a:extLst>
          </p:cNvPr>
          <p:cNvGrpSpPr/>
          <p:nvPr/>
        </p:nvGrpSpPr>
        <p:grpSpPr>
          <a:xfrm>
            <a:off x="2002310" y="5030502"/>
            <a:ext cx="3657600" cy="184994"/>
            <a:chOff x="2304448" y="4766691"/>
            <a:chExt cx="7304970" cy="184994"/>
          </a:xfrm>
        </p:grpSpPr>
        <p:grpSp>
          <p:nvGrpSpPr>
            <p:cNvPr id="1732" name="Group 1731">
              <a:extLst>
                <a:ext uri="{FF2B5EF4-FFF2-40B4-BE49-F238E27FC236}">
                  <a16:creationId xmlns:a16="http://schemas.microsoft.com/office/drawing/2014/main" id="{18D908F3-9AF9-4C46-BDC8-1AC0258AAF74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988" name="Group 1987">
                <a:extLst>
                  <a:ext uri="{FF2B5EF4-FFF2-40B4-BE49-F238E27FC236}">
                    <a16:creationId xmlns:a16="http://schemas.microsoft.com/office/drawing/2014/main" id="{10A927B9-13E3-4740-9938-CB68DED75DC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116" name="Group 2115">
                  <a:extLst>
                    <a:ext uri="{FF2B5EF4-FFF2-40B4-BE49-F238E27FC236}">
                      <a16:creationId xmlns:a16="http://schemas.microsoft.com/office/drawing/2014/main" id="{6996D691-D9FD-46EF-A57E-0BFF2B0FCCC1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80" name="Group 2179">
                    <a:extLst>
                      <a:ext uri="{FF2B5EF4-FFF2-40B4-BE49-F238E27FC236}">
                        <a16:creationId xmlns:a16="http://schemas.microsoft.com/office/drawing/2014/main" id="{F0CA976D-1938-4FEE-83F6-14C3641D74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12" name="Group 2211">
                      <a:extLst>
                        <a:ext uri="{FF2B5EF4-FFF2-40B4-BE49-F238E27FC236}">
                          <a16:creationId xmlns:a16="http://schemas.microsoft.com/office/drawing/2014/main" id="{1D73E4C6-88E4-4FC9-B6F4-136F6A655C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28" name="Group 2227">
                        <a:extLst>
                          <a:ext uri="{FF2B5EF4-FFF2-40B4-BE49-F238E27FC236}">
                            <a16:creationId xmlns:a16="http://schemas.microsoft.com/office/drawing/2014/main" id="{F5F8A4D0-1DA5-4DFC-9882-771241B081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6" name="Group 2235">
                          <a:extLst>
                            <a:ext uri="{FF2B5EF4-FFF2-40B4-BE49-F238E27FC236}">
                              <a16:creationId xmlns:a16="http://schemas.microsoft.com/office/drawing/2014/main" id="{A817CB08-2D57-47B1-9DB2-7C4929EFE7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40" name="Rectangle 2239">
                            <a:extLst>
                              <a:ext uri="{FF2B5EF4-FFF2-40B4-BE49-F238E27FC236}">
                                <a16:creationId xmlns:a16="http://schemas.microsoft.com/office/drawing/2014/main" id="{2EE5ADA5-B1A0-4B68-969A-0491AB0740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241" name="Rectangle 2240">
                            <a:extLst>
                              <a:ext uri="{FF2B5EF4-FFF2-40B4-BE49-F238E27FC236}">
                                <a16:creationId xmlns:a16="http://schemas.microsoft.com/office/drawing/2014/main" id="{DF947873-9CC4-4004-87AE-6615A95F0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7" name="Group 2236">
                          <a:extLst>
                            <a:ext uri="{FF2B5EF4-FFF2-40B4-BE49-F238E27FC236}">
                              <a16:creationId xmlns:a16="http://schemas.microsoft.com/office/drawing/2014/main" id="{40010566-1268-47B2-8F5F-1272FE8F1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8" name="Rectangle 2237">
                            <a:extLst>
                              <a:ext uri="{FF2B5EF4-FFF2-40B4-BE49-F238E27FC236}">
                                <a16:creationId xmlns:a16="http://schemas.microsoft.com/office/drawing/2014/main" id="{E660FE4E-55B7-4AF9-93A2-B0DF16EC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239" name="Rectangle 2238">
                            <a:extLst>
                              <a:ext uri="{FF2B5EF4-FFF2-40B4-BE49-F238E27FC236}">
                                <a16:creationId xmlns:a16="http://schemas.microsoft.com/office/drawing/2014/main" id="{6F06AC82-A68B-4619-A4A8-715987F7C9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29" name="Group 2228">
                        <a:extLst>
                          <a:ext uri="{FF2B5EF4-FFF2-40B4-BE49-F238E27FC236}">
                            <a16:creationId xmlns:a16="http://schemas.microsoft.com/office/drawing/2014/main" id="{088593EA-7758-48F8-985F-00A6B8DB1B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30" name="Group 2229">
                          <a:extLst>
                            <a:ext uri="{FF2B5EF4-FFF2-40B4-BE49-F238E27FC236}">
                              <a16:creationId xmlns:a16="http://schemas.microsoft.com/office/drawing/2014/main" id="{1BB0132A-C4C3-4E0C-A7BD-7225B40FBE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4" name="Rectangle 2233">
                            <a:extLst>
                              <a:ext uri="{FF2B5EF4-FFF2-40B4-BE49-F238E27FC236}">
                                <a16:creationId xmlns:a16="http://schemas.microsoft.com/office/drawing/2014/main" id="{B2CF0AD6-A555-46A4-82D7-776CBF3022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235" name="Rectangle 2234">
                            <a:extLst>
                              <a:ext uri="{FF2B5EF4-FFF2-40B4-BE49-F238E27FC236}">
                                <a16:creationId xmlns:a16="http://schemas.microsoft.com/office/drawing/2014/main" id="{AACC1205-8EDB-4ED0-996D-211EB8E19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31" name="Group 2230">
                          <a:extLst>
                            <a:ext uri="{FF2B5EF4-FFF2-40B4-BE49-F238E27FC236}">
                              <a16:creationId xmlns:a16="http://schemas.microsoft.com/office/drawing/2014/main" id="{50C241B4-CCB8-43CF-97B0-D4A9C47D659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32" name="Rectangle 2231">
                            <a:extLst>
                              <a:ext uri="{FF2B5EF4-FFF2-40B4-BE49-F238E27FC236}">
                                <a16:creationId xmlns:a16="http://schemas.microsoft.com/office/drawing/2014/main" id="{AE89F140-A567-46B0-AF1B-BCB55E836B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233" name="Rectangle 2232">
                            <a:extLst>
                              <a:ext uri="{FF2B5EF4-FFF2-40B4-BE49-F238E27FC236}">
                                <a16:creationId xmlns:a16="http://schemas.microsoft.com/office/drawing/2014/main" id="{965D55D6-3B49-424A-A48D-009EBCD84A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13" name="Group 2212">
                      <a:extLst>
                        <a:ext uri="{FF2B5EF4-FFF2-40B4-BE49-F238E27FC236}">
                          <a16:creationId xmlns:a16="http://schemas.microsoft.com/office/drawing/2014/main" id="{D78E509A-692A-42B1-8C0C-819C277A3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14" name="Group 2213">
                        <a:extLst>
                          <a:ext uri="{FF2B5EF4-FFF2-40B4-BE49-F238E27FC236}">
                            <a16:creationId xmlns:a16="http://schemas.microsoft.com/office/drawing/2014/main" id="{860C2A20-ECD4-42CD-ADFF-E059C5FCB6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22" name="Group 2221">
                          <a:extLst>
                            <a:ext uri="{FF2B5EF4-FFF2-40B4-BE49-F238E27FC236}">
                              <a16:creationId xmlns:a16="http://schemas.microsoft.com/office/drawing/2014/main" id="{2687A81E-910C-4922-935A-9ACCC67E44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6" name="Rectangle 2225">
                            <a:extLst>
                              <a:ext uri="{FF2B5EF4-FFF2-40B4-BE49-F238E27FC236}">
                                <a16:creationId xmlns:a16="http://schemas.microsoft.com/office/drawing/2014/main" id="{199CB1AE-6568-48FE-9B0F-E939BF97F7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27" name="Rectangle 2226">
                            <a:extLst>
                              <a:ext uri="{FF2B5EF4-FFF2-40B4-BE49-F238E27FC236}">
                                <a16:creationId xmlns:a16="http://schemas.microsoft.com/office/drawing/2014/main" id="{605F290F-901D-4247-828B-EEB74A485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23" name="Group 2222">
                          <a:extLst>
                            <a:ext uri="{FF2B5EF4-FFF2-40B4-BE49-F238E27FC236}">
                              <a16:creationId xmlns:a16="http://schemas.microsoft.com/office/drawing/2014/main" id="{999630DE-8ADF-4519-9267-30362D96C9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4" name="Rectangle 2223">
                            <a:extLst>
                              <a:ext uri="{FF2B5EF4-FFF2-40B4-BE49-F238E27FC236}">
                                <a16:creationId xmlns:a16="http://schemas.microsoft.com/office/drawing/2014/main" id="{C95508B2-9383-49D4-861F-92463F90D6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25" name="Rectangle 2224">
                            <a:extLst>
                              <a:ext uri="{FF2B5EF4-FFF2-40B4-BE49-F238E27FC236}">
                                <a16:creationId xmlns:a16="http://schemas.microsoft.com/office/drawing/2014/main" id="{2707AF8B-1EB5-43F3-817B-17F9B93D99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15" name="Group 2214">
                        <a:extLst>
                          <a:ext uri="{FF2B5EF4-FFF2-40B4-BE49-F238E27FC236}">
                            <a16:creationId xmlns:a16="http://schemas.microsoft.com/office/drawing/2014/main" id="{08C4C3AA-A23F-419C-84A9-BCCE1200C4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16" name="Group 2215">
                          <a:extLst>
                            <a:ext uri="{FF2B5EF4-FFF2-40B4-BE49-F238E27FC236}">
                              <a16:creationId xmlns:a16="http://schemas.microsoft.com/office/drawing/2014/main" id="{AFA34287-FAE0-45E7-A91F-C4CBDB277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20" name="Rectangle 2219">
                            <a:extLst>
                              <a:ext uri="{FF2B5EF4-FFF2-40B4-BE49-F238E27FC236}">
                                <a16:creationId xmlns:a16="http://schemas.microsoft.com/office/drawing/2014/main" id="{15DC2EA8-C8DE-4FA9-A4B0-23D1D850F6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21" name="Rectangle 2220">
                            <a:extLst>
                              <a:ext uri="{FF2B5EF4-FFF2-40B4-BE49-F238E27FC236}">
                                <a16:creationId xmlns:a16="http://schemas.microsoft.com/office/drawing/2014/main" id="{C2C72AD6-1EA3-4BF8-BA59-58C1F7A7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17" name="Group 2216">
                          <a:extLst>
                            <a:ext uri="{FF2B5EF4-FFF2-40B4-BE49-F238E27FC236}">
                              <a16:creationId xmlns:a16="http://schemas.microsoft.com/office/drawing/2014/main" id="{6E951B66-6684-44EF-933F-090E4060A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8" name="Rectangle 2217">
                            <a:extLst>
                              <a:ext uri="{FF2B5EF4-FFF2-40B4-BE49-F238E27FC236}">
                                <a16:creationId xmlns:a16="http://schemas.microsoft.com/office/drawing/2014/main" id="{26D8EB4B-098B-433E-8CD6-F4D3534B14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19" name="Rectangle 2218">
                            <a:extLst>
                              <a:ext uri="{FF2B5EF4-FFF2-40B4-BE49-F238E27FC236}">
                                <a16:creationId xmlns:a16="http://schemas.microsoft.com/office/drawing/2014/main" id="{525498ED-B63A-4BBC-8276-26431D87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81" name="Group 2180">
                    <a:extLst>
                      <a:ext uri="{FF2B5EF4-FFF2-40B4-BE49-F238E27FC236}">
                        <a16:creationId xmlns:a16="http://schemas.microsoft.com/office/drawing/2014/main" id="{FF776765-6914-471C-970A-7CE9E951E9D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82" name="Group 2181">
                      <a:extLst>
                        <a:ext uri="{FF2B5EF4-FFF2-40B4-BE49-F238E27FC236}">
                          <a16:creationId xmlns:a16="http://schemas.microsoft.com/office/drawing/2014/main" id="{7E4518BF-5502-409A-8589-B5A94348F2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98" name="Group 2197">
                        <a:extLst>
                          <a:ext uri="{FF2B5EF4-FFF2-40B4-BE49-F238E27FC236}">
                            <a16:creationId xmlns:a16="http://schemas.microsoft.com/office/drawing/2014/main" id="{C3263D98-F903-4111-956F-BEC6583FA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6" name="Group 2205">
                          <a:extLst>
                            <a:ext uri="{FF2B5EF4-FFF2-40B4-BE49-F238E27FC236}">
                              <a16:creationId xmlns:a16="http://schemas.microsoft.com/office/drawing/2014/main" id="{A6ED09B8-A641-42EF-AD67-38C51DFCE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10" name="Rectangle 2209">
                            <a:extLst>
                              <a:ext uri="{FF2B5EF4-FFF2-40B4-BE49-F238E27FC236}">
                                <a16:creationId xmlns:a16="http://schemas.microsoft.com/office/drawing/2014/main" id="{D5071768-E50E-4E42-99FE-B97A48BED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11" name="Rectangle 2210">
                            <a:extLst>
                              <a:ext uri="{FF2B5EF4-FFF2-40B4-BE49-F238E27FC236}">
                                <a16:creationId xmlns:a16="http://schemas.microsoft.com/office/drawing/2014/main" id="{BFC309DC-33BD-4EE4-B1C5-A4B303C873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7" name="Group 2206">
                          <a:extLst>
                            <a:ext uri="{FF2B5EF4-FFF2-40B4-BE49-F238E27FC236}">
                              <a16:creationId xmlns:a16="http://schemas.microsoft.com/office/drawing/2014/main" id="{5C0045F9-C54F-4114-84F7-E349F71CA6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8" name="Rectangle 2207">
                            <a:extLst>
                              <a:ext uri="{FF2B5EF4-FFF2-40B4-BE49-F238E27FC236}">
                                <a16:creationId xmlns:a16="http://schemas.microsoft.com/office/drawing/2014/main" id="{92A1C037-A14E-4CE7-BB15-A11A28552C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09" name="Rectangle 2208">
                            <a:extLst>
                              <a:ext uri="{FF2B5EF4-FFF2-40B4-BE49-F238E27FC236}">
                                <a16:creationId xmlns:a16="http://schemas.microsoft.com/office/drawing/2014/main" id="{9136A7F2-037B-486A-A3F8-F5C05E4149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99" name="Group 2198">
                        <a:extLst>
                          <a:ext uri="{FF2B5EF4-FFF2-40B4-BE49-F238E27FC236}">
                            <a16:creationId xmlns:a16="http://schemas.microsoft.com/office/drawing/2014/main" id="{892A0D1C-DB5D-4832-8E39-FCCEB2649A1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00" name="Group 2199">
                          <a:extLst>
                            <a:ext uri="{FF2B5EF4-FFF2-40B4-BE49-F238E27FC236}">
                              <a16:creationId xmlns:a16="http://schemas.microsoft.com/office/drawing/2014/main" id="{BE65813D-A331-46A2-93A8-BB8D5F0C1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4" name="Rectangle 2203">
                            <a:extLst>
                              <a:ext uri="{FF2B5EF4-FFF2-40B4-BE49-F238E27FC236}">
                                <a16:creationId xmlns:a16="http://schemas.microsoft.com/office/drawing/2014/main" id="{2C06403F-969A-4530-948C-16498FC02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05" name="Rectangle 2204">
                            <a:extLst>
                              <a:ext uri="{FF2B5EF4-FFF2-40B4-BE49-F238E27FC236}">
                                <a16:creationId xmlns:a16="http://schemas.microsoft.com/office/drawing/2014/main" id="{E018EE01-9D29-404B-B267-777BAF4A5A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01" name="Group 2200">
                          <a:extLst>
                            <a:ext uri="{FF2B5EF4-FFF2-40B4-BE49-F238E27FC236}">
                              <a16:creationId xmlns:a16="http://schemas.microsoft.com/office/drawing/2014/main" id="{F5A2D671-F6A6-4D05-A238-83DB482CF77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02" name="Rectangle 2201">
                            <a:extLst>
                              <a:ext uri="{FF2B5EF4-FFF2-40B4-BE49-F238E27FC236}">
                                <a16:creationId xmlns:a16="http://schemas.microsoft.com/office/drawing/2014/main" id="{A438DFD4-F26B-4D4A-A5FC-E9BA18D0D9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03" name="Rectangle 2202">
                            <a:extLst>
                              <a:ext uri="{FF2B5EF4-FFF2-40B4-BE49-F238E27FC236}">
                                <a16:creationId xmlns:a16="http://schemas.microsoft.com/office/drawing/2014/main" id="{2610F2C0-FF1E-44B6-B98F-45DA61E274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83" name="Group 2182">
                      <a:extLst>
                        <a:ext uri="{FF2B5EF4-FFF2-40B4-BE49-F238E27FC236}">
                          <a16:creationId xmlns:a16="http://schemas.microsoft.com/office/drawing/2014/main" id="{F999FE60-C1F5-49F7-AA5F-3079313EAF2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84" name="Group 2183">
                        <a:extLst>
                          <a:ext uri="{FF2B5EF4-FFF2-40B4-BE49-F238E27FC236}">
                            <a16:creationId xmlns:a16="http://schemas.microsoft.com/office/drawing/2014/main" id="{03F53113-26AC-4269-9637-B7FFF2E259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92" name="Group 2191">
                          <a:extLst>
                            <a:ext uri="{FF2B5EF4-FFF2-40B4-BE49-F238E27FC236}">
                              <a16:creationId xmlns:a16="http://schemas.microsoft.com/office/drawing/2014/main" id="{645F782C-6302-475A-A0AA-F5DA1CA5C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6" name="Rectangle 2195">
                            <a:extLst>
                              <a:ext uri="{FF2B5EF4-FFF2-40B4-BE49-F238E27FC236}">
                                <a16:creationId xmlns:a16="http://schemas.microsoft.com/office/drawing/2014/main" id="{3218200E-C4E0-445F-8D84-46EC89CAEA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97" name="Rectangle 2196">
                            <a:extLst>
                              <a:ext uri="{FF2B5EF4-FFF2-40B4-BE49-F238E27FC236}">
                                <a16:creationId xmlns:a16="http://schemas.microsoft.com/office/drawing/2014/main" id="{B1BD3113-8EF3-468B-93A4-AA0AC7B6B6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93" name="Group 2192">
                          <a:extLst>
                            <a:ext uri="{FF2B5EF4-FFF2-40B4-BE49-F238E27FC236}">
                              <a16:creationId xmlns:a16="http://schemas.microsoft.com/office/drawing/2014/main" id="{FF386D2B-1DA9-48A7-AEEA-DD27BDEF3CB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4" name="Rectangle 2193">
                            <a:extLst>
                              <a:ext uri="{FF2B5EF4-FFF2-40B4-BE49-F238E27FC236}">
                                <a16:creationId xmlns:a16="http://schemas.microsoft.com/office/drawing/2014/main" id="{DCB642F6-2AB8-4F11-B1DE-BAD6E6696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95" name="Rectangle 2194">
                            <a:extLst>
                              <a:ext uri="{FF2B5EF4-FFF2-40B4-BE49-F238E27FC236}">
                                <a16:creationId xmlns:a16="http://schemas.microsoft.com/office/drawing/2014/main" id="{1CBBF13F-7A9C-4F07-8E72-2B7F19175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31C6A6C3-A4A1-4A78-8E53-98C6DF42D88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86" name="Group 2185">
                          <a:extLst>
                            <a:ext uri="{FF2B5EF4-FFF2-40B4-BE49-F238E27FC236}">
                              <a16:creationId xmlns:a16="http://schemas.microsoft.com/office/drawing/2014/main" id="{13A54ACB-1A3F-4660-8D4E-F1546001BD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90" name="Rectangle 2189">
                            <a:extLst>
                              <a:ext uri="{FF2B5EF4-FFF2-40B4-BE49-F238E27FC236}">
                                <a16:creationId xmlns:a16="http://schemas.microsoft.com/office/drawing/2014/main" id="{0D6E8CF5-CEC2-4EA4-B310-018681865A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91" name="Rectangle 2190">
                            <a:extLst>
                              <a:ext uri="{FF2B5EF4-FFF2-40B4-BE49-F238E27FC236}">
                                <a16:creationId xmlns:a16="http://schemas.microsoft.com/office/drawing/2014/main" id="{1821C747-BDED-4045-9D24-4F1C21C72D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87" name="Group 2186">
                          <a:extLst>
                            <a:ext uri="{FF2B5EF4-FFF2-40B4-BE49-F238E27FC236}">
                              <a16:creationId xmlns:a16="http://schemas.microsoft.com/office/drawing/2014/main" id="{DD0AB00D-2FC5-4D4A-B6B5-10853E43C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88" name="Rectangle 2187">
                            <a:extLst>
                              <a:ext uri="{FF2B5EF4-FFF2-40B4-BE49-F238E27FC236}">
                                <a16:creationId xmlns:a16="http://schemas.microsoft.com/office/drawing/2014/main" id="{F1166C33-3903-418A-A1A5-5A6D528A8D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89" name="Rectangle 2188">
                            <a:extLst>
                              <a:ext uri="{FF2B5EF4-FFF2-40B4-BE49-F238E27FC236}">
                                <a16:creationId xmlns:a16="http://schemas.microsoft.com/office/drawing/2014/main" id="{1092305C-5AE5-4965-8C95-8135C59E4E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117" name="Group 2116">
                  <a:extLst>
                    <a:ext uri="{FF2B5EF4-FFF2-40B4-BE49-F238E27FC236}">
                      <a16:creationId xmlns:a16="http://schemas.microsoft.com/office/drawing/2014/main" id="{968F390A-8A28-4DB3-AB64-22E0A16EB4B7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118" name="Group 2117">
                    <a:extLst>
                      <a:ext uri="{FF2B5EF4-FFF2-40B4-BE49-F238E27FC236}">
                        <a16:creationId xmlns:a16="http://schemas.microsoft.com/office/drawing/2014/main" id="{D91FB500-425B-497D-96B0-5B3DD4F66E3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50" name="Group 2149">
                      <a:extLst>
                        <a:ext uri="{FF2B5EF4-FFF2-40B4-BE49-F238E27FC236}">
                          <a16:creationId xmlns:a16="http://schemas.microsoft.com/office/drawing/2014/main" id="{A5BA0044-6D5C-4E9D-86DC-491BF03342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66" name="Group 2165">
                        <a:extLst>
                          <a:ext uri="{FF2B5EF4-FFF2-40B4-BE49-F238E27FC236}">
                            <a16:creationId xmlns:a16="http://schemas.microsoft.com/office/drawing/2014/main" id="{989B9EA5-F23A-4EA9-AAB7-3D4BAEB77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74" name="Group 2173">
                          <a:extLst>
                            <a:ext uri="{FF2B5EF4-FFF2-40B4-BE49-F238E27FC236}">
                              <a16:creationId xmlns:a16="http://schemas.microsoft.com/office/drawing/2014/main" id="{69E05039-CD9E-434A-910F-1002E81568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8" name="Rectangle 2177">
                            <a:extLst>
                              <a:ext uri="{FF2B5EF4-FFF2-40B4-BE49-F238E27FC236}">
                                <a16:creationId xmlns:a16="http://schemas.microsoft.com/office/drawing/2014/main" id="{E6CEC474-AAB0-4AC3-A7D8-F942401CB3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79" name="Rectangle 2178">
                            <a:extLst>
                              <a:ext uri="{FF2B5EF4-FFF2-40B4-BE49-F238E27FC236}">
                                <a16:creationId xmlns:a16="http://schemas.microsoft.com/office/drawing/2014/main" id="{697C3E36-2F04-40D7-9156-ED54BFDBF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75" name="Group 2174">
                          <a:extLst>
                            <a:ext uri="{FF2B5EF4-FFF2-40B4-BE49-F238E27FC236}">
                              <a16:creationId xmlns:a16="http://schemas.microsoft.com/office/drawing/2014/main" id="{864EBCD6-0FBD-4706-A3A4-30CBFBED83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6" name="Rectangle 2175">
                            <a:extLst>
                              <a:ext uri="{FF2B5EF4-FFF2-40B4-BE49-F238E27FC236}">
                                <a16:creationId xmlns:a16="http://schemas.microsoft.com/office/drawing/2014/main" id="{33A30EBD-E751-4D26-9DE1-C4F0D24EF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77" name="Rectangle 2176">
                            <a:extLst>
                              <a:ext uri="{FF2B5EF4-FFF2-40B4-BE49-F238E27FC236}">
                                <a16:creationId xmlns:a16="http://schemas.microsoft.com/office/drawing/2014/main" id="{E4B33FCF-3C82-45FE-A970-BD314BC196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67" name="Group 2166">
                        <a:extLst>
                          <a:ext uri="{FF2B5EF4-FFF2-40B4-BE49-F238E27FC236}">
                            <a16:creationId xmlns:a16="http://schemas.microsoft.com/office/drawing/2014/main" id="{EFFC1216-A8ED-45DA-98FB-E67ED6551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8" name="Group 2167">
                          <a:extLst>
                            <a:ext uri="{FF2B5EF4-FFF2-40B4-BE49-F238E27FC236}">
                              <a16:creationId xmlns:a16="http://schemas.microsoft.com/office/drawing/2014/main" id="{D60CFE3A-9559-4036-89C4-53B27D6CE0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2" name="Rectangle 2171">
                            <a:extLst>
                              <a:ext uri="{FF2B5EF4-FFF2-40B4-BE49-F238E27FC236}">
                                <a16:creationId xmlns:a16="http://schemas.microsoft.com/office/drawing/2014/main" id="{7481BD22-25A5-489D-AA35-98B866647E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73" name="Rectangle 2172">
                            <a:extLst>
                              <a:ext uri="{FF2B5EF4-FFF2-40B4-BE49-F238E27FC236}">
                                <a16:creationId xmlns:a16="http://schemas.microsoft.com/office/drawing/2014/main" id="{7C2E6D09-B208-4CDC-9C14-5C5BE3FB10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9" name="Group 2168">
                          <a:extLst>
                            <a:ext uri="{FF2B5EF4-FFF2-40B4-BE49-F238E27FC236}">
                              <a16:creationId xmlns:a16="http://schemas.microsoft.com/office/drawing/2014/main" id="{197143F6-2323-41AE-B992-924006B62B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70" name="Rectangle 2169">
                            <a:extLst>
                              <a:ext uri="{FF2B5EF4-FFF2-40B4-BE49-F238E27FC236}">
                                <a16:creationId xmlns:a16="http://schemas.microsoft.com/office/drawing/2014/main" id="{3F3F8041-34DD-447B-8452-C8CA7CA22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71" name="Rectangle 2170">
                            <a:extLst>
                              <a:ext uri="{FF2B5EF4-FFF2-40B4-BE49-F238E27FC236}">
                                <a16:creationId xmlns:a16="http://schemas.microsoft.com/office/drawing/2014/main" id="{40495383-A991-46B8-AD50-1AEE261EC2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51" name="Group 2150">
                      <a:extLst>
                        <a:ext uri="{FF2B5EF4-FFF2-40B4-BE49-F238E27FC236}">
                          <a16:creationId xmlns:a16="http://schemas.microsoft.com/office/drawing/2014/main" id="{ECBCB5B8-51E0-4341-BCD6-7B2325DEB5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52" name="Group 2151">
                        <a:extLst>
                          <a:ext uri="{FF2B5EF4-FFF2-40B4-BE49-F238E27FC236}">
                            <a16:creationId xmlns:a16="http://schemas.microsoft.com/office/drawing/2014/main" id="{3E8371D2-CDBE-4C31-B258-3BBC5164AC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60" name="Group 2159">
                          <a:extLst>
                            <a:ext uri="{FF2B5EF4-FFF2-40B4-BE49-F238E27FC236}">
                              <a16:creationId xmlns:a16="http://schemas.microsoft.com/office/drawing/2014/main" id="{F9015E86-0B91-41C9-B591-830E4E030C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4" name="Rectangle 2163">
                            <a:extLst>
                              <a:ext uri="{FF2B5EF4-FFF2-40B4-BE49-F238E27FC236}">
                                <a16:creationId xmlns:a16="http://schemas.microsoft.com/office/drawing/2014/main" id="{D8539402-48C1-4F02-AD2E-742AFA43BB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65" name="Rectangle 2164">
                            <a:extLst>
                              <a:ext uri="{FF2B5EF4-FFF2-40B4-BE49-F238E27FC236}">
                                <a16:creationId xmlns:a16="http://schemas.microsoft.com/office/drawing/2014/main" id="{D22C79C1-A62D-4119-9838-88FFAF9EF8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61" name="Group 2160">
                          <a:extLst>
                            <a:ext uri="{FF2B5EF4-FFF2-40B4-BE49-F238E27FC236}">
                              <a16:creationId xmlns:a16="http://schemas.microsoft.com/office/drawing/2014/main" id="{B9451DFB-3556-4AC9-800F-D805229059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62" name="Rectangle 2161">
                            <a:extLst>
                              <a:ext uri="{FF2B5EF4-FFF2-40B4-BE49-F238E27FC236}">
                                <a16:creationId xmlns:a16="http://schemas.microsoft.com/office/drawing/2014/main" id="{C09D35A5-6C20-4FCA-9ED1-D92413E4AF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163" name="Rectangle 2162">
                            <a:extLst>
                              <a:ext uri="{FF2B5EF4-FFF2-40B4-BE49-F238E27FC236}">
                                <a16:creationId xmlns:a16="http://schemas.microsoft.com/office/drawing/2014/main" id="{5AC100FA-285D-4F01-9CCE-80D4614FD63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53" name="Group 2152">
                        <a:extLst>
                          <a:ext uri="{FF2B5EF4-FFF2-40B4-BE49-F238E27FC236}">
                            <a16:creationId xmlns:a16="http://schemas.microsoft.com/office/drawing/2014/main" id="{5B064EF3-6A63-4FF0-ABB9-E0C7A0C73F5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54" name="Group 2153">
                          <a:extLst>
                            <a:ext uri="{FF2B5EF4-FFF2-40B4-BE49-F238E27FC236}">
                              <a16:creationId xmlns:a16="http://schemas.microsoft.com/office/drawing/2014/main" id="{CA9E6441-C911-4CEB-9F11-6144D4A186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8" name="Rectangle 2157">
                            <a:extLst>
                              <a:ext uri="{FF2B5EF4-FFF2-40B4-BE49-F238E27FC236}">
                                <a16:creationId xmlns:a16="http://schemas.microsoft.com/office/drawing/2014/main" id="{1BCED1B9-AD79-4292-AA99-B0BF9105E2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159" name="Rectangle 2158">
                            <a:extLst>
                              <a:ext uri="{FF2B5EF4-FFF2-40B4-BE49-F238E27FC236}">
                                <a16:creationId xmlns:a16="http://schemas.microsoft.com/office/drawing/2014/main" id="{31F8B548-47D1-44E5-96A6-784CEA0736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55" name="Group 2154">
                          <a:extLst>
                            <a:ext uri="{FF2B5EF4-FFF2-40B4-BE49-F238E27FC236}">
                              <a16:creationId xmlns:a16="http://schemas.microsoft.com/office/drawing/2014/main" id="{724C433B-9E44-4942-B2A4-BFE8274D1A4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56" name="Rectangle 2155">
                            <a:extLst>
                              <a:ext uri="{FF2B5EF4-FFF2-40B4-BE49-F238E27FC236}">
                                <a16:creationId xmlns:a16="http://schemas.microsoft.com/office/drawing/2014/main" id="{0202686B-1791-424D-AAA1-D178E3EF24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157" name="Rectangle 2156">
                            <a:extLst>
                              <a:ext uri="{FF2B5EF4-FFF2-40B4-BE49-F238E27FC236}">
                                <a16:creationId xmlns:a16="http://schemas.microsoft.com/office/drawing/2014/main" id="{CEE6F174-D435-4154-8DF0-73CFEAF098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119" name="Group 2118">
                    <a:extLst>
                      <a:ext uri="{FF2B5EF4-FFF2-40B4-BE49-F238E27FC236}">
                        <a16:creationId xmlns:a16="http://schemas.microsoft.com/office/drawing/2014/main" id="{F84E3A15-C7D8-452E-81C9-AFCDE1C29F6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120" name="Group 2119">
                      <a:extLst>
                        <a:ext uri="{FF2B5EF4-FFF2-40B4-BE49-F238E27FC236}">
                          <a16:creationId xmlns:a16="http://schemas.microsoft.com/office/drawing/2014/main" id="{DC86976E-55DF-4C63-AD37-1D363D9D3F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36" name="Group 2135">
                        <a:extLst>
                          <a:ext uri="{FF2B5EF4-FFF2-40B4-BE49-F238E27FC236}">
                            <a16:creationId xmlns:a16="http://schemas.microsoft.com/office/drawing/2014/main" id="{E3CEEC3E-EE64-4313-A08B-B0899954876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44" name="Group 2143">
                          <a:extLst>
                            <a:ext uri="{FF2B5EF4-FFF2-40B4-BE49-F238E27FC236}">
                              <a16:creationId xmlns:a16="http://schemas.microsoft.com/office/drawing/2014/main" id="{83F9D8D8-E1DC-48F3-BC16-D055BE2B00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8" name="Rectangle 2147">
                            <a:extLst>
                              <a:ext uri="{FF2B5EF4-FFF2-40B4-BE49-F238E27FC236}">
                                <a16:creationId xmlns:a16="http://schemas.microsoft.com/office/drawing/2014/main" id="{AD3CC3F0-08BC-4139-AC32-C9F6DB844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149" name="Rectangle 2148">
                            <a:extLst>
                              <a:ext uri="{FF2B5EF4-FFF2-40B4-BE49-F238E27FC236}">
                                <a16:creationId xmlns:a16="http://schemas.microsoft.com/office/drawing/2014/main" id="{3A0A10E8-07FF-4F79-B98F-21CAE7D5FD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45" name="Group 2144">
                          <a:extLst>
                            <a:ext uri="{FF2B5EF4-FFF2-40B4-BE49-F238E27FC236}">
                              <a16:creationId xmlns:a16="http://schemas.microsoft.com/office/drawing/2014/main" id="{6EB99B00-494A-4871-821C-DD03D7580A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6" name="Rectangle 2145">
                            <a:extLst>
                              <a:ext uri="{FF2B5EF4-FFF2-40B4-BE49-F238E27FC236}">
                                <a16:creationId xmlns:a16="http://schemas.microsoft.com/office/drawing/2014/main" id="{730C2228-B7BB-437A-84A8-93BF71846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147" name="Rectangle 2146">
                            <a:extLst>
                              <a:ext uri="{FF2B5EF4-FFF2-40B4-BE49-F238E27FC236}">
                                <a16:creationId xmlns:a16="http://schemas.microsoft.com/office/drawing/2014/main" id="{CFE7240B-BA8D-455F-812A-F6D6DB66E6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37" name="Group 2136">
                        <a:extLst>
                          <a:ext uri="{FF2B5EF4-FFF2-40B4-BE49-F238E27FC236}">
                            <a16:creationId xmlns:a16="http://schemas.microsoft.com/office/drawing/2014/main" id="{CCDDF4D1-9ECC-44E8-B767-E2DC5E4EA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8" name="Group 2137">
                          <a:extLst>
                            <a:ext uri="{FF2B5EF4-FFF2-40B4-BE49-F238E27FC236}">
                              <a16:creationId xmlns:a16="http://schemas.microsoft.com/office/drawing/2014/main" id="{57A76985-F232-4564-92E7-C689716F5B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2" name="Rectangle 2141">
                            <a:extLst>
                              <a:ext uri="{FF2B5EF4-FFF2-40B4-BE49-F238E27FC236}">
                                <a16:creationId xmlns:a16="http://schemas.microsoft.com/office/drawing/2014/main" id="{3C7B2D58-3C6D-4E95-B226-B42442696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143" name="Rectangle 2142">
                            <a:extLst>
                              <a:ext uri="{FF2B5EF4-FFF2-40B4-BE49-F238E27FC236}">
                                <a16:creationId xmlns:a16="http://schemas.microsoft.com/office/drawing/2014/main" id="{B067ACAA-C998-4869-B9C8-33542C597A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9" name="Group 2138">
                          <a:extLst>
                            <a:ext uri="{FF2B5EF4-FFF2-40B4-BE49-F238E27FC236}">
                              <a16:creationId xmlns:a16="http://schemas.microsoft.com/office/drawing/2014/main" id="{F858CEB4-9D63-4157-BF9B-81D79A0F23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40" name="Rectangle 2139">
                            <a:extLst>
                              <a:ext uri="{FF2B5EF4-FFF2-40B4-BE49-F238E27FC236}">
                                <a16:creationId xmlns:a16="http://schemas.microsoft.com/office/drawing/2014/main" id="{C0AC0E14-D4A0-4C33-8F7F-A01CBF975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141" name="Rectangle 2140">
                            <a:extLst>
                              <a:ext uri="{FF2B5EF4-FFF2-40B4-BE49-F238E27FC236}">
                                <a16:creationId xmlns:a16="http://schemas.microsoft.com/office/drawing/2014/main" id="{63FA6170-D71E-48B8-BFC6-A0047FD77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121" name="Group 2120">
                      <a:extLst>
                        <a:ext uri="{FF2B5EF4-FFF2-40B4-BE49-F238E27FC236}">
                          <a16:creationId xmlns:a16="http://schemas.microsoft.com/office/drawing/2014/main" id="{A92F5993-B935-490A-A029-F70FCE5F00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22" name="Group 2121">
                        <a:extLst>
                          <a:ext uri="{FF2B5EF4-FFF2-40B4-BE49-F238E27FC236}">
                            <a16:creationId xmlns:a16="http://schemas.microsoft.com/office/drawing/2014/main" id="{DC8CE67A-18F0-471A-A7AA-0D3EEB993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30" name="Group 2129">
                          <a:extLst>
                            <a:ext uri="{FF2B5EF4-FFF2-40B4-BE49-F238E27FC236}">
                              <a16:creationId xmlns:a16="http://schemas.microsoft.com/office/drawing/2014/main" id="{52306F89-B043-4BFE-866D-412014891C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4" name="Rectangle 2133">
                            <a:extLst>
                              <a:ext uri="{FF2B5EF4-FFF2-40B4-BE49-F238E27FC236}">
                                <a16:creationId xmlns:a16="http://schemas.microsoft.com/office/drawing/2014/main" id="{47BC2379-9807-4481-A23A-8569199069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135" name="Rectangle 2134">
                            <a:extLst>
                              <a:ext uri="{FF2B5EF4-FFF2-40B4-BE49-F238E27FC236}">
                                <a16:creationId xmlns:a16="http://schemas.microsoft.com/office/drawing/2014/main" id="{1C2C4672-2F60-4301-B2AB-ECEEC76395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31" name="Group 2130">
                          <a:extLst>
                            <a:ext uri="{FF2B5EF4-FFF2-40B4-BE49-F238E27FC236}">
                              <a16:creationId xmlns:a16="http://schemas.microsoft.com/office/drawing/2014/main" id="{3B933A45-7E88-4A69-AC1D-76FC2273E4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32" name="Rectangle 2131">
                            <a:extLst>
                              <a:ext uri="{FF2B5EF4-FFF2-40B4-BE49-F238E27FC236}">
                                <a16:creationId xmlns:a16="http://schemas.microsoft.com/office/drawing/2014/main" id="{9F3FE7D7-5A04-4E1A-9E1F-01D05620D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133" name="Rectangle 2132">
                            <a:extLst>
                              <a:ext uri="{FF2B5EF4-FFF2-40B4-BE49-F238E27FC236}">
                                <a16:creationId xmlns:a16="http://schemas.microsoft.com/office/drawing/2014/main" id="{C84BD468-1254-4692-AA31-B28258CDB1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23" name="Group 2122">
                        <a:extLst>
                          <a:ext uri="{FF2B5EF4-FFF2-40B4-BE49-F238E27FC236}">
                            <a16:creationId xmlns:a16="http://schemas.microsoft.com/office/drawing/2014/main" id="{C052029F-8CE3-4277-81FF-62AB869240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24" name="Group 2123">
                          <a:extLst>
                            <a:ext uri="{FF2B5EF4-FFF2-40B4-BE49-F238E27FC236}">
                              <a16:creationId xmlns:a16="http://schemas.microsoft.com/office/drawing/2014/main" id="{A1B1BD44-42BA-4227-9797-5A2F6F289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8" name="Rectangle 2127">
                            <a:extLst>
                              <a:ext uri="{FF2B5EF4-FFF2-40B4-BE49-F238E27FC236}">
                                <a16:creationId xmlns:a16="http://schemas.microsoft.com/office/drawing/2014/main" id="{85C25C29-8187-40D0-B33F-75E89DB55D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129" name="Rectangle 2128">
                            <a:extLst>
                              <a:ext uri="{FF2B5EF4-FFF2-40B4-BE49-F238E27FC236}">
                                <a16:creationId xmlns:a16="http://schemas.microsoft.com/office/drawing/2014/main" id="{E518F86E-B178-4BF3-8DD6-61ADE4A478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25" name="Group 2124">
                          <a:extLst>
                            <a:ext uri="{FF2B5EF4-FFF2-40B4-BE49-F238E27FC236}">
                              <a16:creationId xmlns:a16="http://schemas.microsoft.com/office/drawing/2014/main" id="{2E860EF2-E14D-4F24-84A4-20CE58BC3C4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26" name="Rectangle 2125">
                            <a:extLst>
                              <a:ext uri="{FF2B5EF4-FFF2-40B4-BE49-F238E27FC236}">
                                <a16:creationId xmlns:a16="http://schemas.microsoft.com/office/drawing/2014/main" id="{F594698F-8CAE-47E9-A587-8DAD616CB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127" name="Rectangle 2126">
                            <a:extLst>
                              <a:ext uri="{FF2B5EF4-FFF2-40B4-BE49-F238E27FC236}">
                                <a16:creationId xmlns:a16="http://schemas.microsoft.com/office/drawing/2014/main" id="{E4DD3CE4-1A91-42A6-9CAA-7392ADBCD3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989" name="Group 1988">
                <a:extLst>
                  <a:ext uri="{FF2B5EF4-FFF2-40B4-BE49-F238E27FC236}">
                    <a16:creationId xmlns:a16="http://schemas.microsoft.com/office/drawing/2014/main" id="{6C285103-9496-48B0-A6ED-4A28220F7457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990" name="Group 1989">
                  <a:extLst>
                    <a:ext uri="{FF2B5EF4-FFF2-40B4-BE49-F238E27FC236}">
                      <a16:creationId xmlns:a16="http://schemas.microsoft.com/office/drawing/2014/main" id="{19BBF367-D7FD-4A5D-BBC8-E5A77A5B327F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054" name="Group 2053">
                    <a:extLst>
                      <a:ext uri="{FF2B5EF4-FFF2-40B4-BE49-F238E27FC236}">
                        <a16:creationId xmlns:a16="http://schemas.microsoft.com/office/drawing/2014/main" id="{80487398-F4FA-47B3-847B-BF009D364CE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86" name="Group 2085">
                      <a:extLst>
                        <a:ext uri="{FF2B5EF4-FFF2-40B4-BE49-F238E27FC236}">
                          <a16:creationId xmlns:a16="http://schemas.microsoft.com/office/drawing/2014/main" id="{57A4CF59-9A9C-4C57-95E7-3538ED82DA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102" name="Group 2101">
                        <a:extLst>
                          <a:ext uri="{FF2B5EF4-FFF2-40B4-BE49-F238E27FC236}">
                            <a16:creationId xmlns:a16="http://schemas.microsoft.com/office/drawing/2014/main" id="{FDA03BA1-343B-4139-8045-1A3A709A1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8C1DF1F5-302E-493E-B0FF-86ED4F17A8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4" name="Rectangle 2113">
                            <a:extLst>
                              <a:ext uri="{FF2B5EF4-FFF2-40B4-BE49-F238E27FC236}">
                                <a16:creationId xmlns:a16="http://schemas.microsoft.com/office/drawing/2014/main" id="{4C49E5ED-E71A-46D9-8B80-8EA710A299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115" name="Rectangle 2114">
                            <a:extLst>
                              <a:ext uri="{FF2B5EF4-FFF2-40B4-BE49-F238E27FC236}">
                                <a16:creationId xmlns:a16="http://schemas.microsoft.com/office/drawing/2014/main" id="{11544EF3-A484-4996-AA33-AEF62ED076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A9F4404D-DF4B-493D-968A-18056F504E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12" name="Rectangle 2111">
                            <a:extLst>
                              <a:ext uri="{FF2B5EF4-FFF2-40B4-BE49-F238E27FC236}">
                                <a16:creationId xmlns:a16="http://schemas.microsoft.com/office/drawing/2014/main" id="{BFBC8255-3134-4551-843F-3A9ECBC51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113" name="Rectangle 2112">
                            <a:extLst>
                              <a:ext uri="{FF2B5EF4-FFF2-40B4-BE49-F238E27FC236}">
                                <a16:creationId xmlns:a16="http://schemas.microsoft.com/office/drawing/2014/main" id="{ABE495CB-AA3A-4BAC-ABFC-66DC4EBE35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103" name="Group 2102">
                        <a:extLst>
                          <a:ext uri="{FF2B5EF4-FFF2-40B4-BE49-F238E27FC236}">
                            <a16:creationId xmlns:a16="http://schemas.microsoft.com/office/drawing/2014/main" id="{E4F6842B-ABEC-4A5E-8AB5-549D79E24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104" name="Group 2103">
                          <a:extLst>
                            <a:ext uri="{FF2B5EF4-FFF2-40B4-BE49-F238E27FC236}">
                              <a16:creationId xmlns:a16="http://schemas.microsoft.com/office/drawing/2014/main" id="{C819D829-5062-4604-85FE-E7B1833281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8" name="Rectangle 2107">
                            <a:extLst>
                              <a:ext uri="{FF2B5EF4-FFF2-40B4-BE49-F238E27FC236}">
                                <a16:creationId xmlns:a16="http://schemas.microsoft.com/office/drawing/2014/main" id="{559DA4BF-42D3-49EF-94DD-3B3FA6379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109" name="Rectangle 2108">
                            <a:extLst>
                              <a:ext uri="{FF2B5EF4-FFF2-40B4-BE49-F238E27FC236}">
                                <a16:creationId xmlns:a16="http://schemas.microsoft.com/office/drawing/2014/main" id="{0CBED053-FC86-4148-B303-2D13B16A2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105" name="Group 2104">
                          <a:extLst>
                            <a:ext uri="{FF2B5EF4-FFF2-40B4-BE49-F238E27FC236}">
                              <a16:creationId xmlns:a16="http://schemas.microsoft.com/office/drawing/2014/main" id="{A1D78EA2-D0BB-4606-A0E7-91BF4E0625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6" name="Rectangle 2105">
                            <a:extLst>
                              <a:ext uri="{FF2B5EF4-FFF2-40B4-BE49-F238E27FC236}">
                                <a16:creationId xmlns:a16="http://schemas.microsoft.com/office/drawing/2014/main" id="{A3570319-57BF-4B62-919A-AA30556E4E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107" name="Rectangle 2106">
                            <a:extLst>
                              <a:ext uri="{FF2B5EF4-FFF2-40B4-BE49-F238E27FC236}">
                                <a16:creationId xmlns:a16="http://schemas.microsoft.com/office/drawing/2014/main" id="{0E47348D-BF02-4082-B05A-08E74BFB1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87" name="Group 2086">
                      <a:extLst>
                        <a:ext uri="{FF2B5EF4-FFF2-40B4-BE49-F238E27FC236}">
                          <a16:creationId xmlns:a16="http://schemas.microsoft.com/office/drawing/2014/main" id="{BDC9E679-CC48-4F76-8F36-A5BE959DD4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88" name="Group 2087">
                        <a:extLst>
                          <a:ext uri="{FF2B5EF4-FFF2-40B4-BE49-F238E27FC236}">
                            <a16:creationId xmlns:a16="http://schemas.microsoft.com/office/drawing/2014/main" id="{5CEF737E-CA0B-44DA-A4A3-8609D8037F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6" name="Group 2095">
                          <a:extLst>
                            <a:ext uri="{FF2B5EF4-FFF2-40B4-BE49-F238E27FC236}">
                              <a16:creationId xmlns:a16="http://schemas.microsoft.com/office/drawing/2014/main" id="{694C9ED4-BBE6-421C-A98E-11C0A9866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100" name="Rectangle 2099">
                            <a:extLst>
                              <a:ext uri="{FF2B5EF4-FFF2-40B4-BE49-F238E27FC236}">
                                <a16:creationId xmlns:a16="http://schemas.microsoft.com/office/drawing/2014/main" id="{7D27564F-3724-438E-A243-AA5795C4DE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101" name="Rectangle 2100">
                            <a:extLst>
                              <a:ext uri="{FF2B5EF4-FFF2-40B4-BE49-F238E27FC236}">
                                <a16:creationId xmlns:a16="http://schemas.microsoft.com/office/drawing/2014/main" id="{09B7E55C-28FD-4C21-8BE4-40C972B846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7" name="Group 2096">
                          <a:extLst>
                            <a:ext uri="{FF2B5EF4-FFF2-40B4-BE49-F238E27FC236}">
                              <a16:creationId xmlns:a16="http://schemas.microsoft.com/office/drawing/2014/main" id="{F2D94A32-FC82-468B-BE15-11B9847DFC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8" name="Rectangle 2097">
                            <a:extLst>
                              <a:ext uri="{FF2B5EF4-FFF2-40B4-BE49-F238E27FC236}">
                                <a16:creationId xmlns:a16="http://schemas.microsoft.com/office/drawing/2014/main" id="{80C823E7-B89C-49E0-AA42-DD7EF5B63C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99" name="Rectangle 2098">
                            <a:extLst>
                              <a:ext uri="{FF2B5EF4-FFF2-40B4-BE49-F238E27FC236}">
                                <a16:creationId xmlns:a16="http://schemas.microsoft.com/office/drawing/2014/main" id="{3B80FF93-BCF5-49B6-8B67-0D86EAF3BE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89" name="Group 2088">
                        <a:extLst>
                          <a:ext uri="{FF2B5EF4-FFF2-40B4-BE49-F238E27FC236}">
                            <a16:creationId xmlns:a16="http://schemas.microsoft.com/office/drawing/2014/main" id="{B476F468-713A-4330-8242-54C229003B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90" name="Group 2089">
                          <a:extLst>
                            <a:ext uri="{FF2B5EF4-FFF2-40B4-BE49-F238E27FC236}">
                              <a16:creationId xmlns:a16="http://schemas.microsoft.com/office/drawing/2014/main" id="{EF2284D6-95BC-49BF-BE16-0A6F76952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4" name="Rectangle 2093">
                            <a:extLst>
                              <a:ext uri="{FF2B5EF4-FFF2-40B4-BE49-F238E27FC236}">
                                <a16:creationId xmlns:a16="http://schemas.microsoft.com/office/drawing/2014/main" id="{DACEB57A-2205-4735-8A11-2AF7BB6DFA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95" name="Rectangle 2094">
                            <a:extLst>
                              <a:ext uri="{FF2B5EF4-FFF2-40B4-BE49-F238E27FC236}">
                                <a16:creationId xmlns:a16="http://schemas.microsoft.com/office/drawing/2014/main" id="{70BCDCF9-FDD2-401A-826B-08DF18B8F9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91" name="Group 2090">
                          <a:extLst>
                            <a:ext uri="{FF2B5EF4-FFF2-40B4-BE49-F238E27FC236}">
                              <a16:creationId xmlns:a16="http://schemas.microsoft.com/office/drawing/2014/main" id="{26EDEDD0-7A44-4B96-8413-279F593F53F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92" name="Rectangle 2091">
                            <a:extLst>
                              <a:ext uri="{FF2B5EF4-FFF2-40B4-BE49-F238E27FC236}">
                                <a16:creationId xmlns:a16="http://schemas.microsoft.com/office/drawing/2014/main" id="{C02CB9A4-A75E-4338-A1F2-61816A686A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93" name="Rectangle 2092">
                            <a:extLst>
                              <a:ext uri="{FF2B5EF4-FFF2-40B4-BE49-F238E27FC236}">
                                <a16:creationId xmlns:a16="http://schemas.microsoft.com/office/drawing/2014/main" id="{51F8B096-34A1-4BF1-9728-E4F1FEDC61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055" name="Group 2054">
                    <a:extLst>
                      <a:ext uri="{FF2B5EF4-FFF2-40B4-BE49-F238E27FC236}">
                        <a16:creationId xmlns:a16="http://schemas.microsoft.com/office/drawing/2014/main" id="{5764FBC0-16ED-499C-9190-2636723AC1C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56" name="Group 2055">
                      <a:extLst>
                        <a:ext uri="{FF2B5EF4-FFF2-40B4-BE49-F238E27FC236}">
                          <a16:creationId xmlns:a16="http://schemas.microsoft.com/office/drawing/2014/main" id="{A1D51C50-0332-4491-97C1-3E2173BAAF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72" name="Group 2071">
                        <a:extLst>
                          <a:ext uri="{FF2B5EF4-FFF2-40B4-BE49-F238E27FC236}">
                            <a16:creationId xmlns:a16="http://schemas.microsoft.com/office/drawing/2014/main" id="{D27D024F-688B-4AC9-ABAE-D4BC261F7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80" name="Group 2079">
                          <a:extLst>
                            <a:ext uri="{FF2B5EF4-FFF2-40B4-BE49-F238E27FC236}">
                              <a16:creationId xmlns:a16="http://schemas.microsoft.com/office/drawing/2014/main" id="{95731BEC-590A-4C3B-B792-577509BAFF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4" name="Rectangle 2083">
                            <a:extLst>
                              <a:ext uri="{FF2B5EF4-FFF2-40B4-BE49-F238E27FC236}">
                                <a16:creationId xmlns:a16="http://schemas.microsoft.com/office/drawing/2014/main" id="{89E46F7D-9919-4D07-A2A6-6C859510C0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85" name="Rectangle 2084">
                            <a:extLst>
                              <a:ext uri="{FF2B5EF4-FFF2-40B4-BE49-F238E27FC236}">
                                <a16:creationId xmlns:a16="http://schemas.microsoft.com/office/drawing/2014/main" id="{C8B43BB2-0EEE-4480-B145-E0E5EF31B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81" name="Group 2080">
                          <a:extLst>
                            <a:ext uri="{FF2B5EF4-FFF2-40B4-BE49-F238E27FC236}">
                              <a16:creationId xmlns:a16="http://schemas.microsoft.com/office/drawing/2014/main" id="{11C9FAAB-B8E1-4BFD-A72F-C8F25994DC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82" name="Rectangle 2081">
                            <a:extLst>
                              <a:ext uri="{FF2B5EF4-FFF2-40B4-BE49-F238E27FC236}">
                                <a16:creationId xmlns:a16="http://schemas.microsoft.com/office/drawing/2014/main" id="{4BF21F35-F477-4D98-B700-E3C2821858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83" name="Rectangle 2082">
                            <a:extLst>
                              <a:ext uri="{FF2B5EF4-FFF2-40B4-BE49-F238E27FC236}">
                                <a16:creationId xmlns:a16="http://schemas.microsoft.com/office/drawing/2014/main" id="{A49EB51B-0FE6-4205-945B-E9396B9A29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73" name="Group 2072">
                        <a:extLst>
                          <a:ext uri="{FF2B5EF4-FFF2-40B4-BE49-F238E27FC236}">
                            <a16:creationId xmlns:a16="http://schemas.microsoft.com/office/drawing/2014/main" id="{AB5691B7-BA88-4D23-8B0B-9BBB53DEBF7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74" name="Group 2073">
                          <a:extLst>
                            <a:ext uri="{FF2B5EF4-FFF2-40B4-BE49-F238E27FC236}">
                              <a16:creationId xmlns:a16="http://schemas.microsoft.com/office/drawing/2014/main" id="{BED51028-FC57-4670-9AE9-B933912C8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8" name="Rectangle 2077">
                            <a:extLst>
                              <a:ext uri="{FF2B5EF4-FFF2-40B4-BE49-F238E27FC236}">
                                <a16:creationId xmlns:a16="http://schemas.microsoft.com/office/drawing/2014/main" id="{E2912D7D-C9C6-4F0F-85EB-F34D50C33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79" name="Rectangle 2078">
                            <a:extLst>
                              <a:ext uri="{FF2B5EF4-FFF2-40B4-BE49-F238E27FC236}">
                                <a16:creationId xmlns:a16="http://schemas.microsoft.com/office/drawing/2014/main" id="{7A15E78F-59E7-4DF1-90DC-5174FF3C3C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75" name="Group 2074">
                          <a:extLst>
                            <a:ext uri="{FF2B5EF4-FFF2-40B4-BE49-F238E27FC236}">
                              <a16:creationId xmlns:a16="http://schemas.microsoft.com/office/drawing/2014/main" id="{D5F48CFF-12F7-44D3-858F-F21FA71016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6" name="Rectangle 2075">
                            <a:extLst>
                              <a:ext uri="{FF2B5EF4-FFF2-40B4-BE49-F238E27FC236}">
                                <a16:creationId xmlns:a16="http://schemas.microsoft.com/office/drawing/2014/main" id="{E1975CFB-3232-4499-945B-AF90A4E597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77" name="Rectangle 2076">
                            <a:extLst>
                              <a:ext uri="{FF2B5EF4-FFF2-40B4-BE49-F238E27FC236}">
                                <a16:creationId xmlns:a16="http://schemas.microsoft.com/office/drawing/2014/main" id="{059BA7D6-886A-43BF-871F-55051363B5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57" name="Group 2056">
                      <a:extLst>
                        <a:ext uri="{FF2B5EF4-FFF2-40B4-BE49-F238E27FC236}">
                          <a16:creationId xmlns:a16="http://schemas.microsoft.com/office/drawing/2014/main" id="{CCF965E4-8C9C-42BA-B605-BAD4D0F81A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58" name="Group 2057">
                        <a:extLst>
                          <a:ext uri="{FF2B5EF4-FFF2-40B4-BE49-F238E27FC236}">
                            <a16:creationId xmlns:a16="http://schemas.microsoft.com/office/drawing/2014/main" id="{B37DA287-64BC-4BFB-90E9-1C1B96BDD9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6" name="Group 2065">
                          <a:extLst>
                            <a:ext uri="{FF2B5EF4-FFF2-40B4-BE49-F238E27FC236}">
                              <a16:creationId xmlns:a16="http://schemas.microsoft.com/office/drawing/2014/main" id="{7C30A66F-9476-421C-9E93-C218A06F67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70" name="Rectangle 2069">
                            <a:extLst>
                              <a:ext uri="{FF2B5EF4-FFF2-40B4-BE49-F238E27FC236}">
                                <a16:creationId xmlns:a16="http://schemas.microsoft.com/office/drawing/2014/main" id="{D3713760-99F1-440D-9BCB-5AA0F02309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71" name="Rectangle 2070">
                            <a:extLst>
                              <a:ext uri="{FF2B5EF4-FFF2-40B4-BE49-F238E27FC236}">
                                <a16:creationId xmlns:a16="http://schemas.microsoft.com/office/drawing/2014/main" id="{D1C127AA-0DF2-40AD-B47E-FE7C3C50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7" name="Group 2066">
                          <a:extLst>
                            <a:ext uri="{FF2B5EF4-FFF2-40B4-BE49-F238E27FC236}">
                              <a16:creationId xmlns:a16="http://schemas.microsoft.com/office/drawing/2014/main" id="{8D8A8609-606A-4D44-B09E-8257766FD9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8" name="Rectangle 2067">
                            <a:extLst>
                              <a:ext uri="{FF2B5EF4-FFF2-40B4-BE49-F238E27FC236}">
                                <a16:creationId xmlns:a16="http://schemas.microsoft.com/office/drawing/2014/main" id="{39BD16D9-BDA6-4044-886E-EA507A26A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69" name="Rectangle 2068">
                            <a:extLst>
                              <a:ext uri="{FF2B5EF4-FFF2-40B4-BE49-F238E27FC236}">
                                <a16:creationId xmlns:a16="http://schemas.microsoft.com/office/drawing/2014/main" id="{004AB692-F7CC-4AA7-AE53-5FDF5663C6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59" name="Group 2058">
                        <a:extLst>
                          <a:ext uri="{FF2B5EF4-FFF2-40B4-BE49-F238E27FC236}">
                            <a16:creationId xmlns:a16="http://schemas.microsoft.com/office/drawing/2014/main" id="{A2113884-932D-4A4F-92BE-2730881FF8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60" name="Group 2059">
                          <a:extLst>
                            <a:ext uri="{FF2B5EF4-FFF2-40B4-BE49-F238E27FC236}">
                              <a16:creationId xmlns:a16="http://schemas.microsoft.com/office/drawing/2014/main" id="{81CD7737-1513-4129-B313-5377CFE5B0D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4" name="Rectangle 2063">
                            <a:extLst>
                              <a:ext uri="{FF2B5EF4-FFF2-40B4-BE49-F238E27FC236}">
                                <a16:creationId xmlns:a16="http://schemas.microsoft.com/office/drawing/2014/main" id="{A0A80189-B2DE-4259-AAFD-50FDBB20C4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65" name="Rectangle 2064">
                            <a:extLst>
                              <a:ext uri="{FF2B5EF4-FFF2-40B4-BE49-F238E27FC236}">
                                <a16:creationId xmlns:a16="http://schemas.microsoft.com/office/drawing/2014/main" id="{382DC063-006E-49E9-B07E-066F6A7DF9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61" name="Group 2060">
                          <a:extLst>
                            <a:ext uri="{FF2B5EF4-FFF2-40B4-BE49-F238E27FC236}">
                              <a16:creationId xmlns:a16="http://schemas.microsoft.com/office/drawing/2014/main" id="{A43D7FF9-4B9D-4533-A62E-10632B5A78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62" name="Rectangle 2061">
                            <a:extLst>
                              <a:ext uri="{FF2B5EF4-FFF2-40B4-BE49-F238E27FC236}">
                                <a16:creationId xmlns:a16="http://schemas.microsoft.com/office/drawing/2014/main" id="{988BE550-A390-412B-96A0-7B444614B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63" name="Rectangle 2062">
                            <a:extLst>
                              <a:ext uri="{FF2B5EF4-FFF2-40B4-BE49-F238E27FC236}">
                                <a16:creationId xmlns:a16="http://schemas.microsoft.com/office/drawing/2014/main" id="{4436FDBE-49B3-4219-814A-E5E2DBC7F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991" name="Group 1990">
                  <a:extLst>
                    <a:ext uri="{FF2B5EF4-FFF2-40B4-BE49-F238E27FC236}">
                      <a16:creationId xmlns:a16="http://schemas.microsoft.com/office/drawing/2014/main" id="{FD92A2D2-7BC4-49A3-95D7-D1DD9B1EE9F6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92" name="Group 1991">
                    <a:extLst>
                      <a:ext uri="{FF2B5EF4-FFF2-40B4-BE49-F238E27FC236}">
                        <a16:creationId xmlns:a16="http://schemas.microsoft.com/office/drawing/2014/main" id="{A7BEE316-F52C-4891-85B1-1000F1F8F07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024" name="Group 2023">
                      <a:extLst>
                        <a:ext uri="{FF2B5EF4-FFF2-40B4-BE49-F238E27FC236}">
                          <a16:creationId xmlns:a16="http://schemas.microsoft.com/office/drawing/2014/main" id="{38A81189-4215-4CA0-92E8-F5403F29E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40" name="Group 2039">
                        <a:extLst>
                          <a:ext uri="{FF2B5EF4-FFF2-40B4-BE49-F238E27FC236}">
                            <a16:creationId xmlns:a16="http://schemas.microsoft.com/office/drawing/2014/main" id="{998CAF48-1D08-4A69-B4EB-7806E9A700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8" name="Group 2047">
                          <a:extLst>
                            <a:ext uri="{FF2B5EF4-FFF2-40B4-BE49-F238E27FC236}">
                              <a16:creationId xmlns:a16="http://schemas.microsoft.com/office/drawing/2014/main" id="{036795E1-C39C-4FE4-A084-A30F78BFD9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2" name="Rectangle 2051">
                            <a:extLst>
                              <a:ext uri="{FF2B5EF4-FFF2-40B4-BE49-F238E27FC236}">
                                <a16:creationId xmlns:a16="http://schemas.microsoft.com/office/drawing/2014/main" id="{3AF5DEBA-871E-4D3B-B28C-9DED741398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053" name="Rectangle 2052">
                            <a:extLst>
                              <a:ext uri="{FF2B5EF4-FFF2-40B4-BE49-F238E27FC236}">
                                <a16:creationId xmlns:a16="http://schemas.microsoft.com/office/drawing/2014/main" id="{72137A57-4249-4202-AE9C-27D13AF13F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9" name="Group 2048">
                          <a:extLst>
                            <a:ext uri="{FF2B5EF4-FFF2-40B4-BE49-F238E27FC236}">
                              <a16:creationId xmlns:a16="http://schemas.microsoft.com/office/drawing/2014/main" id="{21A81CEF-3A92-46B2-BA65-502ED78933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50" name="Rectangle 2049">
                            <a:extLst>
                              <a:ext uri="{FF2B5EF4-FFF2-40B4-BE49-F238E27FC236}">
                                <a16:creationId xmlns:a16="http://schemas.microsoft.com/office/drawing/2014/main" id="{C8CB0594-07D2-466E-B34D-F0DBA3987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051" name="Rectangle 2050">
                            <a:extLst>
                              <a:ext uri="{FF2B5EF4-FFF2-40B4-BE49-F238E27FC236}">
                                <a16:creationId xmlns:a16="http://schemas.microsoft.com/office/drawing/2014/main" id="{D718838A-6C72-4781-A117-8D4154765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41" name="Group 2040">
                        <a:extLst>
                          <a:ext uri="{FF2B5EF4-FFF2-40B4-BE49-F238E27FC236}">
                            <a16:creationId xmlns:a16="http://schemas.microsoft.com/office/drawing/2014/main" id="{5BA9DD8C-A87F-4E2B-8D6B-88C05FD004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42" name="Group 2041">
                          <a:extLst>
                            <a:ext uri="{FF2B5EF4-FFF2-40B4-BE49-F238E27FC236}">
                              <a16:creationId xmlns:a16="http://schemas.microsoft.com/office/drawing/2014/main" id="{30C329BF-95A3-4430-91EA-38E2070156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6" name="Rectangle 2045">
                            <a:extLst>
                              <a:ext uri="{FF2B5EF4-FFF2-40B4-BE49-F238E27FC236}">
                                <a16:creationId xmlns:a16="http://schemas.microsoft.com/office/drawing/2014/main" id="{935831AF-3418-46B4-935D-B0A24FFAA6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047" name="Rectangle 2046">
                            <a:extLst>
                              <a:ext uri="{FF2B5EF4-FFF2-40B4-BE49-F238E27FC236}">
                                <a16:creationId xmlns:a16="http://schemas.microsoft.com/office/drawing/2014/main" id="{30BF318E-2B9F-4A98-AD8E-589235D193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43" name="Group 2042">
                          <a:extLst>
                            <a:ext uri="{FF2B5EF4-FFF2-40B4-BE49-F238E27FC236}">
                              <a16:creationId xmlns:a16="http://schemas.microsoft.com/office/drawing/2014/main" id="{DE26E839-C2F4-46D2-AC16-5D0717AD76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44" name="Rectangle 2043">
                            <a:extLst>
                              <a:ext uri="{FF2B5EF4-FFF2-40B4-BE49-F238E27FC236}">
                                <a16:creationId xmlns:a16="http://schemas.microsoft.com/office/drawing/2014/main" id="{DF043EBE-8360-416A-81D4-6CCBD64A84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045" name="Rectangle 2044">
                            <a:extLst>
                              <a:ext uri="{FF2B5EF4-FFF2-40B4-BE49-F238E27FC236}">
                                <a16:creationId xmlns:a16="http://schemas.microsoft.com/office/drawing/2014/main" id="{C4ABEAA0-5883-45C0-ADFC-C7ABC04D5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025" name="Group 2024">
                      <a:extLst>
                        <a:ext uri="{FF2B5EF4-FFF2-40B4-BE49-F238E27FC236}">
                          <a16:creationId xmlns:a16="http://schemas.microsoft.com/office/drawing/2014/main" id="{FCF681C3-852B-437D-A44C-2C9BA05E66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26" name="Group 2025">
                        <a:extLst>
                          <a:ext uri="{FF2B5EF4-FFF2-40B4-BE49-F238E27FC236}">
                            <a16:creationId xmlns:a16="http://schemas.microsoft.com/office/drawing/2014/main" id="{95D6BB83-D2BB-425D-87E5-EBB5057334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34" name="Group 2033">
                          <a:extLst>
                            <a:ext uri="{FF2B5EF4-FFF2-40B4-BE49-F238E27FC236}">
                              <a16:creationId xmlns:a16="http://schemas.microsoft.com/office/drawing/2014/main" id="{BC6A5828-9413-4A73-9836-4C447ACB86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8" name="Rectangle 2037">
                            <a:extLst>
                              <a:ext uri="{FF2B5EF4-FFF2-40B4-BE49-F238E27FC236}">
                                <a16:creationId xmlns:a16="http://schemas.microsoft.com/office/drawing/2014/main" id="{A4D23E9B-7826-4891-9092-8467D42CF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039" name="Rectangle 2038">
                            <a:extLst>
                              <a:ext uri="{FF2B5EF4-FFF2-40B4-BE49-F238E27FC236}">
                                <a16:creationId xmlns:a16="http://schemas.microsoft.com/office/drawing/2014/main" id="{E0F92615-07FF-4343-9110-DBD8BC24A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35" name="Group 2034">
                          <a:extLst>
                            <a:ext uri="{FF2B5EF4-FFF2-40B4-BE49-F238E27FC236}">
                              <a16:creationId xmlns:a16="http://schemas.microsoft.com/office/drawing/2014/main" id="{F7DE3CEB-8768-4DCF-B37D-C32018E98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6" name="Rectangle 2035">
                            <a:extLst>
                              <a:ext uri="{FF2B5EF4-FFF2-40B4-BE49-F238E27FC236}">
                                <a16:creationId xmlns:a16="http://schemas.microsoft.com/office/drawing/2014/main" id="{8CDBDB40-5FF1-4682-A9BF-36A28C70B2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037" name="Rectangle 2036">
                            <a:extLst>
                              <a:ext uri="{FF2B5EF4-FFF2-40B4-BE49-F238E27FC236}">
                                <a16:creationId xmlns:a16="http://schemas.microsoft.com/office/drawing/2014/main" id="{63B0F9B0-6B66-48B9-8EB7-1DA9970CF6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27" name="Group 2026">
                        <a:extLst>
                          <a:ext uri="{FF2B5EF4-FFF2-40B4-BE49-F238E27FC236}">
                            <a16:creationId xmlns:a16="http://schemas.microsoft.com/office/drawing/2014/main" id="{A9F02B83-6364-4D6A-B351-6BF0F82A79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28" name="Group 2027">
                          <a:extLst>
                            <a:ext uri="{FF2B5EF4-FFF2-40B4-BE49-F238E27FC236}">
                              <a16:creationId xmlns:a16="http://schemas.microsoft.com/office/drawing/2014/main" id="{5E14AB80-20F6-4383-ACAC-51FD68ABAC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2" name="Rectangle 2031">
                            <a:extLst>
                              <a:ext uri="{FF2B5EF4-FFF2-40B4-BE49-F238E27FC236}">
                                <a16:creationId xmlns:a16="http://schemas.microsoft.com/office/drawing/2014/main" id="{B92617A1-F114-4973-BD44-E1F50E4725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033" name="Rectangle 2032">
                            <a:extLst>
                              <a:ext uri="{FF2B5EF4-FFF2-40B4-BE49-F238E27FC236}">
                                <a16:creationId xmlns:a16="http://schemas.microsoft.com/office/drawing/2014/main" id="{BA393AC0-0493-46B8-BD03-F13D1DE583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29" name="Group 2028">
                          <a:extLst>
                            <a:ext uri="{FF2B5EF4-FFF2-40B4-BE49-F238E27FC236}">
                              <a16:creationId xmlns:a16="http://schemas.microsoft.com/office/drawing/2014/main" id="{F1B6B160-7426-43A4-8D50-EBB40F4DE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30" name="Rectangle 2029">
                            <a:extLst>
                              <a:ext uri="{FF2B5EF4-FFF2-40B4-BE49-F238E27FC236}">
                                <a16:creationId xmlns:a16="http://schemas.microsoft.com/office/drawing/2014/main" id="{2B2D3480-4EBC-4781-BE7D-F165EC68E8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031" name="Rectangle 2030">
                            <a:extLst>
                              <a:ext uri="{FF2B5EF4-FFF2-40B4-BE49-F238E27FC236}">
                                <a16:creationId xmlns:a16="http://schemas.microsoft.com/office/drawing/2014/main" id="{4DCB3FDD-B301-4B76-A863-E861B72DBE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93" name="Group 1992">
                    <a:extLst>
                      <a:ext uri="{FF2B5EF4-FFF2-40B4-BE49-F238E27FC236}">
                        <a16:creationId xmlns:a16="http://schemas.microsoft.com/office/drawing/2014/main" id="{E7B34A60-CADE-41CE-853C-FE8F2F95BC7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94" name="Group 1993">
                      <a:extLst>
                        <a:ext uri="{FF2B5EF4-FFF2-40B4-BE49-F238E27FC236}">
                          <a16:creationId xmlns:a16="http://schemas.microsoft.com/office/drawing/2014/main" id="{F9916BC7-F46C-432F-B679-DEE5926515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010" name="Group 2009">
                        <a:extLst>
                          <a:ext uri="{FF2B5EF4-FFF2-40B4-BE49-F238E27FC236}">
                            <a16:creationId xmlns:a16="http://schemas.microsoft.com/office/drawing/2014/main" id="{A450281A-607E-4424-9845-E139CFE6FD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8" name="Group 2017">
                          <a:extLst>
                            <a:ext uri="{FF2B5EF4-FFF2-40B4-BE49-F238E27FC236}">
                              <a16:creationId xmlns:a16="http://schemas.microsoft.com/office/drawing/2014/main" id="{86021921-54FD-47D1-A8E6-3D1700892B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A25C5D26-E06E-436A-969B-63D22AC48E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F9B103CF-7F2D-4DB6-B1E7-09FEA47EED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9" name="Group 2018">
                          <a:extLst>
                            <a:ext uri="{FF2B5EF4-FFF2-40B4-BE49-F238E27FC236}">
                              <a16:creationId xmlns:a16="http://schemas.microsoft.com/office/drawing/2014/main" id="{6A8A30E0-99AA-40C0-9598-CC21658D55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0F613AE5-C19C-4B38-ACB7-794BFDA02F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3164BF06-E6F6-45C4-8B79-947B25B12B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011" name="Group 2010">
                        <a:extLst>
                          <a:ext uri="{FF2B5EF4-FFF2-40B4-BE49-F238E27FC236}">
                            <a16:creationId xmlns:a16="http://schemas.microsoft.com/office/drawing/2014/main" id="{7C985125-CC49-4129-A82E-D5FF9AD1D6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12" name="Group 2011">
                          <a:extLst>
                            <a:ext uri="{FF2B5EF4-FFF2-40B4-BE49-F238E27FC236}">
                              <a16:creationId xmlns:a16="http://schemas.microsoft.com/office/drawing/2014/main" id="{9DCBDF63-752F-4CD0-9989-36A9146B70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F3B31B2C-EA4E-4E7C-845E-B299F3DF88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AEAA50FB-17C4-4C45-935A-B6BE9782E6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013" name="Group 2012">
                          <a:extLst>
                            <a:ext uri="{FF2B5EF4-FFF2-40B4-BE49-F238E27FC236}">
                              <a16:creationId xmlns:a16="http://schemas.microsoft.com/office/drawing/2014/main" id="{196B6A5A-2244-47D0-92E1-D6506BD9DF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DE6E67B7-A230-4287-B54B-6AC3F8D95D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BDA968CD-E40A-4D5B-8BB6-A867E8264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95" name="Group 1994">
                      <a:extLst>
                        <a:ext uri="{FF2B5EF4-FFF2-40B4-BE49-F238E27FC236}">
                          <a16:creationId xmlns:a16="http://schemas.microsoft.com/office/drawing/2014/main" id="{4B1D691A-710E-4AE0-AB33-8ADBBBCA61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96" name="Group 1995">
                        <a:extLst>
                          <a:ext uri="{FF2B5EF4-FFF2-40B4-BE49-F238E27FC236}">
                            <a16:creationId xmlns:a16="http://schemas.microsoft.com/office/drawing/2014/main" id="{17FE0B06-95E4-4726-AD3B-9403EF01EF4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004" name="Group 2003">
                          <a:extLst>
                            <a:ext uri="{FF2B5EF4-FFF2-40B4-BE49-F238E27FC236}">
                              <a16:creationId xmlns:a16="http://schemas.microsoft.com/office/drawing/2014/main" id="{FADE58D1-627C-4AF7-8E79-7FE0A7DFFC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8" name="Rectangle 2007">
                            <a:extLst>
                              <a:ext uri="{FF2B5EF4-FFF2-40B4-BE49-F238E27FC236}">
                                <a16:creationId xmlns:a16="http://schemas.microsoft.com/office/drawing/2014/main" id="{1772F778-9446-4F57-A81C-65E0B5DC26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1EA4D80D-0C50-416F-941D-4707755242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005" name="Group 2004">
                          <a:extLst>
                            <a:ext uri="{FF2B5EF4-FFF2-40B4-BE49-F238E27FC236}">
                              <a16:creationId xmlns:a16="http://schemas.microsoft.com/office/drawing/2014/main" id="{31E1F88E-CA08-42C3-B458-EC462A401C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8BDBBFB-02C3-4679-B4BF-540C37B447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007" name="Rectangle 2006">
                            <a:extLst>
                              <a:ext uri="{FF2B5EF4-FFF2-40B4-BE49-F238E27FC236}">
                                <a16:creationId xmlns:a16="http://schemas.microsoft.com/office/drawing/2014/main" id="{E49EAD63-A7D0-4B5E-B1D9-2D9852EFCA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97" name="Group 1996">
                        <a:extLst>
                          <a:ext uri="{FF2B5EF4-FFF2-40B4-BE49-F238E27FC236}">
                            <a16:creationId xmlns:a16="http://schemas.microsoft.com/office/drawing/2014/main" id="{53740D67-A3A7-4B9E-88D8-21FF0D0B6C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98" name="Group 1997">
                          <a:extLst>
                            <a:ext uri="{FF2B5EF4-FFF2-40B4-BE49-F238E27FC236}">
                              <a16:creationId xmlns:a16="http://schemas.microsoft.com/office/drawing/2014/main" id="{D7DA66B9-BFFB-4FD9-B2CD-F444B701F1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47A999E9-8125-4412-A9E6-6B184F2436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58F65B19-1035-499B-BCE3-645C5B198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99" name="Group 1998">
                          <a:extLst>
                            <a:ext uri="{FF2B5EF4-FFF2-40B4-BE49-F238E27FC236}">
                              <a16:creationId xmlns:a16="http://schemas.microsoft.com/office/drawing/2014/main" id="{C891EE94-F573-4500-8C08-D28679131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52590430-05A2-47AE-8AEE-AD18FC4C59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B0F30B6D-007F-4B87-924B-CF6D34FF47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1733" name="Group 1732">
              <a:extLst>
                <a:ext uri="{FF2B5EF4-FFF2-40B4-BE49-F238E27FC236}">
                  <a16:creationId xmlns:a16="http://schemas.microsoft.com/office/drawing/2014/main" id="{8DA150D2-C817-42C5-846D-F55BC8D0219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1734" name="Group 1733">
                <a:extLst>
                  <a:ext uri="{FF2B5EF4-FFF2-40B4-BE49-F238E27FC236}">
                    <a16:creationId xmlns:a16="http://schemas.microsoft.com/office/drawing/2014/main" id="{228E8FCE-2953-42AA-968E-C3E9FADA1CC3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862" name="Group 1861">
                  <a:extLst>
                    <a:ext uri="{FF2B5EF4-FFF2-40B4-BE49-F238E27FC236}">
                      <a16:creationId xmlns:a16="http://schemas.microsoft.com/office/drawing/2014/main" id="{E3DA09AF-02F0-4E05-B424-E99745B9931E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926" name="Group 1925">
                    <a:extLst>
                      <a:ext uri="{FF2B5EF4-FFF2-40B4-BE49-F238E27FC236}">
                        <a16:creationId xmlns:a16="http://schemas.microsoft.com/office/drawing/2014/main" id="{F982A00E-3F3B-4F0F-BD36-541ADDFC827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58" name="Group 1957">
                      <a:extLst>
                        <a:ext uri="{FF2B5EF4-FFF2-40B4-BE49-F238E27FC236}">
                          <a16:creationId xmlns:a16="http://schemas.microsoft.com/office/drawing/2014/main" id="{926965C2-3EA3-48FC-BB55-698917072A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74" name="Group 1973">
                        <a:extLst>
                          <a:ext uri="{FF2B5EF4-FFF2-40B4-BE49-F238E27FC236}">
                            <a16:creationId xmlns:a16="http://schemas.microsoft.com/office/drawing/2014/main" id="{5460D6BD-609E-4F05-A36E-1C9EFB41E5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82" name="Group 1981">
                          <a:extLst>
                            <a:ext uri="{FF2B5EF4-FFF2-40B4-BE49-F238E27FC236}">
                              <a16:creationId xmlns:a16="http://schemas.microsoft.com/office/drawing/2014/main" id="{BFD1246E-8CD3-42A6-81F0-6C1C396A0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6" name="Rectangle 1985">
                            <a:extLst>
                              <a:ext uri="{FF2B5EF4-FFF2-40B4-BE49-F238E27FC236}">
                                <a16:creationId xmlns:a16="http://schemas.microsoft.com/office/drawing/2014/main" id="{D01D87AF-F8B2-4624-A591-D7EF7B9F55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B654266-742A-4875-B25D-5C6C1B1726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83" name="Group 1982">
                          <a:extLst>
                            <a:ext uri="{FF2B5EF4-FFF2-40B4-BE49-F238E27FC236}">
                              <a16:creationId xmlns:a16="http://schemas.microsoft.com/office/drawing/2014/main" id="{75996A6D-D956-464D-AD8A-47AF01670E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4" name="Rectangle 1983">
                            <a:extLst>
                              <a:ext uri="{FF2B5EF4-FFF2-40B4-BE49-F238E27FC236}">
                                <a16:creationId xmlns:a16="http://schemas.microsoft.com/office/drawing/2014/main" id="{38607C27-4200-4579-ACAD-9162986836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85" name="Rectangle 1984">
                            <a:extLst>
                              <a:ext uri="{FF2B5EF4-FFF2-40B4-BE49-F238E27FC236}">
                                <a16:creationId xmlns:a16="http://schemas.microsoft.com/office/drawing/2014/main" id="{70F0D462-3D9C-42F0-AA7F-9AC0AF4755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75" name="Group 1974">
                        <a:extLst>
                          <a:ext uri="{FF2B5EF4-FFF2-40B4-BE49-F238E27FC236}">
                            <a16:creationId xmlns:a16="http://schemas.microsoft.com/office/drawing/2014/main" id="{9506A649-D26A-48CA-B4AC-8F050DA02D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76" name="Group 1975">
                          <a:extLst>
                            <a:ext uri="{FF2B5EF4-FFF2-40B4-BE49-F238E27FC236}">
                              <a16:creationId xmlns:a16="http://schemas.microsoft.com/office/drawing/2014/main" id="{4432AA4E-EA4E-4966-BC18-C5BC33AA37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63BA3AFE-E70F-40DA-A668-619101E05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43D68776-89F9-4029-89A6-D19B924B8D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77" name="Group 1976">
                          <a:extLst>
                            <a:ext uri="{FF2B5EF4-FFF2-40B4-BE49-F238E27FC236}">
                              <a16:creationId xmlns:a16="http://schemas.microsoft.com/office/drawing/2014/main" id="{484A6D88-F6B3-42E1-9D97-0B2CD0970D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0DC6BCEC-D2D8-403D-923F-49F749D940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CEC975-9E4F-40DB-9528-C8E0DD60B9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59" name="Group 1958">
                      <a:extLst>
                        <a:ext uri="{FF2B5EF4-FFF2-40B4-BE49-F238E27FC236}">
                          <a16:creationId xmlns:a16="http://schemas.microsoft.com/office/drawing/2014/main" id="{B6718B4F-4E07-41FF-9C92-44B6914D2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60" name="Group 1959">
                        <a:extLst>
                          <a:ext uri="{FF2B5EF4-FFF2-40B4-BE49-F238E27FC236}">
                            <a16:creationId xmlns:a16="http://schemas.microsoft.com/office/drawing/2014/main" id="{CED41CCA-843A-4393-B4DD-646E1A8962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8" name="Group 1967">
                          <a:extLst>
                            <a:ext uri="{FF2B5EF4-FFF2-40B4-BE49-F238E27FC236}">
                              <a16:creationId xmlns:a16="http://schemas.microsoft.com/office/drawing/2014/main" id="{25AF6EAC-E99A-42BD-A209-9CB8AAE373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F35DD663-51DE-4DD8-8022-006A1AAE3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EF81053B-A2B6-4BF2-A38C-B6808177E4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9" name="Group 1968">
                          <a:extLst>
                            <a:ext uri="{FF2B5EF4-FFF2-40B4-BE49-F238E27FC236}">
                              <a16:creationId xmlns:a16="http://schemas.microsoft.com/office/drawing/2014/main" id="{DED018B9-6594-4EA0-BBD0-2EEFEA8DDF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29882CC2-BB0F-4496-8A19-29C403C79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FC09ACD4-21E3-4454-A506-1B684DD0BD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61" name="Group 1960">
                        <a:extLst>
                          <a:ext uri="{FF2B5EF4-FFF2-40B4-BE49-F238E27FC236}">
                            <a16:creationId xmlns:a16="http://schemas.microsoft.com/office/drawing/2014/main" id="{85201812-D1F0-4056-A54D-08D3CA4AAB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20376440-802B-4B70-85B9-AE5D52F787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BD8008FB-F373-454B-858E-EC2F4AE4E0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E53262D-40E6-42A1-A7FD-97C6B96B8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63" name="Group 1962">
                          <a:extLst>
                            <a:ext uri="{FF2B5EF4-FFF2-40B4-BE49-F238E27FC236}">
                              <a16:creationId xmlns:a16="http://schemas.microsoft.com/office/drawing/2014/main" id="{FFFFA0C1-2F49-4B38-B96F-ADC99AE055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A2015952-0CAA-46A8-94FC-C8C43BE07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15E40AF9-939F-4D17-82B7-5B15D2F33E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927" name="Group 1926">
                    <a:extLst>
                      <a:ext uri="{FF2B5EF4-FFF2-40B4-BE49-F238E27FC236}">
                        <a16:creationId xmlns:a16="http://schemas.microsoft.com/office/drawing/2014/main" id="{8AC4CB65-94F9-4D9C-B90F-6ED01B0B56BD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928" name="Group 1927">
                      <a:extLst>
                        <a:ext uri="{FF2B5EF4-FFF2-40B4-BE49-F238E27FC236}">
                          <a16:creationId xmlns:a16="http://schemas.microsoft.com/office/drawing/2014/main" id="{C19EAAAF-7987-475C-A636-45E7EEF04F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44" name="Group 1943">
                        <a:extLst>
                          <a:ext uri="{FF2B5EF4-FFF2-40B4-BE49-F238E27FC236}">
                            <a16:creationId xmlns:a16="http://schemas.microsoft.com/office/drawing/2014/main" id="{B5AA83CC-F4C2-4411-BEBD-70633022D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52" name="Group 1951">
                          <a:extLst>
                            <a:ext uri="{FF2B5EF4-FFF2-40B4-BE49-F238E27FC236}">
                              <a16:creationId xmlns:a16="http://schemas.microsoft.com/office/drawing/2014/main" id="{5C2A9F07-AC17-4D02-AE03-32DFCB5214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D254961-C911-43AF-86D9-5B08DD3017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8D49C24B-358A-481C-A30C-0BAAA33E74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53" name="Group 1952">
                          <a:extLst>
                            <a:ext uri="{FF2B5EF4-FFF2-40B4-BE49-F238E27FC236}">
                              <a16:creationId xmlns:a16="http://schemas.microsoft.com/office/drawing/2014/main" id="{23CB20E2-7994-4CB0-B7E9-68EFA3D96D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8E5467CA-3F99-44C1-95E1-9D899D4B8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4C78F421-E96C-478B-87D6-D447F57DA2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45" name="Group 1944">
                        <a:extLst>
                          <a:ext uri="{FF2B5EF4-FFF2-40B4-BE49-F238E27FC236}">
                            <a16:creationId xmlns:a16="http://schemas.microsoft.com/office/drawing/2014/main" id="{9B26C77D-146D-4886-9797-4B886D2A96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46" name="Group 1945">
                          <a:extLst>
                            <a:ext uri="{FF2B5EF4-FFF2-40B4-BE49-F238E27FC236}">
                              <a16:creationId xmlns:a16="http://schemas.microsoft.com/office/drawing/2014/main" id="{9838FB36-94EC-4155-B687-D4C1EB267B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777C9EC3-DE8E-4B74-8127-B48D01070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F428BC6C-C62E-437C-94D9-6E872A32B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47" name="Group 1946">
                          <a:extLst>
                            <a:ext uri="{FF2B5EF4-FFF2-40B4-BE49-F238E27FC236}">
                              <a16:creationId xmlns:a16="http://schemas.microsoft.com/office/drawing/2014/main" id="{FC8063C0-6B16-4FCF-96EE-33AEC39565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EEDDAE1B-9422-4D52-9EFE-12B08F521B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863259DA-6277-4985-B995-2435D124FD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29" name="Group 1928">
                      <a:extLst>
                        <a:ext uri="{FF2B5EF4-FFF2-40B4-BE49-F238E27FC236}">
                          <a16:creationId xmlns:a16="http://schemas.microsoft.com/office/drawing/2014/main" id="{17912EFA-0326-48A9-8E8D-2BA994CD47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30" name="Group 1929">
                        <a:extLst>
                          <a:ext uri="{FF2B5EF4-FFF2-40B4-BE49-F238E27FC236}">
                            <a16:creationId xmlns:a16="http://schemas.microsoft.com/office/drawing/2014/main" id="{2BEDBE26-458E-4330-AB4A-9F4F07AB12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8" name="Group 1937">
                          <a:extLst>
                            <a:ext uri="{FF2B5EF4-FFF2-40B4-BE49-F238E27FC236}">
                              <a16:creationId xmlns:a16="http://schemas.microsoft.com/office/drawing/2014/main" id="{1AFE8613-B60C-4990-9222-26B38D86CF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371ED94F-6DB6-4430-95A8-FC963E3533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F94A7766-1824-4372-9668-BCBD46F1A4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C951E689-7E0F-4DDB-8C60-664EB096EF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40" name="Rectangle 1939">
                            <a:extLst>
                              <a:ext uri="{FF2B5EF4-FFF2-40B4-BE49-F238E27FC236}">
                                <a16:creationId xmlns:a16="http://schemas.microsoft.com/office/drawing/2014/main" id="{FCDCDB56-AC95-4A1D-BA05-05A8253880E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A26F7B03-6753-45B8-84F4-06ABD845B8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31" name="Group 1930">
                        <a:extLst>
                          <a:ext uri="{FF2B5EF4-FFF2-40B4-BE49-F238E27FC236}">
                            <a16:creationId xmlns:a16="http://schemas.microsoft.com/office/drawing/2014/main" id="{2E49BEEA-ABBE-4947-8E2D-92681880E1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32" name="Group 1931">
                          <a:extLst>
                            <a:ext uri="{FF2B5EF4-FFF2-40B4-BE49-F238E27FC236}">
                              <a16:creationId xmlns:a16="http://schemas.microsoft.com/office/drawing/2014/main" id="{4434E8E6-0BBE-4DBB-B3E4-12B8A85C66F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6" name="Rectangle 1935">
                            <a:extLst>
                              <a:ext uri="{FF2B5EF4-FFF2-40B4-BE49-F238E27FC236}">
                                <a16:creationId xmlns:a16="http://schemas.microsoft.com/office/drawing/2014/main" id="{7DC3B0DB-D45A-45E0-B115-B2AB6D9482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937" name="Rectangle 1936">
                            <a:extLst>
                              <a:ext uri="{FF2B5EF4-FFF2-40B4-BE49-F238E27FC236}">
                                <a16:creationId xmlns:a16="http://schemas.microsoft.com/office/drawing/2014/main" id="{B82C6665-00F5-486E-B7B2-FE86412779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33" name="Group 1932">
                          <a:extLst>
                            <a:ext uri="{FF2B5EF4-FFF2-40B4-BE49-F238E27FC236}">
                              <a16:creationId xmlns:a16="http://schemas.microsoft.com/office/drawing/2014/main" id="{4AEF3921-3DA3-48ED-AE14-2F54724B3B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89CF397F-2FBA-453D-B152-BB8A5D495F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935" name="Rectangle 1934">
                            <a:extLst>
                              <a:ext uri="{FF2B5EF4-FFF2-40B4-BE49-F238E27FC236}">
                                <a16:creationId xmlns:a16="http://schemas.microsoft.com/office/drawing/2014/main" id="{8216A4CB-8BAA-4DEC-8787-F9AD70C1EB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863" name="Group 1862">
                  <a:extLst>
                    <a:ext uri="{FF2B5EF4-FFF2-40B4-BE49-F238E27FC236}">
                      <a16:creationId xmlns:a16="http://schemas.microsoft.com/office/drawing/2014/main" id="{2EB0F603-B4F2-451E-B9BA-AA05E17A1DA1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64" name="Group 1863">
                    <a:extLst>
                      <a:ext uri="{FF2B5EF4-FFF2-40B4-BE49-F238E27FC236}">
                        <a16:creationId xmlns:a16="http://schemas.microsoft.com/office/drawing/2014/main" id="{9C80038E-4457-4C78-864F-E39A4B2BA1B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96" name="Group 1895">
                      <a:extLst>
                        <a:ext uri="{FF2B5EF4-FFF2-40B4-BE49-F238E27FC236}">
                          <a16:creationId xmlns:a16="http://schemas.microsoft.com/office/drawing/2014/main" id="{89DF9B6A-9470-453A-827A-D8F9EEEE9D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912" name="Group 1911">
                        <a:extLst>
                          <a:ext uri="{FF2B5EF4-FFF2-40B4-BE49-F238E27FC236}">
                            <a16:creationId xmlns:a16="http://schemas.microsoft.com/office/drawing/2014/main" id="{81299D75-011C-4720-BF92-F4AF3B7566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20" name="Group 1919">
                          <a:extLst>
                            <a:ext uri="{FF2B5EF4-FFF2-40B4-BE49-F238E27FC236}">
                              <a16:creationId xmlns:a16="http://schemas.microsoft.com/office/drawing/2014/main" id="{852B22D5-0067-4424-B861-CC960FD58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1A011DAE-373F-4AF6-869D-6EACD2C6E0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39DDA524-FD2D-4FE3-BE1B-C57DFEFF79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21" name="Group 1920">
                          <a:extLst>
                            <a:ext uri="{FF2B5EF4-FFF2-40B4-BE49-F238E27FC236}">
                              <a16:creationId xmlns:a16="http://schemas.microsoft.com/office/drawing/2014/main" id="{3C393F38-EFF6-4776-BA3E-1BE106D00F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7100A400-5AC4-4EFC-B21E-997154705F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488983B5-099C-456A-8ACB-A045578465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913" name="Group 1912">
                        <a:extLst>
                          <a:ext uri="{FF2B5EF4-FFF2-40B4-BE49-F238E27FC236}">
                            <a16:creationId xmlns:a16="http://schemas.microsoft.com/office/drawing/2014/main" id="{EA34B2ED-CDB6-40A0-873A-68259A4EF4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40E6E85A-8105-40E2-BFB2-071BEA82A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DAD16C2E-B663-4B39-B005-95253FC105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1ADC1AFD-8DBB-4966-91A0-CA7EA15CB0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15" name="Group 1914">
                          <a:extLst>
                            <a:ext uri="{FF2B5EF4-FFF2-40B4-BE49-F238E27FC236}">
                              <a16:creationId xmlns:a16="http://schemas.microsoft.com/office/drawing/2014/main" id="{74465F55-5B69-4FFC-B20D-A4D182DEF0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93F28F9F-7C40-4BB5-9121-9C22B4EF64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2F13741C-55DD-4D7D-B56E-20681E20CF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97" name="Group 1896">
                      <a:extLst>
                        <a:ext uri="{FF2B5EF4-FFF2-40B4-BE49-F238E27FC236}">
                          <a16:creationId xmlns:a16="http://schemas.microsoft.com/office/drawing/2014/main" id="{82EDC382-C72A-4E70-BF99-F95E70410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98" name="Group 1897">
                        <a:extLst>
                          <a:ext uri="{FF2B5EF4-FFF2-40B4-BE49-F238E27FC236}">
                            <a16:creationId xmlns:a16="http://schemas.microsoft.com/office/drawing/2014/main" id="{11857FB9-5B99-4DB9-A353-CAB4DFCAEB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6" name="Group 1905">
                          <a:extLst>
                            <a:ext uri="{FF2B5EF4-FFF2-40B4-BE49-F238E27FC236}">
                              <a16:creationId xmlns:a16="http://schemas.microsoft.com/office/drawing/2014/main" id="{8FC90C69-F51F-4F7D-A58E-8F61008DCB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CA857598-8D81-44B9-AE2B-F61135F3E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1A4E16FE-1765-4654-BCE2-AF915B68EB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7" name="Group 1906">
                          <a:extLst>
                            <a:ext uri="{FF2B5EF4-FFF2-40B4-BE49-F238E27FC236}">
                              <a16:creationId xmlns:a16="http://schemas.microsoft.com/office/drawing/2014/main" id="{7886E100-2C3A-4440-BD6B-8106F5F420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4A621214-3DC8-48C2-AB00-AC4145314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7D85BD83-4247-437B-BAD4-C145A74BDA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99" name="Group 1898">
                        <a:extLst>
                          <a:ext uri="{FF2B5EF4-FFF2-40B4-BE49-F238E27FC236}">
                            <a16:creationId xmlns:a16="http://schemas.microsoft.com/office/drawing/2014/main" id="{97EDDF50-3246-46CF-B31E-660FDDB4DAA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900" name="Group 1899">
                          <a:extLst>
                            <a:ext uri="{FF2B5EF4-FFF2-40B4-BE49-F238E27FC236}">
                              <a16:creationId xmlns:a16="http://schemas.microsoft.com/office/drawing/2014/main" id="{5F49C7D0-0F06-470B-A8AB-EE8656191B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861FA7C-0975-49CB-AC89-C8A5D1B7A7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588E115D-6C2B-44C1-BEBB-323C64A137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901" name="Group 1900">
                          <a:extLst>
                            <a:ext uri="{FF2B5EF4-FFF2-40B4-BE49-F238E27FC236}">
                              <a16:creationId xmlns:a16="http://schemas.microsoft.com/office/drawing/2014/main" id="{A109D069-3982-498B-9C88-7288233B0A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BAA9A604-239F-4587-AA6B-97ADD3240B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DE40C246-F57C-444E-9869-F1FA18464B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65" name="Group 1864">
                    <a:extLst>
                      <a:ext uri="{FF2B5EF4-FFF2-40B4-BE49-F238E27FC236}">
                        <a16:creationId xmlns:a16="http://schemas.microsoft.com/office/drawing/2014/main" id="{5BB14BC1-E6E6-47E2-B585-4E5A434CC438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66" name="Group 1865">
                      <a:extLst>
                        <a:ext uri="{FF2B5EF4-FFF2-40B4-BE49-F238E27FC236}">
                          <a16:creationId xmlns:a16="http://schemas.microsoft.com/office/drawing/2014/main" id="{7677E1C1-14DA-4D63-84BC-8AA8D747B7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82" name="Group 1881">
                        <a:extLst>
                          <a:ext uri="{FF2B5EF4-FFF2-40B4-BE49-F238E27FC236}">
                            <a16:creationId xmlns:a16="http://schemas.microsoft.com/office/drawing/2014/main" id="{271CB12F-C3BF-4B88-90DD-B868A91400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90" name="Group 1889">
                          <a:extLst>
                            <a:ext uri="{FF2B5EF4-FFF2-40B4-BE49-F238E27FC236}">
                              <a16:creationId xmlns:a16="http://schemas.microsoft.com/office/drawing/2014/main" id="{877C0123-32A6-4230-89F7-479F7DA377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20CB91EE-F9A8-490B-9032-F193B82725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19934478-561F-4968-A526-2E3A752753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6EFBCA89-8E55-4D61-A186-12C55CCEE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92" name="Rectangle 1891">
                            <a:extLst>
                              <a:ext uri="{FF2B5EF4-FFF2-40B4-BE49-F238E27FC236}">
                                <a16:creationId xmlns:a16="http://schemas.microsoft.com/office/drawing/2014/main" id="{B3014253-219B-48AE-B4F4-4BDD193C5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F3C01345-10DD-4F84-9732-5C49BBC94F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83" name="Group 1882">
                        <a:extLst>
                          <a:ext uri="{FF2B5EF4-FFF2-40B4-BE49-F238E27FC236}">
                            <a16:creationId xmlns:a16="http://schemas.microsoft.com/office/drawing/2014/main" id="{27FD59F8-48C0-4EF6-AA4A-2C679E7217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84" name="Group 1883">
                          <a:extLst>
                            <a:ext uri="{FF2B5EF4-FFF2-40B4-BE49-F238E27FC236}">
                              <a16:creationId xmlns:a16="http://schemas.microsoft.com/office/drawing/2014/main" id="{044A5B30-A41A-442B-8181-5880964242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75C398B2-3CA2-4EC4-B157-4DD73E0663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89" name="Rectangle 1888">
                            <a:extLst>
                              <a:ext uri="{FF2B5EF4-FFF2-40B4-BE49-F238E27FC236}">
                                <a16:creationId xmlns:a16="http://schemas.microsoft.com/office/drawing/2014/main" id="{CEFC5ED0-9FFA-4CC9-B809-B3C550970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85" name="Group 1884">
                          <a:extLst>
                            <a:ext uri="{FF2B5EF4-FFF2-40B4-BE49-F238E27FC236}">
                              <a16:creationId xmlns:a16="http://schemas.microsoft.com/office/drawing/2014/main" id="{44405833-1518-4240-B657-5331E6979B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E9AE0562-D960-4E82-B11C-80D6BF3797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B0F5C698-852D-44C1-B3CF-E4FF2193DF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67" name="Group 1866">
                      <a:extLst>
                        <a:ext uri="{FF2B5EF4-FFF2-40B4-BE49-F238E27FC236}">
                          <a16:creationId xmlns:a16="http://schemas.microsoft.com/office/drawing/2014/main" id="{8C98C3CD-88B6-4D43-BEB7-22E40215F1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68" name="Group 1867">
                        <a:extLst>
                          <a:ext uri="{FF2B5EF4-FFF2-40B4-BE49-F238E27FC236}">
                            <a16:creationId xmlns:a16="http://schemas.microsoft.com/office/drawing/2014/main" id="{7A76B60E-5B6F-428D-9A5B-61ABBF40C4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6" name="Group 1875">
                          <a:extLst>
                            <a:ext uri="{FF2B5EF4-FFF2-40B4-BE49-F238E27FC236}">
                              <a16:creationId xmlns:a16="http://schemas.microsoft.com/office/drawing/2014/main" id="{2278091B-E454-4118-B51F-655DD0325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21A09F38-409A-4BD5-8D57-261B303A42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365C0927-4B02-4F72-A5F2-DC9DE3CBB3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7" name="Group 1876">
                          <a:extLst>
                            <a:ext uri="{FF2B5EF4-FFF2-40B4-BE49-F238E27FC236}">
                              <a16:creationId xmlns:a16="http://schemas.microsoft.com/office/drawing/2014/main" id="{D8234C5A-A816-4E07-978F-006BA6898B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E64A8B7A-2B71-4E77-ACDF-A660A4CC5C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554A6883-FB10-47C8-BEC6-2A048776C9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69" name="Group 1868">
                        <a:extLst>
                          <a:ext uri="{FF2B5EF4-FFF2-40B4-BE49-F238E27FC236}">
                            <a16:creationId xmlns:a16="http://schemas.microsoft.com/office/drawing/2014/main" id="{F2F6FF6F-E5E7-4DD9-AFDA-8FD5C9F16D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70" name="Group 1869">
                          <a:extLst>
                            <a:ext uri="{FF2B5EF4-FFF2-40B4-BE49-F238E27FC236}">
                              <a16:creationId xmlns:a16="http://schemas.microsoft.com/office/drawing/2014/main" id="{D80884E3-1CD5-40D9-87B7-E5DD64BA457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8761126A-A210-43BA-B7F2-58AD1932B3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1BD160EC-41B1-4CC6-BE06-EE35D633D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71" name="Group 1870">
                          <a:extLst>
                            <a:ext uri="{FF2B5EF4-FFF2-40B4-BE49-F238E27FC236}">
                              <a16:creationId xmlns:a16="http://schemas.microsoft.com/office/drawing/2014/main" id="{6D63D3CF-F145-4126-A2B5-DBB38EB0DF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D0BC8757-384C-42F8-A08D-B9A75CDE3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9DC4E293-15A2-4C58-9801-B433CF4BB6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35" name="Group 1734">
                <a:extLst>
                  <a:ext uri="{FF2B5EF4-FFF2-40B4-BE49-F238E27FC236}">
                    <a16:creationId xmlns:a16="http://schemas.microsoft.com/office/drawing/2014/main" id="{F47CFA54-6C20-4738-87C0-639ACAF3B215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1736" name="Group 1735">
                  <a:extLst>
                    <a:ext uri="{FF2B5EF4-FFF2-40B4-BE49-F238E27FC236}">
                      <a16:creationId xmlns:a16="http://schemas.microsoft.com/office/drawing/2014/main" id="{16329905-194B-4780-AC3A-185348CB460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800" name="Group 1799">
                    <a:extLst>
                      <a:ext uri="{FF2B5EF4-FFF2-40B4-BE49-F238E27FC236}">
                        <a16:creationId xmlns:a16="http://schemas.microsoft.com/office/drawing/2014/main" id="{AF2474ED-CD6A-45AC-A769-8205301E67E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32" name="Group 1831">
                      <a:extLst>
                        <a:ext uri="{FF2B5EF4-FFF2-40B4-BE49-F238E27FC236}">
                          <a16:creationId xmlns:a16="http://schemas.microsoft.com/office/drawing/2014/main" id="{FE90FF83-84DB-4C5D-A717-2105E1E2D7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48" name="Group 1847">
                        <a:extLst>
                          <a:ext uri="{FF2B5EF4-FFF2-40B4-BE49-F238E27FC236}">
                            <a16:creationId xmlns:a16="http://schemas.microsoft.com/office/drawing/2014/main" id="{80DD3B6B-6C4C-4A0F-9010-83A85D2F08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6" name="Group 1855">
                          <a:extLst>
                            <a:ext uri="{FF2B5EF4-FFF2-40B4-BE49-F238E27FC236}">
                              <a16:creationId xmlns:a16="http://schemas.microsoft.com/office/drawing/2014/main" id="{46B4A459-A388-4F41-A6BC-38FDC007ED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E9FA5D2F-AFC8-4D80-A36A-EA5E4004E5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0033B134-D5E2-46A2-8C65-CD325EF9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7" name="Group 1856">
                          <a:extLst>
                            <a:ext uri="{FF2B5EF4-FFF2-40B4-BE49-F238E27FC236}">
                              <a16:creationId xmlns:a16="http://schemas.microsoft.com/office/drawing/2014/main" id="{A5260856-8895-47BC-B90B-AA03A5DF74F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EEE0C50A-85AC-41FC-8610-5C0E0984B4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D47B85F9-946F-4657-8D15-EA26926F29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49" name="Group 1848">
                        <a:extLst>
                          <a:ext uri="{FF2B5EF4-FFF2-40B4-BE49-F238E27FC236}">
                            <a16:creationId xmlns:a16="http://schemas.microsoft.com/office/drawing/2014/main" id="{45F675E7-4F36-43B4-85A3-3AFE78830E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50" name="Group 1849">
                          <a:extLst>
                            <a:ext uri="{FF2B5EF4-FFF2-40B4-BE49-F238E27FC236}">
                              <a16:creationId xmlns:a16="http://schemas.microsoft.com/office/drawing/2014/main" id="{01772573-3D1C-497E-9723-A1F9CCC004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90DABBE0-E41A-4BA6-BB11-5B19407931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50F10E85-2AA8-4F08-B251-8BEF187B9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51" name="Group 1850">
                          <a:extLst>
                            <a:ext uri="{FF2B5EF4-FFF2-40B4-BE49-F238E27FC236}">
                              <a16:creationId xmlns:a16="http://schemas.microsoft.com/office/drawing/2014/main" id="{AA157B04-85DE-4AE0-BCDB-8C2985C246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49410FAE-C588-4514-91B8-6EA55605D8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35EB3EB6-06F9-479C-90D3-F56F5FF404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33" name="Group 1832">
                      <a:extLst>
                        <a:ext uri="{FF2B5EF4-FFF2-40B4-BE49-F238E27FC236}">
                          <a16:creationId xmlns:a16="http://schemas.microsoft.com/office/drawing/2014/main" id="{8430D02E-C74B-48A4-A642-92FE37A7A1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34" name="Group 1833">
                        <a:extLst>
                          <a:ext uri="{FF2B5EF4-FFF2-40B4-BE49-F238E27FC236}">
                            <a16:creationId xmlns:a16="http://schemas.microsoft.com/office/drawing/2014/main" id="{2D92FE01-A1D3-4BFB-87C5-D240244683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42" name="Group 1841">
                          <a:extLst>
                            <a:ext uri="{FF2B5EF4-FFF2-40B4-BE49-F238E27FC236}">
                              <a16:creationId xmlns:a16="http://schemas.microsoft.com/office/drawing/2014/main" id="{42C2DFFD-5554-483D-8A26-EBCDA1E08C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6" name="Rectangle 1845">
                            <a:extLst>
                              <a:ext uri="{FF2B5EF4-FFF2-40B4-BE49-F238E27FC236}">
                                <a16:creationId xmlns:a16="http://schemas.microsoft.com/office/drawing/2014/main" id="{D4FE5E3A-8333-44C9-A97F-76C3AE1B93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FB444943-1927-447F-BD0B-0612C0AD9E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43" name="Group 1842">
                          <a:extLst>
                            <a:ext uri="{FF2B5EF4-FFF2-40B4-BE49-F238E27FC236}">
                              <a16:creationId xmlns:a16="http://schemas.microsoft.com/office/drawing/2014/main" id="{9DA6ED4E-68AB-407B-94B3-A2A46E05F1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4" name="Rectangle 1843">
                            <a:extLst>
                              <a:ext uri="{FF2B5EF4-FFF2-40B4-BE49-F238E27FC236}">
                                <a16:creationId xmlns:a16="http://schemas.microsoft.com/office/drawing/2014/main" id="{10E4DFE4-171D-48CA-9E3E-ADFD64A90E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845" name="Rectangle 1844">
                            <a:extLst>
                              <a:ext uri="{FF2B5EF4-FFF2-40B4-BE49-F238E27FC236}">
                                <a16:creationId xmlns:a16="http://schemas.microsoft.com/office/drawing/2014/main" id="{6B4D538E-C08A-43CA-9789-FEDC0B6557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B641D58F-E1BD-4D22-AE89-823EEC5EB8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36" name="Group 1835">
                          <a:extLst>
                            <a:ext uri="{FF2B5EF4-FFF2-40B4-BE49-F238E27FC236}">
                              <a16:creationId xmlns:a16="http://schemas.microsoft.com/office/drawing/2014/main" id="{0B120738-AD3D-49EF-BEBF-3169FBB091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40" name="Rectangle 1839">
                            <a:extLst>
                              <a:ext uri="{FF2B5EF4-FFF2-40B4-BE49-F238E27FC236}">
                                <a16:creationId xmlns:a16="http://schemas.microsoft.com/office/drawing/2014/main" id="{0B4F84DF-DC20-4B38-B47C-FB6A7C69B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841" name="Rectangle 1840">
                            <a:extLst>
                              <a:ext uri="{FF2B5EF4-FFF2-40B4-BE49-F238E27FC236}">
                                <a16:creationId xmlns:a16="http://schemas.microsoft.com/office/drawing/2014/main" id="{7D09C125-8410-4EB1-ABCE-683D2845D8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37" name="Group 1836">
                          <a:extLst>
                            <a:ext uri="{FF2B5EF4-FFF2-40B4-BE49-F238E27FC236}">
                              <a16:creationId xmlns:a16="http://schemas.microsoft.com/office/drawing/2014/main" id="{57C80E9C-7901-4A5A-A286-7A99E0ECA1E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8" name="Rectangle 1837">
                            <a:extLst>
                              <a:ext uri="{FF2B5EF4-FFF2-40B4-BE49-F238E27FC236}">
                                <a16:creationId xmlns:a16="http://schemas.microsoft.com/office/drawing/2014/main" id="{5B873DE1-12A2-4499-A33F-44CD9E00BC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839" name="Rectangle 1838">
                            <a:extLst>
                              <a:ext uri="{FF2B5EF4-FFF2-40B4-BE49-F238E27FC236}">
                                <a16:creationId xmlns:a16="http://schemas.microsoft.com/office/drawing/2014/main" id="{B5109887-2CB2-4DFE-93EA-506CE691A1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01" name="Group 1800">
                    <a:extLst>
                      <a:ext uri="{FF2B5EF4-FFF2-40B4-BE49-F238E27FC236}">
                        <a16:creationId xmlns:a16="http://schemas.microsoft.com/office/drawing/2014/main" id="{1E3A40E8-C77E-4B24-BE8C-83FDA307EF80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802" name="Group 1801">
                      <a:extLst>
                        <a:ext uri="{FF2B5EF4-FFF2-40B4-BE49-F238E27FC236}">
                          <a16:creationId xmlns:a16="http://schemas.microsoft.com/office/drawing/2014/main" id="{5C66D880-FF74-4890-9A2F-2D960D9E87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18" name="Group 1817">
                        <a:extLst>
                          <a:ext uri="{FF2B5EF4-FFF2-40B4-BE49-F238E27FC236}">
                            <a16:creationId xmlns:a16="http://schemas.microsoft.com/office/drawing/2014/main" id="{E0019801-955F-4A9C-A561-7374736C03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6" name="Group 1825">
                          <a:extLst>
                            <a:ext uri="{FF2B5EF4-FFF2-40B4-BE49-F238E27FC236}">
                              <a16:creationId xmlns:a16="http://schemas.microsoft.com/office/drawing/2014/main" id="{94C155EF-D4CF-49D1-A6AB-01516FE40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30" name="Rectangle 1829">
                            <a:extLst>
                              <a:ext uri="{FF2B5EF4-FFF2-40B4-BE49-F238E27FC236}">
                                <a16:creationId xmlns:a16="http://schemas.microsoft.com/office/drawing/2014/main" id="{6178F2A1-D8F8-4C2B-B564-8E75AAC96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831" name="Rectangle 1830">
                            <a:extLst>
                              <a:ext uri="{FF2B5EF4-FFF2-40B4-BE49-F238E27FC236}">
                                <a16:creationId xmlns:a16="http://schemas.microsoft.com/office/drawing/2014/main" id="{29040D93-17AA-4196-82D8-C626F0BB23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7" name="Group 1826">
                          <a:extLst>
                            <a:ext uri="{FF2B5EF4-FFF2-40B4-BE49-F238E27FC236}">
                              <a16:creationId xmlns:a16="http://schemas.microsoft.com/office/drawing/2014/main" id="{9DD95C8A-51BB-4998-AA47-21CF139280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8" name="Rectangle 1827">
                            <a:extLst>
                              <a:ext uri="{FF2B5EF4-FFF2-40B4-BE49-F238E27FC236}">
                                <a16:creationId xmlns:a16="http://schemas.microsoft.com/office/drawing/2014/main" id="{7850C63E-DB51-4267-9FA7-A07381849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829" name="Rectangle 1828">
                            <a:extLst>
                              <a:ext uri="{FF2B5EF4-FFF2-40B4-BE49-F238E27FC236}">
                                <a16:creationId xmlns:a16="http://schemas.microsoft.com/office/drawing/2014/main" id="{D7AEDDE9-4FDB-4A4D-898D-24061BB30F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19" name="Group 1818">
                        <a:extLst>
                          <a:ext uri="{FF2B5EF4-FFF2-40B4-BE49-F238E27FC236}">
                            <a16:creationId xmlns:a16="http://schemas.microsoft.com/office/drawing/2014/main" id="{8986D1FE-B624-4D83-A313-CBBDF9BE04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20" name="Group 1819">
                          <a:extLst>
                            <a:ext uri="{FF2B5EF4-FFF2-40B4-BE49-F238E27FC236}">
                              <a16:creationId xmlns:a16="http://schemas.microsoft.com/office/drawing/2014/main" id="{04E89ADF-0A13-4F0B-AE77-10DDB7654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4" name="Rectangle 1823">
                            <a:extLst>
                              <a:ext uri="{FF2B5EF4-FFF2-40B4-BE49-F238E27FC236}">
                                <a16:creationId xmlns:a16="http://schemas.microsoft.com/office/drawing/2014/main" id="{43629ECE-388C-48E0-88C8-1DB348D665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825" name="Rectangle 1824">
                            <a:extLst>
                              <a:ext uri="{FF2B5EF4-FFF2-40B4-BE49-F238E27FC236}">
                                <a16:creationId xmlns:a16="http://schemas.microsoft.com/office/drawing/2014/main" id="{A1027520-C069-47AD-9F6B-91C1DC1878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21" name="Group 1820">
                          <a:extLst>
                            <a:ext uri="{FF2B5EF4-FFF2-40B4-BE49-F238E27FC236}">
                              <a16:creationId xmlns:a16="http://schemas.microsoft.com/office/drawing/2014/main" id="{75B5B01E-13D4-4EC9-B126-16BE66232F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22" name="Rectangle 1821">
                            <a:extLst>
                              <a:ext uri="{FF2B5EF4-FFF2-40B4-BE49-F238E27FC236}">
                                <a16:creationId xmlns:a16="http://schemas.microsoft.com/office/drawing/2014/main" id="{0DB17623-7948-4394-93CC-E283E055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823" name="Rectangle 1822">
                            <a:extLst>
                              <a:ext uri="{FF2B5EF4-FFF2-40B4-BE49-F238E27FC236}">
                                <a16:creationId xmlns:a16="http://schemas.microsoft.com/office/drawing/2014/main" id="{C8F6FB9C-FC5B-4537-A3EC-C7F253867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03" name="Group 1802">
                      <a:extLst>
                        <a:ext uri="{FF2B5EF4-FFF2-40B4-BE49-F238E27FC236}">
                          <a16:creationId xmlns:a16="http://schemas.microsoft.com/office/drawing/2014/main" id="{CBB99609-B604-4B2F-BBF6-2587F5AA82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804" name="Group 1803">
                        <a:extLst>
                          <a:ext uri="{FF2B5EF4-FFF2-40B4-BE49-F238E27FC236}">
                            <a16:creationId xmlns:a16="http://schemas.microsoft.com/office/drawing/2014/main" id="{C0E1F0D3-01C9-48A0-B2BF-E91BC7CA2E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12" name="Group 1811">
                          <a:extLst>
                            <a:ext uri="{FF2B5EF4-FFF2-40B4-BE49-F238E27FC236}">
                              <a16:creationId xmlns:a16="http://schemas.microsoft.com/office/drawing/2014/main" id="{F1C1DB5B-BEDC-4810-B15D-460440DC43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6" name="Rectangle 1815">
                            <a:extLst>
                              <a:ext uri="{FF2B5EF4-FFF2-40B4-BE49-F238E27FC236}">
                                <a16:creationId xmlns:a16="http://schemas.microsoft.com/office/drawing/2014/main" id="{2D0E10E9-ED8E-43C9-BBFD-9B9EEE3800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817" name="Rectangle 1816">
                            <a:extLst>
                              <a:ext uri="{FF2B5EF4-FFF2-40B4-BE49-F238E27FC236}">
                                <a16:creationId xmlns:a16="http://schemas.microsoft.com/office/drawing/2014/main" id="{C8283C83-66DD-4E02-A11E-7E4573A5E1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813" name="Group 1812">
                          <a:extLst>
                            <a:ext uri="{FF2B5EF4-FFF2-40B4-BE49-F238E27FC236}">
                              <a16:creationId xmlns:a16="http://schemas.microsoft.com/office/drawing/2014/main" id="{7A6C90F5-8A27-4D2A-9CCC-C815A72023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4" name="Rectangle 1813">
                            <a:extLst>
                              <a:ext uri="{FF2B5EF4-FFF2-40B4-BE49-F238E27FC236}">
                                <a16:creationId xmlns:a16="http://schemas.microsoft.com/office/drawing/2014/main" id="{6E3A5970-2FF2-4856-88CF-8F966DD99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815" name="Rectangle 1814">
                            <a:extLst>
                              <a:ext uri="{FF2B5EF4-FFF2-40B4-BE49-F238E27FC236}">
                                <a16:creationId xmlns:a16="http://schemas.microsoft.com/office/drawing/2014/main" id="{FB3D6EC3-2664-4D35-A71F-32255E110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805" name="Group 1804">
                        <a:extLst>
                          <a:ext uri="{FF2B5EF4-FFF2-40B4-BE49-F238E27FC236}">
                            <a16:creationId xmlns:a16="http://schemas.microsoft.com/office/drawing/2014/main" id="{3F200922-80A0-4FC2-B47B-48EFD896BD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806" name="Group 1805">
                          <a:extLst>
                            <a:ext uri="{FF2B5EF4-FFF2-40B4-BE49-F238E27FC236}">
                              <a16:creationId xmlns:a16="http://schemas.microsoft.com/office/drawing/2014/main" id="{301180B8-5AA9-45C6-BDA0-23FD160656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10" name="Rectangle 1809">
                            <a:extLst>
                              <a:ext uri="{FF2B5EF4-FFF2-40B4-BE49-F238E27FC236}">
                                <a16:creationId xmlns:a16="http://schemas.microsoft.com/office/drawing/2014/main" id="{A2C938BB-50C9-464C-ACB8-041C8CE671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811" name="Rectangle 1810">
                            <a:extLst>
                              <a:ext uri="{FF2B5EF4-FFF2-40B4-BE49-F238E27FC236}">
                                <a16:creationId xmlns:a16="http://schemas.microsoft.com/office/drawing/2014/main" id="{581986F5-DCAD-489A-8324-BD8832F27D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807" name="Group 1806">
                          <a:extLst>
                            <a:ext uri="{FF2B5EF4-FFF2-40B4-BE49-F238E27FC236}">
                              <a16:creationId xmlns:a16="http://schemas.microsoft.com/office/drawing/2014/main" id="{36966008-AD5E-47D6-8834-6C9711D5C6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808" name="Rectangle 1807">
                            <a:extLst>
                              <a:ext uri="{FF2B5EF4-FFF2-40B4-BE49-F238E27FC236}">
                                <a16:creationId xmlns:a16="http://schemas.microsoft.com/office/drawing/2014/main" id="{5FEE281D-01B6-4220-BBD2-14BE79E272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809" name="Rectangle 1808">
                            <a:extLst>
                              <a:ext uri="{FF2B5EF4-FFF2-40B4-BE49-F238E27FC236}">
                                <a16:creationId xmlns:a16="http://schemas.microsoft.com/office/drawing/2014/main" id="{B9B01FE9-AB15-4BEC-AA44-4DC4F2844D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1737" name="Group 1736">
                  <a:extLst>
                    <a:ext uri="{FF2B5EF4-FFF2-40B4-BE49-F238E27FC236}">
                      <a16:creationId xmlns:a16="http://schemas.microsoft.com/office/drawing/2014/main" id="{E803BB5B-4ED9-4B04-A50C-16B3EE979B4B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1738" name="Group 1737">
                    <a:extLst>
                      <a:ext uri="{FF2B5EF4-FFF2-40B4-BE49-F238E27FC236}">
                        <a16:creationId xmlns:a16="http://schemas.microsoft.com/office/drawing/2014/main" id="{8E680DA8-1F69-450E-B9C3-788B6375E88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70" name="Group 1769">
                      <a:extLst>
                        <a:ext uri="{FF2B5EF4-FFF2-40B4-BE49-F238E27FC236}">
                          <a16:creationId xmlns:a16="http://schemas.microsoft.com/office/drawing/2014/main" id="{51647AEF-A329-4298-871C-775FFD9E24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86" name="Group 1785">
                        <a:extLst>
                          <a:ext uri="{FF2B5EF4-FFF2-40B4-BE49-F238E27FC236}">
                            <a16:creationId xmlns:a16="http://schemas.microsoft.com/office/drawing/2014/main" id="{DD6D9BD1-B375-4D01-BB2E-BEA765F917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BAFE4CF0-7806-48EA-8C88-CFBBC2EC27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8" name="Rectangle 1797">
                            <a:extLst>
                              <a:ext uri="{FF2B5EF4-FFF2-40B4-BE49-F238E27FC236}">
                                <a16:creationId xmlns:a16="http://schemas.microsoft.com/office/drawing/2014/main" id="{1B87EFCB-8E3A-4EC1-823A-93A7C6E4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1799" name="Rectangle 1798">
                            <a:extLst>
                              <a:ext uri="{FF2B5EF4-FFF2-40B4-BE49-F238E27FC236}">
                                <a16:creationId xmlns:a16="http://schemas.microsoft.com/office/drawing/2014/main" id="{90EE8355-F844-4CA0-AB45-05A649188C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95" name="Group 1794">
                          <a:extLst>
                            <a:ext uri="{FF2B5EF4-FFF2-40B4-BE49-F238E27FC236}">
                              <a16:creationId xmlns:a16="http://schemas.microsoft.com/office/drawing/2014/main" id="{DF9B5F8A-98E2-4E1B-A91D-4F18EB204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6" name="Rectangle 1795">
                            <a:extLst>
                              <a:ext uri="{FF2B5EF4-FFF2-40B4-BE49-F238E27FC236}">
                                <a16:creationId xmlns:a16="http://schemas.microsoft.com/office/drawing/2014/main" id="{3FE582CB-593D-49C0-97AB-C4670CC356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1797" name="Rectangle 1796">
                            <a:extLst>
                              <a:ext uri="{FF2B5EF4-FFF2-40B4-BE49-F238E27FC236}">
                                <a16:creationId xmlns:a16="http://schemas.microsoft.com/office/drawing/2014/main" id="{30869E31-E396-4E25-8BE3-A786F6203F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87" name="Group 1786">
                        <a:extLst>
                          <a:ext uri="{FF2B5EF4-FFF2-40B4-BE49-F238E27FC236}">
                            <a16:creationId xmlns:a16="http://schemas.microsoft.com/office/drawing/2014/main" id="{CF6B6F3B-0F36-4718-AD0F-06214A95777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8" name="Group 1787">
                          <a:extLst>
                            <a:ext uri="{FF2B5EF4-FFF2-40B4-BE49-F238E27FC236}">
                              <a16:creationId xmlns:a16="http://schemas.microsoft.com/office/drawing/2014/main" id="{D613D5FF-A113-4379-AA4D-2518AA439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2" name="Rectangle 1791">
                            <a:extLst>
                              <a:ext uri="{FF2B5EF4-FFF2-40B4-BE49-F238E27FC236}">
                                <a16:creationId xmlns:a16="http://schemas.microsoft.com/office/drawing/2014/main" id="{9D87EC51-38F2-41FF-A0F4-074AA482ED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1793" name="Rectangle 1792">
                            <a:extLst>
                              <a:ext uri="{FF2B5EF4-FFF2-40B4-BE49-F238E27FC236}">
                                <a16:creationId xmlns:a16="http://schemas.microsoft.com/office/drawing/2014/main" id="{7EAA06B0-2445-431E-9E45-968F7CBEA5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9" name="Group 1788">
                          <a:extLst>
                            <a:ext uri="{FF2B5EF4-FFF2-40B4-BE49-F238E27FC236}">
                              <a16:creationId xmlns:a16="http://schemas.microsoft.com/office/drawing/2014/main" id="{54A0E388-6551-4D9C-B708-E77FC6AA08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90" name="Rectangle 1789">
                            <a:extLst>
                              <a:ext uri="{FF2B5EF4-FFF2-40B4-BE49-F238E27FC236}">
                                <a16:creationId xmlns:a16="http://schemas.microsoft.com/office/drawing/2014/main" id="{02750700-304D-4585-9C22-5E9B82353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1791" name="Rectangle 1790">
                            <a:extLst>
                              <a:ext uri="{FF2B5EF4-FFF2-40B4-BE49-F238E27FC236}">
                                <a16:creationId xmlns:a16="http://schemas.microsoft.com/office/drawing/2014/main" id="{114EA021-259E-49B7-919A-FA1F7D567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71" name="Group 1770">
                      <a:extLst>
                        <a:ext uri="{FF2B5EF4-FFF2-40B4-BE49-F238E27FC236}">
                          <a16:creationId xmlns:a16="http://schemas.microsoft.com/office/drawing/2014/main" id="{7920AB24-8221-4EEC-BCF4-F2FB86820E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72" name="Group 1771">
                        <a:extLst>
                          <a:ext uri="{FF2B5EF4-FFF2-40B4-BE49-F238E27FC236}">
                            <a16:creationId xmlns:a16="http://schemas.microsoft.com/office/drawing/2014/main" id="{5F457628-B398-4580-B15B-37265BF2D0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80" name="Group 1779">
                          <a:extLst>
                            <a:ext uri="{FF2B5EF4-FFF2-40B4-BE49-F238E27FC236}">
                              <a16:creationId xmlns:a16="http://schemas.microsoft.com/office/drawing/2014/main" id="{75B80B94-AA74-4965-B0EE-2900F0F92C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4" name="Rectangle 1783">
                            <a:extLst>
                              <a:ext uri="{FF2B5EF4-FFF2-40B4-BE49-F238E27FC236}">
                                <a16:creationId xmlns:a16="http://schemas.microsoft.com/office/drawing/2014/main" id="{55418DE6-6D7E-4D64-8F54-EB4284D99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1785" name="Rectangle 1784">
                            <a:extLst>
                              <a:ext uri="{FF2B5EF4-FFF2-40B4-BE49-F238E27FC236}">
                                <a16:creationId xmlns:a16="http://schemas.microsoft.com/office/drawing/2014/main" id="{BAE5F02C-3586-4A48-8CCD-2C25CBA340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81" name="Group 1780">
                          <a:extLst>
                            <a:ext uri="{FF2B5EF4-FFF2-40B4-BE49-F238E27FC236}">
                              <a16:creationId xmlns:a16="http://schemas.microsoft.com/office/drawing/2014/main" id="{B50B7220-3177-4155-B41D-FAA04CF72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82" name="Rectangle 1781">
                            <a:extLst>
                              <a:ext uri="{FF2B5EF4-FFF2-40B4-BE49-F238E27FC236}">
                                <a16:creationId xmlns:a16="http://schemas.microsoft.com/office/drawing/2014/main" id="{6A88273F-263D-4BCC-BB57-372DEF54D7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1783" name="Rectangle 1782">
                            <a:extLst>
                              <a:ext uri="{FF2B5EF4-FFF2-40B4-BE49-F238E27FC236}">
                                <a16:creationId xmlns:a16="http://schemas.microsoft.com/office/drawing/2014/main" id="{478325D1-DC7D-45F4-A7C7-2349DE322B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73" name="Group 1772">
                        <a:extLst>
                          <a:ext uri="{FF2B5EF4-FFF2-40B4-BE49-F238E27FC236}">
                            <a16:creationId xmlns:a16="http://schemas.microsoft.com/office/drawing/2014/main" id="{F01B64DF-C9A8-454C-98D4-71824A54360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74" name="Group 1773">
                          <a:extLst>
                            <a:ext uri="{FF2B5EF4-FFF2-40B4-BE49-F238E27FC236}">
                              <a16:creationId xmlns:a16="http://schemas.microsoft.com/office/drawing/2014/main" id="{628860FC-DC67-4625-9BD5-6380405E20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8" name="Rectangle 1777">
                            <a:extLst>
                              <a:ext uri="{FF2B5EF4-FFF2-40B4-BE49-F238E27FC236}">
                                <a16:creationId xmlns:a16="http://schemas.microsoft.com/office/drawing/2014/main" id="{852BFFC9-A5F5-4C8F-8117-3D83BAA9C8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1779" name="Rectangle 1778">
                            <a:extLst>
                              <a:ext uri="{FF2B5EF4-FFF2-40B4-BE49-F238E27FC236}">
                                <a16:creationId xmlns:a16="http://schemas.microsoft.com/office/drawing/2014/main" id="{251672FD-0A20-4A9C-AA81-320D97248D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75" name="Group 1774">
                          <a:extLst>
                            <a:ext uri="{FF2B5EF4-FFF2-40B4-BE49-F238E27FC236}">
                              <a16:creationId xmlns:a16="http://schemas.microsoft.com/office/drawing/2014/main" id="{1BE4859A-5D8E-44BE-A8C9-7521D1B00F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76" name="Rectangle 1775">
                            <a:extLst>
                              <a:ext uri="{FF2B5EF4-FFF2-40B4-BE49-F238E27FC236}">
                                <a16:creationId xmlns:a16="http://schemas.microsoft.com/office/drawing/2014/main" id="{DDD12719-17DC-4277-A08C-46B2712E54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1777" name="Rectangle 1776">
                            <a:extLst>
                              <a:ext uri="{FF2B5EF4-FFF2-40B4-BE49-F238E27FC236}">
                                <a16:creationId xmlns:a16="http://schemas.microsoft.com/office/drawing/2014/main" id="{C9224F45-3425-4DE0-A980-805105580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739" name="Group 1738">
                    <a:extLst>
                      <a:ext uri="{FF2B5EF4-FFF2-40B4-BE49-F238E27FC236}">
                        <a16:creationId xmlns:a16="http://schemas.microsoft.com/office/drawing/2014/main" id="{880E1C1C-8CFC-496E-A88D-81B6E2B9689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1740" name="Group 1739">
                      <a:extLst>
                        <a:ext uri="{FF2B5EF4-FFF2-40B4-BE49-F238E27FC236}">
                          <a16:creationId xmlns:a16="http://schemas.microsoft.com/office/drawing/2014/main" id="{C16E1C79-DF4F-4ADB-9684-39B1A66F6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56" name="Group 1755">
                        <a:extLst>
                          <a:ext uri="{FF2B5EF4-FFF2-40B4-BE49-F238E27FC236}">
                            <a16:creationId xmlns:a16="http://schemas.microsoft.com/office/drawing/2014/main" id="{5C10CF33-E41F-4377-9055-D9773B8A32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64" name="Group 1763">
                          <a:extLst>
                            <a:ext uri="{FF2B5EF4-FFF2-40B4-BE49-F238E27FC236}">
                              <a16:creationId xmlns:a16="http://schemas.microsoft.com/office/drawing/2014/main" id="{4EDAFA39-E987-4DCD-8942-58E1DADB3B1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8" name="Rectangle 1767">
                            <a:extLst>
                              <a:ext uri="{FF2B5EF4-FFF2-40B4-BE49-F238E27FC236}">
                                <a16:creationId xmlns:a16="http://schemas.microsoft.com/office/drawing/2014/main" id="{6DBD021E-D635-49DA-AC36-040481C9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1769" name="Rectangle 1768">
                            <a:extLst>
                              <a:ext uri="{FF2B5EF4-FFF2-40B4-BE49-F238E27FC236}">
                                <a16:creationId xmlns:a16="http://schemas.microsoft.com/office/drawing/2014/main" id="{D408CFB3-631A-498D-B333-97CBD933910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65" name="Group 1764">
                          <a:extLst>
                            <a:ext uri="{FF2B5EF4-FFF2-40B4-BE49-F238E27FC236}">
                              <a16:creationId xmlns:a16="http://schemas.microsoft.com/office/drawing/2014/main" id="{A45EE4B6-7387-4355-A478-90588CB912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6" name="Rectangle 1765">
                            <a:extLst>
                              <a:ext uri="{FF2B5EF4-FFF2-40B4-BE49-F238E27FC236}">
                                <a16:creationId xmlns:a16="http://schemas.microsoft.com/office/drawing/2014/main" id="{B251F5C1-3EED-4179-84B4-813ACE52B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1767" name="Rectangle 1766">
                            <a:extLst>
                              <a:ext uri="{FF2B5EF4-FFF2-40B4-BE49-F238E27FC236}">
                                <a16:creationId xmlns:a16="http://schemas.microsoft.com/office/drawing/2014/main" id="{2AE86303-5A09-46A5-BCCC-325045A02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57" name="Group 1756">
                        <a:extLst>
                          <a:ext uri="{FF2B5EF4-FFF2-40B4-BE49-F238E27FC236}">
                            <a16:creationId xmlns:a16="http://schemas.microsoft.com/office/drawing/2014/main" id="{45F0D026-E6AA-4D7C-8505-4DE2F66D5E5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8" name="Group 1757">
                          <a:extLst>
                            <a:ext uri="{FF2B5EF4-FFF2-40B4-BE49-F238E27FC236}">
                              <a16:creationId xmlns:a16="http://schemas.microsoft.com/office/drawing/2014/main" id="{5CA0EA19-D653-4735-8E8D-078844D95B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2" name="Rectangle 1761">
                            <a:extLst>
                              <a:ext uri="{FF2B5EF4-FFF2-40B4-BE49-F238E27FC236}">
                                <a16:creationId xmlns:a16="http://schemas.microsoft.com/office/drawing/2014/main" id="{915B2695-59E3-47C5-AB73-A15DD5209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1763" name="Rectangle 1762">
                            <a:extLst>
                              <a:ext uri="{FF2B5EF4-FFF2-40B4-BE49-F238E27FC236}">
                                <a16:creationId xmlns:a16="http://schemas.microsoft.com/office/drawing/2014/main" id="{445274D7-5F53-466E-942A-243189867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9" name="Group 1758">
                          <a:extLst>
                            <a:ext uri="{FF2B5EF4-FFF2-40B4-BE49-F238E27FC236}">
                              <a16:creationId xmlns:a16="http://schemas.microsoft.com/office/drawing/2014/main" id="{9F790361-7525-4B5A-926C-9E4E44214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60" name="Rectangle 1759">
                            <a:extLst>
                              <a:ext uri="{FF2B5EF4-FFF2-40B4-BE49-F238E27FC236}">
                                <a16:creationId xmlns:a16="http://schemas.microsoft.com/office/drawing/2014/main" id="{C12991A7-F0D8-4BCE-8E3D-F34178C82B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1761" name="Rectangle 1760">
                            <a:extLst>
                              <a:ext uri="{FF2B5EF4-FFF2-40B4-BE49-F238E27FC236}">
                                <a16:creationId xmlns:a16="http://schemas.microsoft.com/office/drawing/2014/main" id="{6BA53F0E-0EB8-4FE7-A9DF-6A90060372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741" name="Group 1740">
                      <a:extLst>
                        <a:ext uri="{FF2B5EF4-FFF2-40B4-BE49-F238E27FC236}">
                          <a16:creationId xmlns:a16="http://schemas.microsoft.com/office/drawing/2014/main" id="{C3A1D1CC-9AB7-47A8-A748-5D0367F08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1742" name="Group 1741">
                        <a:extLst>
                          <a:ext uri="{FF2B5EF4-FFF2-40B4-BE49-F238E27FC236}">
                            <a16:creationId xmlns:a16="http://schemas.microsoft.com/office/drawing/2014/main" id="{21EACAC5-1621-4FD5-9B81-3F75DFF64E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50" name="Group 1749">
                          <a:extLst>
                            <a:ext uri="{FF2B5EF4-FFF2-40B4-BE49-F238E27FC236}">
                              <a16:creationId xmlns:a16="http://schemas.microsoft.com/office/drawing/2014/main" id="{F97D5C84-64E5-430F-BDC1-3ABAD41FFF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4" name="Rectangle 1753">
                            <a:extLst>
                              <a:ext uri="{FF2B5EF4-FFF2-40B4-BE49-F238E27FC236}">
                                <a16:creationId xmlns:a16="http://schemas.microsoft.com/office/drawing/2014/main" id="{E5F3AA04-4F71-4AB4-A8CD-E028B40D6F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1755" name="Rectangle 1754">
                            <a:extLst>
                              <a:ext uri="{FF2B5EF4-FFF2-40B4-BE49-F238E27FC236}">
                                <a16:creationId xmlns:a16="http://schemas.microsoft.com/office/drawing/2014/main" id="{68CBC503-8ABB-488C-A96E-7922DA1320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1751" name="Group 1750">
                          <a:extLst>
                            <a:ext uri="{FF2B5EF4-FFF2-40B4-BE49-F238E27FC236}">
                              <a16:creationId xmlns:a16="http://schemas.microsoft.com/office/drawing/2014/main" id="{21EE5F6A-12B9-4F33-86A1-1383AC7E6F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52" name="Rectangle 1751">
                            <a:extLst>
                              <a:ext uri="{FF2B5EF4-FFF2-40B4-BE49-F238E27FC236}">
                                <a16:creationId xmlns:a16="http://schemas.microsoft.com/office/drawing/2014/main" id="{06F66ACB-2167-4231-A8EE-193C7B4D5D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1753" name="Rectangle 1752">
                            <a:extLst>
                              <a:ext uri="{FF2B5EF4-FFF2-40B4-BE49-F238E27FC236}">
                                <a16:creationId xmlns:a16="http://schemas.microsoft.com/office/drawing/2014/main" id="{673E0831-DB55-45F4-A8F3-EE5BA96EE4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1743" name="Group 1742">
                        <a:extLst>
                          <a:ext uri="{FF2B5EF4-FFF2-40B4-BE49-F238E27FC236}">
                            <a16:creationId xmlns:a16="http://schemas.microsoft.com/office/drawing/2014/main" id="{A03CA7D7-E057-42F5-9CD1-0F46303009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1744" name="Group 1743">
                          <a:extLst>
                            <a:ext uri="{FF2B5EF4-FFF2-40B4-BE49-F238E27FC236}">
                              <a16:creationId xmlns:a16="http://schemas.microsoft.com/office/drawing/2014/main" id="{A8FAF1F9-67A9-489B-9EF8-0DF37CD4EB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8" name="Rectangle 1747">
                            <a:extLst>
                              <a:ext uri="{FF2B5EF4-FFF2-40B4-BE49-F238E27FC236}">
                                <a16:creationId xmlns:a16="http://schemas.microsoft.com/office/drawing/2014/main" id="{42DFA002-9134-4509-A7F4-BBAB3038AC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1749" name="Rectangle 1748">
                            <a:extLst>
                              <a:ext uri="{FF2B5EF4-FFF2-40B4-BE49-F238E27FC236}">
                                <a16:creationId xmlns:a16="http://schemas.microsoft.com/office/drawing/2014/main" id="{33AC1395-A318-4FDD-804B-E2BAAB2116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7407375C-5935-47B8-86B1-0678CF68DE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1746" name="Rectangle 1745">
                            <a:extLst>
                              <a:ext uri="{FF2B5EF4-FFF2-40B4-BE49-F238E27FC236}">
                                <a16:creationId xmlns:a16="http://schemas.microsoft.com/office/drawing/2014/main" id="{386D1943-C725-45BE-8BF2-3D28D0C3B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1747" name="Rectangle 1746">
                            <a:extLst>
                              <a:ext uri="{FF2B5EF4-FFF2-40B4-BE49-F238E27FC236}">
                                <a16:creationId xmlns:a16="http://schemas.microsoft.com/office/drawing/2014/main" id="{D19FB8FF-E6A7-4A5B-80A8-12CB7F0B27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pSp>
        <p:nvGrpSpPr>
          <p:cNvPr id="2242" name="Group 2241">
            <a:extLst>
              <a:ext uri="{FF2B5EF4-FFF2-40B4-BE49-F238E27FC236}">
                <a16:creationId xmlns:a16="http://schemas.microsoft.com/office/drawing/2014/main" id="{DB50E10B-D0EB-4AD2-A7AC-4A5DE7A6C254}"/>
              </a:ext>
            </a:extLst>
          </p:cNvPr>
          <p:cNvGrpSpPr/>
          <p:nvPr/>
        </p:nvGrpSpPr>
        <p:grpSpPr>
          <a:xfrm>
            <a:off x="5660139" y="5030502"/>
            <a:ext cx="3657600" cy="184994"/>
            <a:chOff x="2304448" y="4766691"/>
            <a:chExt cx="7304970" cy="184994"/>
          </a:xfrm>
        </p:grpSpPr>
        <p:grpSp>
          <p:nvGrpSpPr>
            <p:cNvPr id="2243" name="Group 2242">
              <a:extLst>
                <a:ext uri="{FF2B5EF4-FFF2-40B4-BE49-F238E27FC236}">
                  <a16:creationId xmlns:a16="http://schemas.microsoft.com/office/drawing/2014/main" id="{90BD3DAE-EBF6-40E8-B1AC-B9462B5F7623}"/>
                </a:ext>
              </a:extLst>
            </p:cNvPr>
            <p:cNvGrpSpPr/>
            <p:nvPr/>
          </p:nvGrpSpPr>
          <p:grpSpPr>
            <a:xfrm>
              <a:off x="230444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499" name="Group 2498">
                <a:extLst>
                  <a:ext uri="{FF2B5EF4-FFF2-40B4-BE49-F238E27FC236}">
                    <a16:creationId xmlns:a16="http://schemas.microsoft.com/office/drawing/2014/main" id="{15EEA038-5F69-48F6-AB80-FA589E99C3A9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627" name="Group 2626">
                  <a:extLst>
                    <a:ext uri="{FF2B5EF4-FFF2-40B4-BE49-F238E27FC236}">
                      <a16:creationId xmlns:a16="http://schemas.microsoft.com/office/drawing/2014/main" id="{BF0095DA-9C1A-472C-A739-DCF825C06ACB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91" name="Group 2690">
                    <a:extLst>
                      <a:ext uri="{FF2B5EF4-FFF2-40B4-BE49-F238E27FC236}">
                        <a16:creationId xmlns:a16="http://schemas.microsoft.com/office/drawing/2014/main" id="{6021DFFF-E62F-4FCE-BD56-BDA13275D9E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723" name="Group 2722">
                      <a:extLst>
                        <a:ext uri="{FF2B5EF4-FFF2-40B4-BE49-F238E27FC236}">
                          <a16:creationId xmlns:a16="http://schemas.microsoft.com/office/drawing/2014/main" id="{4FB24664-3D87-44E8-AF55-82339CED0E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39" name="Group 2738">
                        <a:extLst>
                          <a:ext uri="{FF2B5EF4-FFF2-40B4-BE49-F238E27FC236}">
                            <a16:creationId xmlns:a16="http://schemas.microsoft.com/office/drawing/2014/main" id="{E0DA8C32-FCEC-4776-A212-34CE0A9E9E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7" name="Group 2746">
                          <a:extLst>
                            <a:ext uri="{FF2B5EF4-FFF2-40B4-BE49-F238E27FC236}">
                              <a16:creationId xmlns:a16="http://schemas.microsoft.com/office/drawing/2014/main" id="{05A572C2-277D-4954-939C-613FC44877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51" name="Rectangle 2750">
                            <a:extLst>
                              <a:ext uri="{FF2B5EF4-FFF2-40B4-BE49-F238E27FC236}">
                                <a16:creationId xmlns:a16="http://schemas.microsoft.com/office/drawing/2014/main" id="{469E57D3-AACA-4B2B-BDA3-70BF814234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752" name="Rectangle 2751">
                            <a:extLst>
                              <a:ext uri="{FF2B5EF4-FFF2-40B4-BE49-F238E27FC236}">
                                <a16:creationId xmlns:a16="http://schemas.microsoft.com/office/drawing/2014/main" id="{C3557E10-B7AF-44D6-A4FB-BE57451F3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8" name="Group 2747">
                          <a:extLst>
                            <a:ext uri="{FF2B5EF4-FFF2-40B4-BE49-F238E27FC236}">
                              <a16:creationId xmlns:a16="http://schemas.microsoft.com/office/drawing/2014/main" id="{C1ABBED2-8A78-45AA-B258-5061CA703B5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9" name="Rectangle 2748">
                            <a:extLst>
                              <a:ext uri="{FF2B5EF4-FFF2-40B4-BE49-F238E27FC236}">
                                <a16:creationId xmlns:a16="http://schemas.microsoft.com/office/drawing/2014/main" id="{6C1EDA54-A319-425E-AC3F-7B5F51EFA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750" name="Rectangle 2749">
                            <a:extLst>
                              <a:ext uri="{FF2B5EF4-FFF2-40B4-BE49-F238E27FC236}">
                                <a16:creationId xmlns:a16="http://schemas.microsoft.com/office/drawing/2014/main" id="{91E85A7B-35DD-42B0-B455-5965428D6E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40" name="Group 2739">
                        <a:extLst>
                          <a:ext uri="{FF2B5EF4-FFF2-40B4-BE49-F238E27FC236}">
                            <a16:creationId xmlns:a16="http://schemas.microsoft.com/office/drawing/2014/main" id="{967D584A-7B8B-4067-B063-A8EE36B2B93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41" name="Group 2740">
                          <a:extLst>
                            <a:ext uri="{FF2B5EF4-FFF2-40B4-BE49-F238E27FC236}">
                              <a16:creationId xmlns:a16="http://schemas.microsoft.com/office/drawing/2014/main" id="{13D13E00-651A-463F-8054-1F57914628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5" name="Rectangle 2744">
                            <a:extLst>
                              <a:ext uri="{FF2B5EF4-FFF2-40B4-BE49-F238E27FC236}">
                                <a16:creationId xmlns:a16="http://schemas.microsoft.com/office/drawing/2014/main" id="{B6AC2869-C940-41D2-B8EF-996D38793A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746" name="Rectangle 2745">
                            <a:extLst>
                              <a:ext uri="{FF2B5EF4-FFF2-40B4-BE49-F238E27FC236}">
                                <a16:creationId xmlns:a16="http://schemas.microsoft.com/office/drawing/2014/main" id="{47E94D06-BA32-4B01-AB9C-009BF9AA93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42" name="Group 2741">
                          <a:extLst>
                            <a:ext uri="{FF2B5EF4-FFF2-40B4-BE49-F238E27FC236}">
                              <a16:creationId xmlns:a16="http://schemas.microsoft.com/office/drawing/2014/main" id="{A7295736-280F-4C70-A8DD-173EC2A5F4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43" name="Rectangle 2742">
                            <a:extLst>
                              <a:ext uri="{FF2B5EF4-FFF2-40B4-BE49-F238E27FC236}">
                                <a16:creationId xmlns:a16="http://schemas.microsoft.com/office/drawing/2014/main" id="{97B5AA31-8B0F-4827-AFDB-99758381AD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744" name="Rectangle 2743">
                            <a:extLst>
                              <a:ext uri="{FF2B5EF4-FFF2-40B4-BE49-F238E27FC236}">
                                <a16:creationId xmlns:a16="http://schemas.microsoft.com/office/drawing/2014/main" id="{8A6AA3D7-0285-4B5B-8BF3-D8C801C16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724" name="Group 2723">
                      <a:extLst>
                        <a:ext uri="{FF2B5EF4-FFF2-40B4-BE49-F238E27FC236}">
                          <a16:creationId xmlns:a16="http://schemas.microsoft.com/office/drawing/2014/main" id="{EA8821F9-987A-488A-B306-4A74D6453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25" name="Group 2724">
                        <a:extLst>
                          <a:ext uri="{FF2B5EF4-FFF2-40B4-BE49-F238E27FC236}">
                            <a16:creationId xmlns:a16="http://schemas.microsoft.com/office/drawing/2014/main" id="{04BDC1C6-E56C-4323-85E4-B0DAC7748F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33" name="Group 2732">
                          <a:extLst>
                            <a:ext uri="{FF2B5EF4-FFF2-40B4-BE49-F238E27FC236}">
                              <a16:creationId xmlns:a16="http://schemas.microsoft.com/office/drawing/2014/main" id="{9DD8B1EE-58D0-448E-AABD-50338B7F97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7" name="Rectangle 2736">
                            <a:extLst>
                              <a:ext uri="{FF2B5EF4-FFF2-40B4-BE49-F238E27FC236}">
                                <a16:creationId xmlns:a16="http://schemas.microsoft.com/office/drawing/2014/main" id="{582344A2-61D6-4379-B844-E2AA1D5F1F7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738" name="Rectangle 2737">
                            <a:extLst>
                              <a:ext uri="{FF2B5EF4-FFF2-40B4-BE49-F238E27FC236}">
                                <a16:creationId xmlns:a16="http://schemas.microsoft.com/office/drawing/2014/main" id="{B530AB22-3BF0-4ABC-9344-1F69B1C00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34" name="Group 2733">
                          <a:extLst>
                            <a:ext uri="{FF2B5EF4-FFF2-40B4-BE49-F238E27FC236}">
                              <a16:creationId xmlns:a16="http://schemas.microsoft.com/office/drawing/2014/main" id="{BE68A458-65B0-4A73-94F6-EF7081C235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5" name="Rectangle 2734">
                            <a:extLst>
                              <a:ext uri="{FF2B5EF4-FFF2-40B4-BE49-F238E27FC236}">
                                <a16:creationId xmlns:a16="http://schemas.microsoft.com/office/drawing/2014/main" id="{608B4BAD-9B6C-4B06-B22F-73C6618638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736" name="Rectangle 2735">
                            <a:extLst>
                              <a:ext uri="{FF2B5EF4-FFF2-40B4-BE49-F238E27FC236}">
                                <a16:creationId xmlns:a16="http://schemas.microsoft.com/office/drawing/2014/main" id="{3A1B76CD-E8FF-42F9-B78E-49E594449A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26" name="Group 2725">
                        <a:extLst>
                          <a:ext uri="{FF2B5EF4-FFF2-40B4-BE49-F238E27FC236}">
                            <a16:creationId xmlns:a16="http://schemas.microsoft.com/office/drawing/2014/main" id="{465AB3B3-D739-4130-B8AF-E735A06229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27" name="Group 2726">
                          <a:extLst>
                            <a:ext uri="{FF2B5EF4-FFF2-40B4-BE49-F238E27FC236}">
                              <a16:creationId xmlns:a16="http://schemas.microsoft.com/office/drawing/2014/main" id="{00F0410C-ED4A-4D0C-8D4A-EE605926DB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31" name="Rectangle 2730">
                            <a:extLst>
                              <a:ext uri="{FF2B5EF4-FFF2-40B4-BE49-F238E27FC236}">
                                <a16:creationId xmlns:a16="http://schemas.microsoft.com/office/drawing/2014/main" id="{6FB90753-C07C-4B08-B2E5-2DBAD8D25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732" name="Rectangle 2731">
                            <a:extLst>
                              <a:ext uri="{FF2B5EF4-FFF2-40B4-BE49-F238E27FC236}">
                                <a16:creationId xmlns:a16="http://schemas.microsoft.com/office/drawing/2014/main" id="{9DB0EEEC-F868-4835-818E-36F52B53FE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28" name="Group 2727">
                          <a:extLst>
                            <a:ext uri="{FF2B5EF4-FFF2-40B4-BE49-F238E27FC236}">
                              <a16:creationId xmlns:a16="http://schemas.microsoft.com/office/drawing/2014/main" id="{3A56DF0C-4716-4B48-86CF-52238A8791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9" name="Rectangle 2728">
                            <a:extLst>
                              <a:ext uri="{FF2B5EF4-FFF2-40B4-BE49-F238E27FC236}">
                                <a16:creationId xmlns:a16="http://schemas.microsoft.com/office/drawing/2014/main" id="{0AE10D28-65BE-4B2A-9F91-27633029AD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730" name="Rectangle 2729">
                            <a:extLst>
                              <a:ext uri="{FF2B5EF4-FFF2-40B4-BE49-F238E27FC236}">
                                <a16:creationId xmlns:a16="http://schemas.microsoft.com/office/drawing/2014/main" id="{2345656D-A114-46F3-A337-E2C0ADC71E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92" name="Group 2691">
                    <a:extLst>
                      <a:ext uri="{FF2B5EF4-FFF2-40B4-BE49-F238E27FC236}">
                        <a16:creationId xmlns:a16="http://schemas.microsoft.com/office/drawing/2014/main" id="{4BC5E643-5EA3-495C-B899-EE3CED9EFBE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93" name="Group 2692">
                      <a:extLst>
                        <a:ext uri="{FF2B5EF4-FFF2-40B4-BE49-F238E27FC236}">
                          <a16:creationId xmlns:a16="http://schemas.microsoft.com/office/drawing/2014/main" id="{EB768CCA-CF30-4E83-BB53-7A558F6297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709" name="Group 2708">
                        <a:extLst>
                          <a:ext uri="{FF2B5EF4-FFF2-40B4-BE49-F238E27FC236}">
                            <a16:creationId xmlns:a16="http://schemas.microsoft.com/office/drawing/2014/main" id="{26712C80-B0EF-47CD-A935-9CECB5EB06B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7" name="Group 2716">
                          <a:extLst>
                            <a:ext uri="{FF2B5EF4-FFF2-40B4-BE49-F238E27FC236}">
                              <a16:creationId xmlns:a16="http://schemas.microsoft.com/office/drawing/2014/main" id="{92D782FE-F0E5-44D8-AF41-4BE6BCCFBB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21" name="Rectangle 2720">
                            <a:extLst>
                              <a:ext uri="{FF2B5EF4-FFF2-40B4-BE49-F238E27FC236}">
                                <a16:creationId xmlns:a16="http://schemas.microsoft.com/office/drawing/2014/main" id="{8BD19BA3-AC0B-479B-AD81-AB4D956B6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722" name="Rectangle 2721">
                            <a:extLst>
                              <a:ext uri="{FF2B5EF4-FFF2-40B4-BE49-F238E27FC236}">
                                <a16:creationId xmlns:a16="http://schemas.microsoft.com/office/drawing/2014/main" id="{1E28437F-F680-4EA0-955D-E0E0FD977D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8" name="Group 2717">
                          <a:extLst>
                            <a:ext uri="{FF2B5EF4-FFF2-40B4-BE49-F238E27FC236}">
                              <a16:creationId xmlns:a16="http://schemas.microsoft.com/office/drawing/2014/main" id="{FACE1144-CC3D-4AE1-B370-BC23EE5A722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9" name="Rectangle 2718">
                            <a:extLst>
                              <a:ext uri="{FF2B5EF4-FFF2-40B4-BE49-F238E27FC236}">
                                <a16:creationId xmlns:a16="http://schemas.microsoft.com/office/drawing/2014/main" id="{9DD8E0D9-4887-41D7-8F68-A82F60902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720" name="Rectangle 2719">
                            <a:extLst>
                              <a:ext uri="{FF2B5EF4-FFF2-40B4-BE49-F238E27FC236}">
                                <a16:creationId xmlns:a16="http://schemas.microsoft.com/office/drawing/2014/main" id="{D52FA60A-E159-4622-A640-383651103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710" name="Group 2709">
                        <a:extLst>
                          <a:ext uri="{FF2B5EF4-FFF2-40B4-BE49-F238E27FC236}">
                            <a16:creationId xmlns:a16="http://schemas.microsoft.com/office/drawing/2014/main" id="{B4488FD1-B5BD-4696-83B1-1A4FA3B548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11" name="Group 2710">
                          <a:extLst>
                            <a:ext uri="{FF2B5EF4-FFF2-40B4-BE49-F238E27FC236}">
                              <a16:creationId xmlns:a16="http://schemas.microsoft.com/office/drawing/2014/main" id="{2D088DAD-8FEF-433F-B850-8C799A25E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5" name="Rectangle 2714">
                            <a:extLst>
                              <a:ext uri="{FF2B5EF4-FFF2-40B4-BE49-F238E27FC236}">
                                <a16:creationId xmlns:a16="http://schemas.microsoft.com/office/drawing/2014/main" id="{0D963813-42C3-47F6-8E6B-D5224F47A7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716" name="Rectangle 2715">
                            <a:extLst>
                              <a:ext uri="{FF2B5EF4-FFF2-40B4-BE49-F238E27FC236}">
                                <a16:creationId xmlns:a16="http://schemas.microsoft.com/office/drawing/2014/main" id="{813ADA5B-F3E6-446C-9DF0-A05D152959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712" name="Group 2711">
                          <a:extLst>
                            <a:ext uri="{FF2B5EF4-FFF2-40B4-BE49-F238E27FC236}">
                              <a16:creationId xmlns:a16="http://schemas.microsoft.com/office/drawing/2014/main" id="{0D2EF250-7F1D-45FC-B766-CD44F92D9C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13" name="Rectangle 2712">
                            <a:extLst>
                              <a:ext uri="{FF2B5EF4-FFF2-40B4-BE49-F238E27FC236}">
                                <a16:creationId xmlns:a16="http://schemas.microsoft.com/office/drawing/2014/main" id="{4B830EB8-3516-4A3F-A233-045FF56CEC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714" name="Rectangle 2713">
                            <a:extLst>
                              <a:ext uri="{FF2B5EF4-FFF2-40B4-BE49-F238E27FC236}">
                                <a16:creationId xmlns:a16="http://schemas.microsoft.com/office/drawing/2014/main" id="{4244BF8E-28B4-4F01-95F0-D3D97736A8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94" name="Group 2693">
                      <a:extLst>
                        <a:ext uri="{FF2B5EF4-FFF2-40B4-BE49-F238E27FC236}">
                          <a16:creationId xmlns:a16="http://schemas.microsoft.com/office/drawing/2014/main" id="{933D098B-0B90-4FA0-8B5C-8E72B6116D8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95" name="Group 2694">
                        <a:extLst>
                          <a:ext uri="{FF2B5EF4-FFF2-40B4-BE49-F238E27FC236}">
                            <a16:creationId xmlns:a16="http://schemas.microsoft.com/office/drawing/2014/main" id="{C769D713-0666-41BB-AEF6-4522FC00A3F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703" name="Group 2702">
                          <a:extLst>
                            <a:ext uri="{FF2B5EF4-FFF2-40B4-BE49-F238E27FC236}">
                              <a16:creationId xmlns:a16="http://schemas.microsoft.com/office/drawing/2014/main" id="{ADCAB19E-F83A-4522-94CE-D8CB69BDFC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7" name="Rectangle 2706">
                            <a:extLst>
                              <a:ext uri="{FF2B5EF4-FFF2-40B4-BE49-F238E27FC236}">
                                <a16:creationId xmlns:a16="http://schemas.microsoft.com/office/drawing/2014/main" id="{AE1D188B-9EB1-4A4A-B815-C2E2316FD1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708" name="Rectangle 2707">
                            <a:extLst>
                              <a:ext uri="{FF2B5EF4-FFF2-40B4-BE49-F238E27FC236}">
                                <a16:creationId xmlns:a16="http://schemas.microsoft.com/office/drawing/2014/main" id="{7D5464A2-6897-44FF-BD91-DE8C2C1FED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704" name="Group 2703">
                          <a:extLst>
                            <a:ext uri="{FF2B5EF4-FFF2-40B4-BE49-F238E27FC236}">
                              <a16:creationId xmlns:a16="http://schemas.microsoft.com/office/drawing/2014/main" id="{30F348B5-95A3-48CE-8531-6F940CAE0A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5" name="Rectangle 2704">
                            <a:extLst>
                              <a:ext uri="{FF2B5EF4-FFF2-40B4-BE49-F238E27FC236}">
                                <a16:creationId xmlns:a16="http://schemas.microsoft.com/office/drawing/2014/main" id="{7A25D4A2-DFC1-473C-B5AD-A28799F781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706" name="Rectangle 2705">
                            <a:extLst>
                              <a:ext uri="{FF2B5EF4-FFF2-40B4-BE49-F238E27FC236}">
                                <a16:creationId xmlns:a16="http://schemas.microsoft.com/office/drawing/2014/main" id="{AA3E7B97-567A-40AA-97FF-08C3FB5D6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96" name="Group 2695">
                        <a:extLst>
                          <a:ext uri="{FF2B5EF4-FFF2-40B4-BE49-F238E27FC236}">
                            <a16:creationId xmlns:a16="http://schemas.microsoft.com/office/drawing/2014/main" id="{2C812027-CF8C-40F8-89ED-577BAB594C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97" name="Group 2696">
                          <a:extLst>
                            <a:ext uri="{FF2B5EF4-FFF2-40B4-BE49-F238E27FC236}">
                              <a16:creationId xmlns:a16="http://schemas.microsoft.com/office/drawing/2014/main" id="{1EF0423D-A1DC-4C6C-B799-3504FCAD72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701" name="Rectangle 2700">
                            <a:extLst>
                              <a:ext uri="{FF2B5EF4-FFF2-40B4-BE49-F238E27FC236}">
                                <a16:creationId xmlns:a16="http://schemas.microsoft.com/office/drawing/2014/main" id="{32A876B0-93B9-47DD-B651-F0D9F48102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702" name="Rectangle 2701">
                            <a:extLst>
                              <a:ext uri="{FF2B5EF4-FFF2-40B4-BE49-F238E27FC236}">
                                <a16:creationId xmlns:a16="http://schemas.microsoft.com/office/drawing/2014/main" id="{7FD02FF4-4803-43A8-B2B2-7E13EBAB8B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98" name="Group 2697">
                          <a:extLst>
                            <a:ext uri="{FF2B5EF4-FFF2-40B4-BE49-F238E27FC236}">
                              <a16:creationId xmlns:a16="http://schemas.microsoft.com/office/drawing/2014/main" id="{B0CFC860-5FE3-4E50-9712-C2EECE788B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99" name="Rectangle 2698">
                            <a:extLst>
                              <a:ext uri="{FF2B5EF4-FFF2-40B4-BE49-F238E27FC236}">
                                <a16:creationId xmlns:a16="http://schemas.microsoft.com/office/drawing/2014/main" id="{C173ADBF-7349-4EE2-9ABA-0390FF1B9A4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700" name="Rectangle 2699">
                            <a:extLst>
                              <a:ext uri="{FF2B5EF4-FFF2-40B4-BE49-F238E27FC236}">
                                <a16:creationId xmlns:a16="http://schemas.microsoft.com/office/drawing/2014/main" id="{BEA24047-9A0C-4810-B6DC-3DE7AE0EF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628" name="Group 2627">
                  <a:extLst>
                    <a:ext uri="{FF2B5EF4-FFF2-40B4-BE49-F238E27FC236}">
                      <a16:creationId xmlns:a16="http://schemas.microsoft.com/office/drawing/2014/main" id="{CC68D39B-1C3F-4153-AA0E-77BC70D683B4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629" name="Group 2628">
                    <a:extLst>
                      <a:ext uri="{FF2B5EF4-FFF2-40B4-BE49-F238E27FC236}">
                        <a16:creationId xmlns:a16="http://schemas.microsoft.com/office/drawing/2014/main" id="{F3288935-4DF9-4C32-A0C9-754D7959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61" name="Group 2660">
                      <a:extLst>
                        <a:ext uri="{FF2B5EF4-FFF2-40B4-BE49-F238E27FC236}">
                          <a16:creationId xmlns:a16="http://schemas.microsoft.com/office/drawing/2014/main" id="{F2A2375B-5214-471A-A57A-4F936430C12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77" name="Group 2676">
                        <a:extLst>
                          <a:ext uri="{FF2B5EF4-FFF2-40B4-BE49-F238E27FC236}">
                            <a16:creationId xmlns:a16="http://schemas.microsoft.com/office/drawing/2014/main" id="{2ABEDFCF-5546-46B5-B378-2EE75EA6C1E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85" name="Group 2684">
                          <a:extLst>
                            <a:ext uri="{FF2B5EF4-FFF2-40B4-BE49-F238E27FC236}">
                              <a16:creationId xmlns:a16="http://schemas.microsoft.com/office/drawing/2014/main" id="{3D8FFA9B-5F44-44C9-A607-D151249C1F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9" name="Rectangle 2688">
                            <a:extLst>
                              <a:ext uri="{FF2B5EF4-FFF2-40B4-BE49-F238E27FC236}">
                                <a16:creationId xmlns:a16="http://schemas.microsoft.com/office/drawing/2014/main" id="{6E0612C3-82F5-44AB-B688-54A306328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90" name="Rectangle 2689">
                            <a:extLst>
                              <a:ext uri="{FF2B5EF4-FFF2-40B4-BE49-F238E27FC236}">
                                <a16:creationId xmlns:a16="http://schemas.microsoft.com/office/drawing/2014/main" id="{D9D659C6-CFC0-4EA8-BC6E-3ABEFC1831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6" name="Group 2685">
                          <a:extLst>
                            <a:ext uri="{FF2B5EF4-FFF2-40B4-BE49-F238E27FC236}">
                              <a16:creationId xmlns:a16="http://schemas.microsoft.com/office/drawing/2014/main" id="{A692A1CF-6D80-4F88-939F-4D7060458A5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7" name="Rectangle 2686">
                            <a:extLst>
                              <a:ext uri="{FF2B5EF4-FFF2-40B4-BE49-F238E27FC236}">
                                <a16:creationId xmlns:a16="http://schemas.microsoft.com/office/drawing/2014/main" id="{A3EBADDC-50F5-4871-8E82-E2CF38A82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88" name="Rectangle 2687">
                            <a:extLst>
                              <a:ext uri="{FF2B5EF4-FFF2-40B4-BE49-F238E27FC236}">
                                <a16:creationId xmlns:a16="http://schemas.microsoft.com/office/drawing/2014/main" id="{8D2F37EC-810F-415C-A08E-F6B334CD13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78" name="Group 2677">
                        <a:extLst>
                          <a:ext uri="{FF2B5EF4-FFF2-40B4-BE49-F238E27FC236}">
                            <a16:creationId xmlns:a16="http://schemas.microsoft.com/office/drawing/2014/main" id="{A7BE3C03-7E5C-4F7F-9EE0-9162BE7909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9" name="Group 2678">
                          <a:extLst>
                            <a:ext uri="{FF2B5EF4-FFF2-40B4-BE49-F238E27FC236}">
                              <a16:creationId xmlns:a16="http://schemas.microsoft.com/office/drawing/2014/main" id="{6B4B41DA-7186-46AC-99E0-68097811B4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3" name="Rectangle 2682">
                            <a:extLst>
                              <a:ext uri="{FF2B5EF4-FFF2-40B4-BE49-F238E27FC236}">
                                <a16:creationId xmlns:a16="http://schemas.microsoft.com/office/drawing/2014/main" id="{0E7B37CB-EBB2-4A45-8E5E-0BE9873885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84" name="Rectangle 2683">
                            <a:extLst>
                              <a:ext uri="{FF2B5EF4-FFF2-40B4-BE49-F238E27FC236}">
                                <a16:creationId xmlns:a16="http://schemas.microsoft.com/office/drawing/2014/main" id="{C5797D48-E05F-45AE-8306-38E8EA231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80" name="Group 2679">
                          <a:extLst>
                            <a:ext uri="{FF2B5EF4-FFF2-40B4-BE49-F238E27FC236}">
                              <a16:creationId xmlns:a16="http://schemas.microsoft.com/office/drawing/2014/main" id="{38BEDFD8-4694-415F-A9F9-A98BEFEB77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81" name="Rectangle 2680">
                            <a:extLst>
                              <a:ext uri="{FF2B5EF4-FFF2-40B4-BE49-F238E27FC236}">
                                <a16:creationId xmlns:a16="http://schemas.microsoft.com/office/drawing/2014/main" id="{7440A975-874C-47EB-82C0-EEC7D1D0A3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82" name="Rectangle 2681">
                            <a:extLst>
                              <a:ext uri="{FF2B5EF4-FFF2-40B4-BE49-F238E27FC236}">
                                <a16:creationId xmlns:a16="http://schemas.microsoft.com/office/drawing/2014/main" id="{500AFECA-8C09-452B-8E75-27DE781956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62" name="Group 2661">
                      <a:extLst>
                        <a:ext uri="{FF2B5EF4-FFF2-40B4-BE49-F238E27FC236}">
                          <a16:creationId xmlns:a16="http://schemas.microsoft.com/office/drawing/2014/main" id="{C1CA32C5-A938-47F8-A342-F2C304EE92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63" name="Group 2662">
                        <a:extLst>
                          <a:ext uri="{FF2B5EF4-FFF2-40B4-BE49-F238E27FC236}">
                            <a16:creationId xmlns:a16="http://schemas.microsoft.com/office/drawing/2014/main" id="{BDB36D5C-068A-40BB-BE3B-B4E9DDBC27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71" name="Group 2670">
                          <a:extLst>
                            <a:ext uri="{FF2B5EF4-FFF2-40B4-BE49-F238E27FC236}">
                              <a16:creationId xmlns:a16="http://schemas.microsoft.com/office/drawing/2014/main" id="{DDB47FFD-4B1F-4BDE-833E-113EA8EDBD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5" name="Rectangle 2674">
                            <a:extLst>
                              <a:ext uri="{FF2B5EF4-FFF2-40B4-BE49-F238E27FC236}">
                                <a16:creationId xmlns:a16="http://schemas.microsoft.com/office/drawing/2014/main" id="{4C48BCD2-9FCD-42C1-B224-E4B0CA5ACD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76" name="Rectangle 2675">
                            <a:extLst>
                              <a:ext uri="{FF2B5EF4-FFF2-40B4-BE49-F238E27FC236}">
                                <a16:creationId xmlns:a16="http://schemas.microsoft.com/office/drawing/2014/main" id="{819E69B1-9655-48C2-BEE9-6C8CCC8AE6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72" name="Group 2671">
                          <a:extLst>
                            <a:ext uri="{FF2B5EF4-FFF2-40B4-BE49-F238E27FC236}">
                              <a16:creationId xmlns:a16="http://schemas.microsoft.com/office/drawing/2014/main" id="{8FFD9E68-26C3-469E-BFD8-DEA86F83173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73" name="Rectangle 2672">
                            <a:extLst>
                              <a:ext uri="{FF2B5EF4-FFF2-40B4-BE49-F238E27FC236}">
                                <a16:creationId xmlns:a16="http://schemas.microsoft.com/office/drawing/2014/main" id="{6BCA1A44-B23F-4E80-9BE6-9643E88B19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74" name="Rectangle 2673">
                            <a:extLst>
                              <a:ext uri="{FF2B5EF4-FFF2-40B4-BE49-F238E27FC236}">
                                <a16:creationId xmlns:a16="http://schemas.microsoft.com/office/drawing/2014/main" id="{F32BE451-28B1-4E90-9180-FAD64E7E7C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64" name="Group 2663">
                        <a:extLst>
                          <a:ext uri="{FF2B5EF4-FFF2-40B4-BE49-F238E27FC236}">
                            <a16:creationId xmlns:a16="http://schemas.microsoft.com/office/drawing/2014/main" id="{75D80554-18D8-4D3E-90F7-F3271F192C5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65" name="Group 2664">
                          <a:extLst>
                            <a:ext uri="{FF2B5EF4-FFF2-40B4-BE49-F238E27FC236}">
                              <a16:creationId xmlns:a16="http://schemas.microsoft.com/office/drawing/2014/main" id="{8350E027-0DFF-4C8A-BC92-2F9A44F65B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9" name="Rectangle 2668">
                            <a:extLst>
                              <a:ext uri="{FF2B5EF4-FFF2-40B4-BE49-F238E27FC236}">
                                <a16:creationId xmlns:a16="http://schemas.microsoft.com/office/drawing/2014/main" id="{CF0C0960-5530-49AB-8217-2C751C8E9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70" name="Rectangle 2669">
                            <a:extLst>
                              <a:ext uri="{FF2B5EF4-FFF2-40B4-BE49-F238E27FC236}">
                                <a16:creationId xmlns:a16="http://schemas.microsoft.com/office/drawing/2014/main" id="{953874D9-3CD4-456E-9D9A-AF8030689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66" name="Group 2665">
                          <a:extLst>
                            <a:ext uri="{FF2B5EF4-FFF2-40B4-BE49-F238E27FC236}">
                              <a16:creationId xmlns:a16="http://schemas.microsoft.com/office/drawing/2014/main" id="{17884D17-BFD5-4C4D-B69B-C5A9616F51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67" name="Rectangle 2666">
                            <a:extLst>
                              <a:ext uri="{FF2B5EF4-FFF2-40B4-BE49-F238E27FC236}">
                                <a16:creationId xmlns:a16="http://schemas.microsoft.com/office/drawing/2014/main" id="{A10A274B-F9CC-41E7-AE18-F14C371DD6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68" name="Rectangle 2667">
                            <a:extLst>
                              <a:ext uri="{FF2B5EF4-FFF2-40B4-BE49-F238E27FC236}">
                                <a16:creationId xmlns:a16="http://schemas.microsoft.com/office/drawing/2014/main" id="{7CA608B3-5CEC-40C6-BE1B-999F539A8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630" name="Group 2629">
                    <a:extLst>
                      <a:ext uri="{FF2B5EF4-FFF2-40B4-BE49-F238E27FC236}">
                        <a16:creationId xmlns:a16="http://schemas.microsoft.com/office/drawing/2014/main" id="{5E359C46-1CBC-41DF-90DA-884B30948CD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631" name="Group 2630">
                      <a:extLst>
                        <a:ext uri="{FF2B5EF4-FFF2-40B4-BE49-F238E27FC236}">
                          <a16:creationId xmlns:a16="http://schemas.microsoft.com/office/drawing/2014/main" id="{849B953D-ADB6-4F44-AF09-E751FA0C54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47" name="Group 2646">
                        <a:extLst>
                          <a:ext uri="{FF2B5EF4-FFF2-40B4-BE49-F238E27FC236}">
                            <a16:creationId xmlns:a16="http://schemas.microsoft.com/office/drawing/2014/main" id="{5C26F232-1756-4A91-BDD1-EE8C03D52A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55" name="Group 2654">
                          <a:extLst>
                            <a:ext uri="{FF2B5EF4-FFF2-40B4-BE49-F238E27FC236}">
                              <a16:creationId xmlns:a16="http://schemas.microsoft.com/office/drawing/2014/main" id="{749AE882-736E-4D1D-9FA0-E4188C65C71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9" name="Rectangle 2658">
                            <a:extLst>
                              <a:ext uri="{FF2B5EF4-FFF2-40B4-BE49-F238E27FC236}">
                                <a16:creationId xmlns:a16="http://schemas.microsoft.com/office/drawing/2014/main" id="{B0B3DBCE-4509-4320-8E1F-9941D5F431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660" name="Rectangle 2659">
                            <a:extLst>
                              <a:ext uri="{FF2B5EF4-FFF2-40B4-BE49-F238E27FC236}">
                                <a16:creationId xmlns:a16="http://schemas.microsoft.com/office/drawing/2014/main" id="{A65A362B-DAAE-40EF-9F9B-AD3F98073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6" name="Group 2655">
                          <a:extLst>
                            <a:ext uri="{FF2B5EF4-FFF2-40B4-BE49-F238E27FC236}">
                              <a16:creationId xmlns:a16="http://schemas.microsoft.com/office/drawing/2014/main" id="{3A280904-CD05-45CA-A803-FDFE10A39B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7" name="Rectangle 2656">
                            <a:extLst>
                              <a:ext uri="{FF2B5EF4-FFF2-40B4-BE49-F238E27FC236}">
                                <a16:creationId xmlns:a16="http://schemas.microsoft.com/office/drawing/2014/main" id="{D1609E48-EF8E-4D79-8B92-E1D78E5A8B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658" name="Rectangle 2657">
                            <a:extLst>
                              <a:ext uri="{FF2B5EF4-FFF2-40B4-BE49-F238E27FC236}">
                                <a16:creationId xmlns:a16="http://schemas.microsoft.com/office/drawing/2014/main" id="{D48E0914-2023-4B71-A4FA-C3227C9B8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48" name="Group 2647">
                        <a:extLst>
                          <a:ext uri="{FF2B5EF4-FFF2-40B4-BE49-F238E27FC236}">
                            <a16:creationId xmlns:a16="http://schemas.microsoft.com/office/drawing/2014/main" id="{3044443D-3205-43E0-BE3A-CD40602A1B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9" name="Group 2648">
                          <a:extLst>
                            <a:ext uri="{FF2B5EF4-FFF2-40B4-BE49-F238E27FC236}">
                              <a16:creationId xmlns:a16="http://schemas.microsoft.com/office/drawing/2014/main" id="{469FD61B-06B3-4131-8DC9-48BFF7DA09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3" name="Rectangle 2652">
                            <a:extLst>
                              <a:ext uri="{FF2B5EF4-FFF2-40B4-BE49-F238E27FC236}">
                                <a16:creationId xmlns:a16="http://schemas.microsoft.com/office/drawing/2014/main" id="{B38BE97E-3B37-4701-B629-8479B0F78B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654" name="Rectangle 2653">
                            <a:extLst>
                              <a:ext uri="{FF2B5EF4-FFF2-40B4-BE49-F238E27FC236}">
                                <a16:creationId xmlns:a16="http://schemas.microsoft.com/office/drawing/2014/main" id="{B1889294-939B-4372-93D2-24981B4DCE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50" name="Group 2649">
                          <a:extLst>
                            <a:ext uri="{FF2B5EF4-FFF2-40B4-BE49-F238E27FC236}">
                              <a16:creationId xmlns:a16="http://schemas.microsoft.com/office/drawing/2014/main" id="{1AE93F87-56EE-4B58-B51B-61A41451FB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51" name="Rectangle 2650">
                            <a:extLst>
                              <a:ext uri="{FF2B5EF4-FFF2-40B4-BE49-F238E27FC236}">
                                <a16:creationId xmlns:a16="http://schemas.microsoft.com/office/drawing/2014/main" id="{F06C5E03-317B-40AB-A82F-A68D90E9F3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652" name="Rectangle 2651">
                            <a:extLst>
                              <a:ext uri="{FF2B5EF4-FFF2-40B4-BE49-F238E27FC236}">
                                <a16:creationId xmlns:a16="http://schemas.microsoft.com/office/drawing/2014/main" id="{18511855-BDC0-49C4-AA29-763CCD125C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632" name="Group 2631">
                      <a:extLst>
                        <a:ext uri="{FF2B5EF4-FFF2-40B4-BE49-F238E27FC236}">
                          <a16:creationId xmlns:a16="http://schemas.microsoft.com/office/drawing/2014/main" id="{4B9124A4-BC75-41FE-B1BB-EA6DB3661B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33" name="Group 2632">
                        <a:extLst>
                          <a:ext uri="{FF2B5EF4-FFF2-40B4-BE49-F238E27FC236}">
                            <a16:creationId xmlns:a16="http://schemas.microsoft.com/office/drawing/2014/main" id="{7CE7CB27-FE53-4F48-BBC8-3A313A1B18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41" name="Group 2640">
                          <a:extLst>
                            <a:ext uri="{FF2B5EF4-FFF2-40B4-BE49-F238E27FC236}">
                              <a16:creationId xmlns:a16="http://schemas.microsoft.com/office/drawing/2014/main" id="{ADAC59F2-050E-4728-8000-16E44F2B857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5" name="Rectangle 2644">
                            <a:extLst>
                              <a:ext uri="{FF2B5EF4-FFF2-40B4-BE49-F238E27FC236}">
                                <a16:creationId xmlns:a16="http://schemas.microsoft.com/office/drawing/2014/main" id="{A6BD5C4A-3E8A-4ADB-9F2F-A3438381F8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646" name="Rectangle 2645">
                            <a:extLst>
                              <a:ext uri="{FF2B5EF4-FFF2-40B4-BE49-F238E27FC236}">
                                <a16:creationId xmlns:a16="http://schemas.microsoft.com/office/drawing/2014/main" id="{54B5C14D-472E-4A19-AA68-FE4D2BEF6E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42" name="Group 2641">
                          <a:extLst>
                            <a:ext uri="{FF2B5EF4-FFF2-40B4-BE49-F238E27FC236}">
                              <a16:creationId xmlns:a16="http://schemas.microsoft.com/office/drawing/2014/main" id="{9F373132-515A-4D10-A1F4-FA676BD628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43" name="Rectangle 2642">
                            <a:extLst>
                              <a:ext uri="{FF2B5EF4-FFF2-40B4-BE49-F238E27FC236}">
                                <a16:creationId xmlns:a16="http://schemas.microsoft.com/office/drawing/2014/main" id="{FE588B3F-8D0E-4421-920E-18A478385C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644" name="Rectangle 2643">
                            <a:extLst>
                              <a:ext uri="{FF2B5EF4-FFF2-40B4-BE49-F238E27FC236}">
                                <a16:creationId xmlns:a16="http://schemas.microsoft.com/office/drawing/2014/main" id="{DECF00B0-0CB5-4415-8957-31F75150FB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34" name="Group 2633">
                        <a:extLst>
                          <a:ext uri="{FF2B5EF4-FFF2-40B4-BE49-F238E27FC236}">
                            <a16:creationId xmlns:a16="http://schemas.microsoft.com/office/drawing/2014/main" id="{6FDE7962-32F4-4CA5-A41F-38898A1EEA9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35" name="Group 2634">
                          <a:extLst>
                            <a:ext uri="{FF2B5EF4-FFF2-40B4-BE49-F238E27FC236}">
                              <a16:creationId xmlns:a16="http://schemas.microsoft.com/office/drawing/2014/main" id="{62BB7E66-D17E-4837-A43C-A1915AE0F0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9" name="Rectangle 2638">
                            <a:extLst>
                              <a:ext uri="{FF2B5EF4-FFF2-40B4-BE49-F238E27FC236}">
                                <a16:creationId xmlns:a16="http://schemas.microsoft.com/office/drawing/2014/main" id="{D6789AA5-7EEF-497C-871A-DD3BC4D437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640" name="Rectangle 2639">
                            <a:extLst>
                              <a:ext uri="{FF2B5EF4-FFF2-40B4-BE49-F238E27FC236}">
                                <a16:creationId xmlns:a16="http://schemas.microsoft.com/office/drawing/2014/main" id="{C30B3FF2-DE06-4BED-A4CE-E5DA66614E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36" name="Group 2635">
                          <a:extLst>
                            <a:ext uri="{FF2B5EF4-FFF2-40B4-BE49-F238E27FC236}">
                              <a16:creationId xmlns:a16="http://schemas.microsoft.com/office/drawing/2014/main" id="{2A0700D7-C107-460B-B9C2-12BDB7CF48D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37" name="Rectangle 2636">
                            <a:extLst>
                              <a:ext uri="{FF2B5EF4-FFF2-40B4-BE49-F238E27FC236}">
                                <a16:creationId xmlns:a16="http://schemas.microsoft.com/office/drawing/2014/main" id="{F28A8C04-3F9F-454D-AED6-235F940E6B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638" name="Rectangle 2637">
                            <a:extLst>
                              <a:ext uri="{FF2B5EF4-FFF2-40B4-BE49-F238E27FC236}">
                                <a16:creationId xmlns:a16="http://schemas.microsoft.com/office/drawing/2014/main" id="{B4509381-5DCE-4229-B6BF-C79917115E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500" name="Group 2499">
                <a:extLst>
                  <a:ext uri="{FF2B5EF4-FFF2-40B4-BE49-F238E27FC236}">
                    <a16:creationId xmlns:a16="http://schemas.microsoft.com/office/drawing/2014/main" id="{71AB3215-C687-47E5-BC28-722EAB45B310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501" name="Group 2500">
                  <a:extLst>
                    <a:ext uri="{FF2B5EF4-FFF2-40B4-BE49-F238E27FC236}">
                      <a16:creationId xmlns:a16="http://schemas.microsoft.com/office/drawing/2014/main" id="{5CB1BC26-C5C6-46F8-9CAF-2D6A54F418CD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65" name="Group 2564">
                    <a:extLst>
                      <a:ext uri="{FF2B5EF4-FFF2-40B4-BE49-F238E27FC236}">
                        <a16:creationId xmlns:a16="http://schemas.microsoft.com/office/drawing/2014/main" id="{ED2C4518-7224-4426-B07F-2DD3BB3E4FF4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97" name="Group 2596">
                      <a:extLst>
                        <a:ext uri="{FF2B5EF4-FFF2-40B4-BE49-F238E27FC236}">
                          <a16:creationId xmlns:a16="http://schemas.microsoft.com/office/drawing/2014/main" id="{573277A5-937E-4CCC-AED1-B29D9C8A22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613" name="Group 2612">
                        <a:extLst>
                          <a:ext uri="{FF2B5EF4-FFF2-40B4-BE49-F238E27FC236}">
                            <a16:creationId xmlns:a16="http://schemas.microsoft.com/office/drawing/2014/main" id="{F36B108F-FD8B-4ADA-A11F-966F6D1705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21" name="Group 2620">
                          <a:extLst>
                            <a:ext uri="{FF2B5EF4-FFF2-40B4-BE49-F238E27FC236}">
                              <a16:creationId xmlns:a16="http://schemas.microsoft.com/office/drawing/2014/main" id="{FE8F3081-2500-4E4C-A397-64659C09B6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5" name="Rectangle 2624">
                            <a:extLst>
                              <a:ext uri="{FF2B5EF4-FFF2-40B4-BE49-F238E27FC236}">
                                <a16:creationId xmlns:a16="http://schemas.microsoft.com/office/drawing/2014/main" id="{998E3B55-71CE-4BA0-96ED-8B08EDFFA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626" name="Rectangle 2625">
                            <a:extLst>
                              <a:ext uri="{FF2B5EF4-FFF2-40B4-BE49-F238E27FC236}">
                                <a16:creationId xmlns:a16="http://schemas.microsoft.com/office/drawing/2014/main" id="{E59A0BCB-7292-44FE-95CD-669125230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22" name="Group 2621">
                          <a:extLst>
                            <a:ext uri="{FF2B5EF4-FFF2-40B4-BE49-F238E27FC236}">
                              <a16:creationId xmlns:a16="http://schemas.microsoft.com/office/drawing/2014/main" id="{E20AB97A-5264-447D-95F5-B276A0F6842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23" name="Rectangle 2622">
                            <a:extLst>
                              <a:ext uri="{FF2B5EF4-FFF2-40B4-BE49-F238E27FC236}">
                                <a16:creationId xmlns:a16="http://schemas.microsoft.com/office/drawing/2014/main" id="{68D55E12-5F9F-4779-8FB9-617967387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624" name="Rectangle 2623">
                            <a:extLst>
                              <a:ext uri="{FF2B5EF4-FFF2-40B4-BE49-F238E27FC236}">
                                <a16:creationId xmlns:a16="http://schemas.microsoft.com/office/drawing/2014/main" id="{001ECA61-84F6-4206-8A72-740C916FF0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14" name="Group 2613">
                        <a:extLst>
                          <a:ext uri="{FF2B5EF4-FFF2-40B4-BE49-F238E27FC236}">
                            <a16:creationId xmlns:a16="http://schemas.microsoft.com/office/drawing/2014/main" id="{6F3ACE26-BF66-49E1-9504-6CB71DA201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15" name="Group 2614">
                          <a:extLst>
                            <a:ext uri="{FF2B5EF4-FFF2-40B4-BE49-F238E27FC236}">
                              <a16:creationId xmlns:a16="http://schemas.microsoft.com/office/drawing/2014/main" id="{237304D4-8142-41B6-BAB3-79E15413AF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9" name="Rectangle 2618">
                            <a:extLst>
                              <a:ext uri="{FF2B5EF4-FFF2-40B4-BE49-F238E27FC236}">
                                <a16:creationId xmlns:a16="http://schemas.microsoft.com/office/drawing/2014/main" id="{FDE18B9D-24CD-4434-9ECF-90069822C1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620" name="Rectangle 2619">
                            <a:extLst>
                              <a:ext uri="{FF2B5EF4-FFF2-40B4-BE49-F238E27FC236}">
                                <a16:creationId xmlns:a16="http://schemas.microsoft.com/office/drawing/2014/main" id="{8FC7297C-A6F4-4639-B7A7-EAE58EC74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16" name="Group 2615">
                          <a:extLst>
                            <a:ext uri="{FF2B5EF4-FFF2-40B4-BE49-F238E27FC236}">
                              <a16:creationId xmlns:a16="http://schemas.microsoft.com/office/drawing/2014/main" id="{54C9A13F-DF73-4023-9684-2FF7F3EAF5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7" name="Rectangle 2616">
                            <a:extLst>
                              <a:ext uri="{FF2B5EF4-FFF2-40B4-BE49-F238E27FC236}">
                                <a16:creationId xmlns:a16="http://schemas.microsoft.com/office/drawing/2014/main" id="{FC449DC5-861B-4365-9EDF-33F0B85DB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618" name="Rectangle 2617">
                            <a:extLst>
                              <a:ext uri="{FF2B5EF4-FFF2-40B4-BE49-F238E27FC236}">
                                <a16:creationId xmlns:a16="http://schemas.microsoft.com/office/drawing/2014/main" id="{F0A8DED5-B09A-40CD-BC35-8F400291FB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98" name="Group 2597">
                      <a:extLst>
                        <a:ext uri="{FF2B5EF4-FFF2-40B4-BE49-F238E27FC236}">
                          <a16:creationId xmlns:a16="http://schemas.microsoft.com/office/drawing/2014/main" id="{04CF80D9-26C9-48D6-BE46-958068D489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99" name="Group 2598">
                        <a:extLst>
                          <a:ext uri="{FF2B5EF4-FFF2-40B4-BE49-F238E27FC236}">
                            <a16:creationId xmlns:a16="http://schemas.microsoft.com/office/drawing/2014/main" id="{FF889D45-CA85-460B-BFE9-DD3E8D2BFA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7" name="Group 2606">
                          <a:extLst>
                            <a:ext uri="{FF2B5EF4-FFF2-40B4-BE49-F238E27FC236}">
                              <a16:creationId xmlns:a16="http://schemas.microsoft.com/office/drawing/2014/main" id="{4A8E4FA2-0193-49C6-BB5F-EF94BABBDD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11" name="Rectangle 2610">
                            <a:extLst>
                              <a:ext uri="{FF2B5EF4-FFF2-40B4-BE49-F238E27FC236}">
                                <a16:creationId xmlns:a16="http://schemas.microsoft.com/office/drawing/2014/main" id="{4BE70CA4-CAA8-4B83-A4B9-5F268359DA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612" name="Rectangle 2611">
                            <a:extLst>
                              <a:ext uri="{FF2B5EF4-FFF2-40B4-BE49-F238E27FC236}">
                                <a16:creationId xmlns:a16="http://schemas.microsoft.com/office/drawing/2014/main" id="{D35AFF29-5469-445E-9EB3-554B4625F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8" name="Group 2607">
                          <a:extLst>
                            <a:ext uri="{FF2B5EF4-FFF2-40B4-BE49-F238E27FC236}">
                              <a16:creationId xmlns:a16="http://schemas.microsoft.com/office/drawing/2014/main" id="{497416F8-0EB8-43DA-B6F7-B4BC204E93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9" name="Rectangle 2608">
                            <a:extLst>
                              <a:ext uri="{FF2B5EF4-FFF2-40B4-BE49-F238E27FC236}">
                                <a16:creationId xmlns:a16="http://schemas.microsoft.com/office/drawing/2014/main" id="{1CB1A682-FFD6-4D62-9C77-307E6E3760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610" name="Rectangle 2609">
                            <a:extLst>
                              <a:ext uri="{FF2B5EF4-FFF2-40B4-BE49-F238E27FC236}">
                                <a16:creationId xmlns:a16="http://schemas.microsoft.com/office/drawing/2014/main" id="{A0D0F43E-AD07-4863-B917-24BBE8D254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600" name="Group 2599">
                        <a:extLst>
                          <a:ext uri="{FF2B5EF4-FFF2-40B4-BE49-F238E27FC236}">
                            <a16:creationId xmlns:a16="http://schemas.microsoft.com/office/drawing/2014/main" id="{35050D92-FA89-44D9-9917-7335E61B1E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601" name="Group 2600">
                          <a:extLst>
                            <a:ext uri="{FF2B5EF4-FFF2-40B4-BE49-F238E27FC236}">
                              <a16:creationId xmlns:a16="http://schemas.microsoft.com/office/drawing/2014/main" id="{266AB7F0-CD5D-48DB-9336-13D9FDE3F3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5" name="Rectangle 2604">
                            <a:extLst>
                              <a:ext uri="{FF2B5EF4-FFF2-40B4-BE49-F238E27FC236}">
                                <a16:creationId xmlns:a16="http://schemas.microsoft.com/office/drawing/2014/main" id="{77D613FB-76BD-4AB9-87CC-8516A5DE0E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606" name="Rectangle 2605">
                            <a:extLst>
                              <a:ext uri="{FF2B5EF4-FFF2-40B4-BE49-F238E27FC236}">
                                <a16:creationId xmlns:a16="http://schemas.microsoft.com/office/drawing/2014/main" id="{D2493EB0-85C5-4E1B-9C41-E19835F7F0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602" name="Group 2601">
                          <a:extLst>
                            <a:ext uri="{FF2B5EF4-FFF2-40B4-BE49-F238E27FC236}">
                              <a16:creationId xmlns:a16="http://schemas.microsoft.com/office/drawing/2014/main" id="{0A05371B-7A90-461C-B65A-993DC9057B1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603" name="Rectangle 2602">
                            <a:extLst>
                              <a:ext uri="{FF2B5EF4-FFF2-40B4-BE49-F238E27FC236}">
                                <a16:creationId xmlns:a16="http://schemas.microsoft.com/office/drawing/2014/main" id="{BD38BE85-2116-4962-958D-DB1B7B03C7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604" name="Rectangle 2603">
                            <a:extLst>
                              <a:ext uri="{FF2B5EF4-FFF2-40B4-BE49-F238E27FC236}">
                                <a16:creationId xmlns:a16="http://schemas.microsoft.com/office/drawing/2014/main" id="{0CFC8067-FBE7-4FDB-BC81-07A15182F1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66" name="Group 2565">
                    <a:extLst>
                      <a:ext uri="{FF2B5EF4-FFF2-40B4-BE49-F238E27FC236}">
                        <a16:creationId xmlns:a16="http://schemas.microsoft.com/office/drawing/2014/main" id="{11081984-151D-466E-9F2D-F8683AFAF83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67" name="Group 2566">
                      <a:extLst>
                        <a:ext uri="{FF2B5EF4-FFF2-40B4-BE49-F238E27FC236}">
                          <a16:creationId xmlns:a16="http://schemas.microsoft.com/office/drawing/2014/main" id="{773BF33F-9827-4ACF-BD64-EB9BD53705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83" name="Group 2582">
                        <a:extLst>
                          <a:ext uri="{FF2B5EF4-FFF2-40B4-BE49-F238E27FC236}">
                            <a16:creationId xmlns:a16="http://schemas.microsoft.com/office/drawing/2014/main" id="{56D162A8-0AF5-47C1-95E2-EC5E661016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91" name="Group 2590">
                          <a:extLst>
                            <a:ext uri="{FF2B5EF4-FFF2-40B4-BE49-F238E27FC236}">
                              <a16:creationId xmlns:a16="http://schemas.microsoft.com/office/drawing/2014/main" id="{61AED54B-2F38-41D8-9FB4-4E7E7C93E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5" name="Rectangle 2594">
                            <a:extLst>
                              <a:ext uri="{FF2B5EF4-FFF2-40B4-BE49-F238E27FC236}">
                                <a16:creationId xmlns:a16="http://schemas.microsoft.com/office/drawing/2014/main" id="{40D67039-78D9-46B7-AAF2-5E29397E3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96" name="Rectangle 2595">
                            <a:extLst>
                              <a:ext uri="{FF2B5EF4-FFF2-40B4-BE49-F238E27FC236}">
                                <a16:creationId xmlns:a16="http://schemas.microsoft.com/office/drawing/2014/main" id="{FF6359BD-9DE9-43EA-8AA8-0DAC9BD8BD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92" name="Group 2591">
                          <a:extLst>
                            <a:ext uri="{FF2B5EF4-FFF2-40B4-BE49-F238E27FC236}">
                              <a16:creationId xmlns:a16="http://schemas.microsoft.com/office/drawing/2014/main" id="{CF80F6E7-8AEB-4A97-A8DE-AE58AC9B45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93" name="Rectangle 2592">
                            <a:extLst>
                              <a:ext uri="{FF2B5EF4-FFF2-40B4-BE49-F238E27FC236}">
                                <a16:creationId xmlns:a16="http://schemas.microsoft.com/office/drawing/2014/main" id="{85391563-EBE4-4E75-9B8E-CA6DFDCE84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94" name="Rectangle 2593">
                            <a:extLst>
                              <a:ext uri="{FF2B5EF4-FFF2-40B4-BE49-F238E27FC236}">
                                <a16:creationId xmlns:a16="http://schemas.microsoft.com/office/drawing/2014/main" id="{B769EE71-4EA7-49EF-9A12-60357AB7B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84" name="Group 2583">
                        <a:extLst>
                          <a:ext uri="{FF2B5EF4-FFF2-40B4-BE49-F238E27FC236}">
                            <a16:creationId xmlns:a16="http://schemas.microsoft.com/office/drawing/2014/main" id="{C7F9F381-E60A-4192-A875-47FB9A2B32D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85" name="Group 2584">
                          <a:extLst>
                            <a:ext uri="{FF2B5EF4-FFF2-40B4-BE49-F238E27FC236}">
                              <a16:creationId xmlns:a16="http://schemas.microsoft.com/office/drawing/2014/main" id="{B7AD941A-8428-479D-A9D9-5037F8FCF9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9" name="Rectangle 2588">
                            <a:extLst>
                              <a:ext uri="{FF2B5EF4-FFF2-40B4-BE49-F238E27FC236}">
                                <a16:creationId xmlns:a16="http://schemas.microsoft.com/office/drawing/2014/main" id="{B5B5D419-42AC-442D-A171-5F6C1B5D7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90" name="Rectangle 2589">
                            <a:extLst>
                              <a:ext uri="{FF2B5EF4-FFF2-40B4-BE49-F238E27FC236}">
                                <a16:creationId xmlns:a16="http://schemas.microsoft.com/office/drawing/2014/main" id="{2B1C15AD-749A-4580-9231-D4A16C9052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86" name="Group 2585">
                          <a:extLst>
                            <a:ext uri="{FF2B5EF4-FFF2-40B4-BE49-F238E27FC236}">
                              <a16:creationId xmlns:a16="http://schemas.microsoft.com/office/drawing/2014/main" id="{B61C507F-DE93-4AC0-9CC3-50FA9EF2935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7" name="Rectangle 2586">
                            <a:extLst>
                              <a:ext uri="{FF2B5EF4-FFF2-40B4-BE49-F238E27FC236}">
                                <a16:creationId xmlns:a16="http://schemas.microsoft.com/office/drawing/2014/main" id="{E32EC5D6-7488-4804-A5C9-07C663D749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88" name="Rectangle 2587">
                            <a:extLst>
                              <a:ext uri="{FF2B5EF4-FFF2-40B4-BE49-F238E27FC236}">
                                <a16:creationId xmlns:a16="http://schemas.microsoft.com/office/drawing/2014/main" id="{BDC89F93-A39A-4683-87A4-116CF5D455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68" name="Group 2567">
                      <a:extLst>
                        <a:ext uri="{FF2B5EF4-FFF2-40B4-BE49-F238E27FC236}">
                          <a16:creationId xmlns:a16="http://schemas.microsoft.com/office/drawing/2014/main" id="{4580278D-128D-4C00-ACF4-0C39741B8C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69" name="Group 2568">
                        <a:extLst>
                          <a:ext uri="{FF2B5EF4-FFF2-40B4-BE49-F238E27FC236}">
                            <a16:creationId xmlns:a16="http://schemas.microsoft.com/office/drawing/2014/main" id="{DE303A48-FFF9-4787-B7B0-6558EC78D5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7" name="Group 2576">
                          <a:extLst>
                            <a:ext uri="{FF2B5EF4-FFF2-40B4-BE49-F238E27FC236}">
                              <a16:creationId xmlns:a16="http://schemas.microsoft.com/office/drawing/2014/main" id="{DAF347FE-F75F-49C8-8521-F6C2726592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81" name="Rectangle 2580">
                            <a:extLst>
                              <a:ext uri="{FF2B5EF4-FFF2-40B4-BE49-F238E27FC236}">
                                <a16:creationId xmlns:a16="http://schemas.microsoft.com/office/drawing/2014/main" id="{463BE35D-A552-45B6-BA01-2931DF416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82" name="Rectangle 2581">
                            <a:extLst>
                              <a:ext uri="{FF2B5EF4-FFF2-40B4-BE49-F238E27FC236}">
                                <a16:creationId xmlns:a16="http://schemas.microsoft.com/office/drawing/2014/main" id="{7D71AFB3-C7C5-4C7C-B75F-09DE22AB6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8" name="Group 2577">
                          <a:extLst>
                            <a:ext uri="{FF2B5EF4-FFF2-40B4-BE49-F238E27FC236}">
                              <a16:creationId xmlns:a16="http://schemas.microsoft.com/office/drawing/2014/main" id="{7960BACB-CC00-4939-9E01-5C84E3FC2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9" name="Rectangle 2578">
                            <a:extLst>
                              <a:ext uri="{FF2B5EF4-FFF2-40B4-BE49-F238E27FC236}">
                                <a16:creationId xmlns:a16="http://schemas.microsoft.com/office/drawing/2014/main" id="{8A6E6BC5-4A95-4D9A-910A-D7B77B5B8D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80" name="Rectangle 2579">
                            <a:extLst>
                              <a:ext uri="{FF2B5EF4-FFF2-40B4-BE49-F238E27FC236}">
                                <a16:creationId xmlns:a16="http://schemas.microsoft.com/office/drawing/2014/main" id="{F6449F85-4F1B-4169-81E3-8B9D8D4529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70" name="Group 2569">
                        <a:extLst>
                          <a:ext uri="{FF2B5EF4-FFF2-40B4-BE49-F238E27FC236}">
                            <a16:creationId xmlns:a16="http://schemas.microsoft.com/office/drawing/2014/main" id="{FD0B3384-CB55-406B-8ACD-98DE51681A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71" name="Group 2570">
                          <a:extLst>
                            <a:ext uri="{FF2B5EF4-FFF2-40B4-BE49-F238E27FC236}">
                              <a16:creationId xmlns:a16="http://schemas.microsoft.com/office/drawing/2014/main" id="{3572DFEA-CE43-479F-B58E-3E176D968B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5" name="Rectangle 2574">
                            <a:extLst>
                              <a:ext uri="{FF2B5EF4-FFF2-40B4-BE49-F238E27FC236}">
                                <a16:creationId xmlns:a16="http://schemas.microsoft.com/office/drawing/2014/main" id="{2463A55D-0748-461E-96F8-FDC0997133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76" name="Rectangle 2575">
                            <a:extLst>
                              <a:ext uri="{FF2B5EF4-FFF2-40B4-BE49-F238E27FC236}">
                                <a16:creationId xmlns:a16="http://schemas.microsoft.com/office/drawing/2014/main" id="{F336A240-9B75-4A5D-9540-848B7294FA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72" name="Group 2571">
                          <a:extLst>
                            <a:ext uri="{FF2B5EF4-FFF2-40B4-BE49-F238E27FC236}">
                              <a16:creationId xmlns:a16="http://schemas.microsoft.com/office/drawing/2014/main" id="{D9986F61-B064-4325-84AF-EDC8408FA7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73" name="Rectangle 2572">
                            <a:extLst>
                              <a:ext uri="{FF2B5EF4-FFF2-40B4-BE49-F238E27FC236}">
                                <a16:creationId xmlns:a16="http://schemas.microsoft.com/office/drawing/2014/main" id="{E97FDD8B-A547-4F10-A4B7-233C0D25A7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74" name="Rectangle 2573">
                            <a:extLst>
                              <a:ext uri="{FF2B5EF4-FFF2-40B4-BE49-F238E27FC236}">
                                <a16:creationId xmlns:a16="http://schemas.microsoft.com/office/drawing/2014/main" id="{20C01217-51C0-44C6-A4B9-33E10FFF0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502" name="Group 2501">
                  <a:extLst>
                    <a:ext uri="{FF2B5EF4-FFF2-40B4-BE49-F238E27FC236}">
                      <a16:creationId xmlns:a16="http://schemas.microsoft.com/office/drawing/2014/main" id="{6F3C0E65-DE94-4206-8EB1-58EB98A16EE0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503" name="Group 2502">
                    <a:extLst>
                      <a:ext uri="{FF2B5EF4-FFF2-40B4-BE49-F238E27FC236}">
                        <a16:creationId xmlns:a16="http://schemas.microsoft.com/office/drawing/2014/main" id="{2A5BA65F-FB5A-45A0-B141-33E7AE0828E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35" name="Group 2534">
                      <a:extLst>
                        <a:ext uri="{FF2B5EF4-FFF2-40B4-BE49-F238E27FC236}">
                          <a16:creationId xmlns:a16="http://schemas.microsoft.com/office/drawing/2014/main" id="{141320BB-9EE0-4FBF-BC6C-8F08DBF61D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51" name="Group 2550">
                        <a:extLst>
                          <a:ext uri="{FF2B5EF4-FFF2-40B4-BE49-F238E27FC236}">
                            <a16:creationId xmlns:a16="http://schemas.microsoft.com/office/drawing/2014/main" id="{2D3C450D-7F50-4538-8254-6A17475719A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9" name="Group 2558">
                          <a:extLst>
                            <a:ext uri="{FF2B5EF4-FFF2-40B4-BE49-F238E27FC236}">
                              <a16:creationId xmlns:a16="http://schemas.microsoft.com/office/drawing/2014/main" id="{27C4FBA6-356B-4F34-AB23-A67BC6ABC0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3" name="Rectangle 2562">
                            <a:extLst>
                              <a:ext uri="{FF2B5EF4-FFF2-40B4-BE49-F238E27FC236}">
                                <a16:creationId xmlns:a16="http://schemas.microsoft.com/office/drawing/2014/main" id="{BEED88C2-241A-4385-B9A5-2C3B4CC7C3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564" name="Rectangle 2563">
                            <a:extLst>
                              <a:ext uri="{FF2B5EF4-FFF2-40B4-BE49-F238E27FC236}">
                                <a16:creationId xmlns:a16="http://schemas.microsoft.com/office/drawing/2014/main" id="{C38625D4-69C3-4E74-8464-AC4BF8D91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60" name="Group 2559">
                          <a:extLst>
                            <a:ext uri="{FF2B5EF4-FFF2-40B4-BE49-F238E27FC236}">
                              <a16:creationId xmlns:a16="http://schemas.microsoft.com/office/drawing/2014/main" id="{D5A472DF-11C2-4FD1-B98A-9A07AEF412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61" name="Rectangle 2560">
                            <a:extLst>
                              <a:ext uri="{FF2B5EF4-FFF2-40B4-BE49-F238E27FC236}">
                                <a16:creationId xmlns:a16="http://schemas.microsoft.com/office/drawing/2014/main" id="{1D543710-B38F-464C-A51F-3013DA52C7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562" name="Rectangle 2561">
                            <a:extLst>
                              <a:ext uri="{FF2B5EF4-FFF2-40B4-BE49-F238E27FC236}">
                                <a16:creationId xmlns:a16="http://schemas.microsoft.com/office/drawing/2014/main" id="{B8EFD629-0D9A-4937-9BF2-4E130300A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52" name="Group 2551">
                        <a:extLst>
                          <a:ext uri="{FF2B5EF4-FFF2-40B4-BE49-F238E27FC236}">
                            <a16:creationId xmlns:a16="http://schemas.microsoft.com/office/drawing/2014/main" id="{6EF53F1E-B1F7-46DD-B11F-7D509E1270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53" name="Group 2552">
                          <a:extLst>
                            <a:ext uri="{FF2B5EF4-FFF2-40B4-BE49-F238E27FC236}">
                              <a16:creationId xmlns:a16="http://schemas.microsoft.com/office/drawing/2014/main" id="{807A328D-29FC-469D-8E98-B8DC60798E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7" name="Rectangle 2556">
                            <a:extLst>
                              <a:ext uri="{FF2B5EF4-FFF2-40B4-BE49-F238E27FC236}">
                                <a16:creationId xmlns:a16="http://schemas.microsoft.com/office/drawing/2014/main" id="{ED2EFB9E-E09A-444C-9B1B-243C69C7AB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558" name="Rectangle 2557">
                            <a:extLst>
                              <a:ext uri="{FF2B5EF4-FFF2-40B4-BE49-F238E27FC236}">
                                <a16:creationId xmlns:a16="http://schemas.microsoft.com/office/drawing/2014/main" id="{92BC4795-B633-4F21-9366-0BB451F096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54" name="Group 2553">
                          <a:extLst>
                            <a:ext uri="{FF2B5EF4-FFF2-40B4-BE49-F238E27FC236}">
                              <a16:creationId xmlns:a16="http://schemas.microsoft.com/office/drawing/2014/main" id="{3CCF0F62-E76E-416F-AB0D-B0E1711DD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55" name="Rectangle 2554">
                            <a:extLst>
                              <a:ext uri="{FF2B5EF4-FFF2-40B4-BE49-F238E27FC236}">
                                <a16:creationId xmlns:a16="http://schemas.microsoft.com/office/drawing/2014/main" id="{E994C2C6-4256-4DA8-B244-E1A48AAE1F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556" name="Rectangle 2555">
                            <a:extLst>
                              <a:ext uri="{FF2B5EF4-FFF2-40B4-BE49-F238E27FC236}">
                                <a16:creationId xmlns:a16="http://schemas.microsoft.com/office/drawing/2014/main" id="{48CCF53A-75EF-40F1-9D46-BE2A77AD18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36" name="Group 2535">
                      <a:extLst>
                        <a:ext uri="{FF2B5EF4-FFF2-40B4-BE49-F238E27FC236}">
                          <a16:creationId xmlns:a16="http://schemas.microsoft.com/office/drawing/2014/main" id="{77922A53-083C-4B29-9CA0-8C188EC522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37" name="Group 2536">
                        <a:extLst>
                          <a:ext uri="{FF2B5EF4-FFF2-40B4-BE49-F238E27FC236}">
                            <a16:creationId xmlns:a16="http://schemas.microsoft.com/office/drawing/2014/main" id="{0DEFAED9-AB4A-45C8-A4C3-A140E7FE3F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45" name="Group 2544">
                          <a:extLst>
                            <a:ext uri="{FF2B5EF4-FFF2-40B4-BE49-F238E27FC236}">
                              <a16:creationId xmlns:a16="http://schemas.microsoft.com/office/drawing/2014/main" id="{7E8A90FF-CE2F-432D-B2E8-DF3E34F00A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9" name="Rectangle 2548">
                            <a:extLst>
                              <a:ext uri="{FF2B5EF4-FFF2-40B4-BE49-F238E27FC236}">
                                <a16:creationId xmlns:a16="http://schemas.microsoft.com/office/drawing/2014/main" id="{E5920810-5224-420B-9A00-5D4DD5FFE0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550" name="Rectangle 2549">
                            <a:extLst>
                              <a:ext uri="{FF2B5EF4-FFF2-40B4-BE49-F238E27FC236}">
                                <a16:creationId xmlns:a16="http://schemas.microsoft.com/office/drawing/2014/main" id="{A6937E11-6C1E-4A0A-90CC-AF73F0164F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6" name="Group 2545">
                          <a:extLst>
                            <a:ext uri="{FF2B5EF4-FFF2-40B4-BE49-F238E27FC236}">
                              <a16:creationId xmlns:a16="http://schemas.microsoft.com/office/drawing/2014/main" id="{5277BE9C-B214-47FA-87D4-50F7525C1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7" name="Rectangle 2546">
                            <a:extLst>
                              <a:ext uri="{FF2B5EF4-FFF2-40B4-BE49-F238E27FC236}">
                                <a16:creationId xmlns:a16="http://schemas.microsoft.com/office/drawing/2014/main" id="{F7B0269F-3209-4E34-A6D0-80113A63EA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548" name="Rectangle 2547">
                            <a:extLst>
                              <a:ext uri="{FF2B5EF4-FFF2-40B4-BE49-F238E27FC236}">
                                <a16:creationId xmlns:a16="http://schemas.microsoft.com/office/drawing/2014/main" id="{B11B9339-DB8A-486B-AFF3-E48D2C4867A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38" name="Group 2537">
                        <a:extLst>
                          <a:ext uri="{FF2B5EF4-FFF2-40B4-BE49-F238E27FC236}">
                            <a16:creationId xmlns:a16="http://schemas.microsoft.com/office/drawing/2014/main" id="{93EA5BB3-CD28-43BD-A83B-63C214F351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39" name="Group 2538">
                          <a:extLst>
                            <a:ext uri="{FF2B5EF4-FFF2-40B4-BE49-F238E27FC236}">
                              <a16:creationId xmlns:a16="http://schemas.microsoft.com/office/drawing/2014/main" id="{C1BDC756-0B34-47A3-B050-BD435FF448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3" name="Rectangle 2542">
                            <a:extLst>
                              <a:ext uri="{FF2B5EF4-FFF2-40B4-BE49-F238E27FC236}">
                                <a16:creationId xmlns:a16="http://schemas.microsoft.com/office/drawing/2014/main" id="{B1108672-1803-4BAB-914D-2FF11FCF71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544" name="Rectangle 2543">
                            <a:extLst>
                              <a:ext uri="{FF2B5EF4-FFF2-40B4-BE49-F238E27FC236}">
                                <a16:creationId xmlns:a16="http://schemas.microsoft.com/office/drawing/2014/main" id="{D90E3BFF-D2FB-47C4-9E6A-DC1DCA9948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40" name="Group 2539">
                          <a:extLst>
                            <a:ext uri="{FF2B5EF4-FFF2-40B4-BE49-F238E27FC236}">
                              <a16:creationId xmlns:a16="http://schemas.microsoft.com/office/drawing/2014/main" id="{4273D794-4211-451B-A593-BC308A2FA4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41" name="Rectangle 2540">
                            <a:extLst>
                              <a:ext uri="{FF2B5EF4-FFF2-40B4-BE49-F238E27FC236}">
                                <a16:creationId xmlns:a16="http://schemas.microsoft.com/office/drawing/2014/main" id="{653E8A41-D2A3-4DA5-833F-FD2BFE336B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542" name="Rectangle 2541">
                            <a:extLst>
                              <a:ext uri="{FF2B5EF4-FFF2-40B4-BE49-F238E27FC236}">
                                <a16:creationId xmlns:a16="http://schemas.microsoft.com/office/drawing/2014/main" id="{4DFDFF6E-4536-444C-BEE0-AD9A6D3FFC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504" name="Group 2503">
                    <a:extLst>
                      <a:ext uri="{FF2B5EF4-FFF2-40B4-BE49-F238E27FC236}">
                        <a16:creationId xmlns:a16="http://schemas.microsoft.com/office/drawing/2014/main" id="{5A02D013-B3A0-4952-AF26-714903B5B5E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505" name="Group 2504">
                      <a:extLst>
                        <a:ext uri="{FF2B5EF4-FFF2-40B4-BE49-F238E27FC236}">
                          <a16:creationId xmlns:a16="http://schemas.microsoft.com/office/drawing/2014/main" id="{00E5EA76-4CF3-48CA-B1D0-5720710E16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21" name="Group 2520">
                        <a:extLst>
                          <a:ext uri="{FF2B5EF4-FFF2-40B4-BE49-F238E27FC236}">
                            <a16:creationId xmlns:a16="http://schemas.microsoft.com/office/drawing/2014/main" id="{08C151C0-17F3-4C14-9AC5-6E19874C2A5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9" name="Group 2528">
                          <a:extLst>
                            <a:ext uri="{FF2B5EF4-FFF2-40B4-BE49-F238E27FC236}">
                              <a16:creationId xmlns:a16="http://schemas.microsoft.com/office/drawing/2014/main" id="{59ABB2B1-1498-4D0B-A920-CAA97606D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3" name="Rectangle 2532">
                            <a:extLst>
                              <a:ext uri="{FF2B5EF4-FFF2-40B4-BE49-F238E27FC236}">
                                <a16:creationId xmlns:a16="http://schemas.microsoft.com/office/drawing/2014/main" id="{DF7AD785-16FD-4962-85C8-1E365E00CB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534" name="Rectangle 2533">
                            <a:extLst>
                              <a:ext uri="{FF2B5EF4-FFF2-40B4-BE49-F238E27FC236}">
                                <a16:creationId xmlns:a16="http://schemas.microsoft.com/office/drawing/2014/main" id="{9771D7E4-D23D-482B-BA1B-CC2D74E218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30" name="Group 2529">
                          <a:extLst>
                            <a:ext uri="{FF2B5EF4-FFF2-40B4-BE49-F238E27FC236}">
                              <a16:creationId xmlns:a16="http://schemas.microsoft.com/office/drawing/2014/main" id="{943B8F70-06A1-4C59-966C-CFC95DF304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31" name="Rectangle 2530">
                            <a:extLst>
                              <a:ext uri="{FF2B5EF4-FFF2-40B4-BE49-F238E27FC236}">
                                <a16:creationId xmlns:a16="http://schemas.microsoft.com/office/drawing/2014/main" id="{15A110E9-3233-4211-932C-52BF0ABDE0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532" name="Rectangle 2531">
                            <a:extLst>
                              <a:ext uri="{FF2B5EF4-FFF2-40B4-BE49-F238E27FC236}">
                                <a16:creationId xmlns:a16="http://schemas.microsoft.com/office/drawing/2014/main" id="{F66663FE-B411-4D56-9A3F-50B3F23130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22" name="Group 2521">
                        <a:extLst>
                          <a:ext uri="{FF2B5EF4-FFF2-40B4-BE49-F238E27FC236}">
                            <a16:creationId xmlns:a16="http://schemas.microsoft.com/office/drawing/2014/main" id="{24397924-C2E6-4B18-B466-0DE1E8C5F9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23" name="Group 2522">
                          <a:extLst>
                            <a:ext uri="{FF2B5EF4-FFF2-40B4-BE49-F238E27FC236}">
                              <a16:creationId xmlns:a16="http://schemas.microsoft.com/office/drawing/2014/main" id="{B0B495C5-DFBF-41D4-BB57-7BE7059546C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7" name="Rectangle 2526">
                            <a:extLst>
                              <a:ext uri="{FF2B5EF4-FFF2-40B4-BE49-F238E27FC236}">
                                <a16:creationId xmlns:a16="http://schemas.microsoft.com/office/drawing/2014/main" id="{23863AEF-6186-469A-8F12-B75859977C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528" name="Rectangle 2527">
                            <a:extLst>
                              <a:ext uri="{FF2B5EF4-FFF2-40B4-BE49-F238E27FC236}">
                                <a16:creationId xmlns:a16="http://schemas.microsoft.com/office/drawing/2014/main" id="{9EDAB742-E805-40DA-A19A-6148F9139E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24" name="Group 2523">
                          <a:extLst>
                            <a:ext uri="{FF2B5EF4-FFF2-40B4-BE49-F238E27FC236}">
                              <a16:creationId xmlns:a16="http://schemas.microsoft.com/office/drawing/2014/main" id="{F1461EE9-F578-4059-ACF8-2F14B4849D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25" name="Rectangle 2524">
                            <a:extLst>
                              <a:ext uri="{FF2B5EF4-FFF2-40B4-BE49-F238E27FC236}">
                                <a16:creationId xmlns:a16="http://schemas.microsoft.com/office/drawing/2014/main" id="{119CEED5-39FD-4550-BB8D-2C0D8E4D45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526" name="Rectangle 2525">
                            <a:extLst>
                              <a:ext uri="{FF2B5EF4-FFF2-40B4-BE49-F238E27FC236}">
                                <a16:creationId xmlns:a16="http://schemas.microsoft.com/office/drawing/2014/main" id="{091536F1-D546-498A-90E3-97D03BFB45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506" name="Group 2505">
                      <a:extLst>
                        <a:ext uri="{FF2B5EF4-FFF2-40B4-BE49-F238E27FC236}">
                          <a16:creationId xmlns:a16="http://schemas.microsoft.com/office/drawing/2014/main" id="{1C9CE7DC-B6DC-4C79-957E-EF0091F61E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507" name="Group 2506">
                        <a:extLst>
                          <a:ext uri="{FF2B5EF4-FFF2-40B4-BE49-F238E27FC236}">
                            <a16:creationId xmlns:a16="http://schemas.microsoft.com/office/drawing/2014/main" id="{D32F5505-05F8-4C3C-AA2A-A4401F9551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15" name="Group 2514">
                          <a:extLst>
                            <a:ext uri="{FF2B5EF4-FFF2-40B4-BE49-F238E27FC236}">
                              <a16:creationId xmlns:a16="http://schemas.microsoft.com/office/drawing/2014/main" id="{139BB415-54C3-44C7-A2C0-2B837EB1363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9" name="Rectangle 2518">
                            <a:extLst>
                              <a:ext uri="{FF2B5EF4-FFF2-40B4-BE49-F238E27FC236}">
                                <a16:creationId xmlns:a16="http://schemas.microsoft.com/office/drawing/2014/main" id="{0CB6D59A-139B-4275-8853-5F1F4E4ADF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520" name="Rectangle 2519">
                            <a:extLst>
                              <a:ext uri="{FF2B5EF4-FFF2-40B4-BE49-F238E27FC236}">
                                <a16:creationId xmlns:a16="http://schemas.microsoft.com/office/drawing/2014/main" id="{DA1500FE-082F-4EC2-BAF7-CBFC9AA0BA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6" name="Group 2515">
                          <a:extLst>
                            <a:ext uri="{FF2B5EF4-FFF2-40B4-BE49-F238E27FC236}">
                              <a16:creationId xmlns:a16="http://schemas.microsoft.com/office/drawing/2014/main" id="{CFA8348E-7B0A-4FBF-901D-3B347473990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7" name="Rectangle 2516">
                            <a:extLst>
                              <a:ext uri="{FF2B5EF4-FFF2-40B4-BE49-F238E27FC236}">
                                <a16:creationId xmlns:a16="http://schemas.microsoft.com/office/drawing/2014/main" id="{07156D5E-5D97-4DDA-8227-590F47B84B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518" name="Rectangle 2517">
                            <a:extLst>
                              <a:ext uri="{FF2B5EF4-FFF2-40B4-BE49-F238E27FC236}">
                                <a16:creationId xmlns:a16="http://schemas.microsoft.com/office/drawing/2014/main" id="{8F86B3BC-7C5D-40C3-A7F8-EEA5D7F51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508" name="Group 2507">
                        <a:extLst>
                          <a:ext uri="{FF2B5EF4-FFF2-40B4-BE49-F238E27FC236}">
                            <a16:creationId xmlns:a16="http://schemas.microsoft.com/office/drawing/2014/main" id="{5F6FE69E-AA9F-4F42-86E7-8E77597A3A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509" name="Group 2508">
                          <a:extLst>
                            <a:ext uri="{FF2B5EF4-FFF2-40B4-BE49-F238E27FC236}">
                              <a16:creationId xmlns:a16="http://schemas.microsoft.com/office/drawing/2014/main" id="{18BCDD3D-7BF9-4E2A-8904-F0F017A40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3" name="Rectangle 2512">
                            <a:extLst>
                              <a:ext uri="{FF2B5EF4-FFF2-40B4-BE49-F238E27FC236}">
                                <a16:creationId xmlns:a16="http://schemas.microsoft.com/office/drawing/2014/main" id="{5D35B5D7-680C-4088-A47D-514F7404C36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514" name="Rectangle 2513">
                            <a:extLst>
                              <a:ext uri="{FF2B5EF4-FFF2-40B4-BE49-F238E27FC236}">
                                <a16:creationId xmlns:a16="http://schemas.microsoft.com/office/drawing/2014/main" id="{376B0FF1-DA33-4BF2-B79C-ED52E6E1E7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510" name="Group 2509">
                          <a:extLst>
                            <a:ext uri="{FF2B5EF4-FFF2-40B4-BE49-F238E27FC236}">
                              <a16:creationId xmlns:a16="http://schemas.microsoft.com/office/drawing/2014/main" id="{6ED6B5A3-B512-410B-8B88-C116C83CC9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511" name="Rectangle 2510">
                            <a:extLst>
                              <a:ext uri="{FF2B5EF4-FFF2-40B4-BE49-F238E27FC236}">
                                <a16:creationId xmlns:a16="http://schemas.microsoft.com/office/drawing/2014/main" id="{C802EAC4-8FC7-4601-A5EE-7835AA03E5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512" name="Rectangle 2511">
                            <a:extLst>
                              <a:ext uri="{FF2B5EF4-FFF2-40B4-BE49-F238E27FC236}">
                                <a16:creationId xmlns:a16="http://schemas.microsoft.com/office/drawing/2014/main" id="{B9F4CADC-EF21-4773-9E84-91633B569A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  <p:grpSp>
          <p:nvGrpSpPr>
            <p:cNvPr id="2244" name="Group 2243">
              <a:extLst>
                <a:ext uri="{FF2B5EF4-FFF2-40B4-BE49-F238E27FC236}">
                  <a16:creationId xmlns:a16="http://schemas.microsoft.com/office/drawing/2014/main" id="{EBE4753C-5F26-4C76-B733-10E758EAE407}"/>
                </a:ext>
              </a:extLst>
            </p:cNvPr>
            <p:cNvGrpSpPr/>
            <p:nvPr/>
          </p:nvGrpSpPr>
          <p:grpSpPr>
            <a:xfrm>
              <a:off x="5951818" y="4766691"/>
              <a:ext cx="3657600" cy="184994"/>
              <a:chOff x="2304448" y="4486932"/>
              <a:chExt cx="7310286" cy="184994"/>
            </a:xfrm>
          </p:grpSpPr>
          <p:grpSp>
            <p:nvGrpSpPr>
              <p:cNvPr id="2245" name="Group 2244">
                <a:extLst>
                  <a:ext uri="{FF2B5EF4-FFF2-40B4-BE49-F238E27FC236}">
                    <a16:creationId xmlns:a16="http://schemas.microsoft.com/office/drawing/2014/main" id="{E4E2A4CB-F048-454B-9DD5-64411276C95A}"/>
                  </a:ext>
                </a:extLst>
              </p:cNvPr>
              <p:cNvGrpSpPr/>
              <p:nvPr/>
            </p:nvGrpSpPr>
            <p:grpSpPr>
              <a:xfrm>
                <a:off x="2304448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373" name="Group 2372">
                  <a:extLst>
                    <a:ext uri="{FF2B5EF4-FFF2-40B4-BE49-F238E27FC236}">
                      <a16:creationId xmlns:a16="http://schemas.microsoft.com/office/drawing/2014/main" id="{E5179713-6093-4980-ABF6-F9E5C693366C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437" name="Group 2436">
                    <a:extLst>
                      <a:ext uri="{FF2B5EF4-FFF2-40B4-BE49-F238E27FC236}">
                        <a16:creationId xmlns:a16="http://schemas.microsoft.com/office/drawing/2014/main" id="{B4D20511-9187-4FA9-A32D-7D122F3A13A7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69" name="Group 2468">
                      <a:extLst>
                        <a:ext uri="{FF2B5EF4-FFF2-40B4-BE49-F238E27FC236}">
                          <a16:creationId xmlns:a16="http://schemas.microsoft.com/office/drawing/2014/main" id="{AA7380DD-5D3D-4284-9050-2237DA8ECF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85" name="Group 2484">
                        <a:extLst>
                          <a:ext uri="{FF2B5EF4-FFF2-40B4-BE49-F238E27FC236}">
                            <a16:creationId xmlns:a16="http://schemas.microsoft.com/office/drawing/2014/main" id="{D253D13F-9D29-424D-AF08-046508AE53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93" name="Group 2492">
                          <a:extLst>
                            <a:ext uri="{FF2B5EF4-FFF2-40B4-BE49-F238E27FC236}">
                              <a16:creationId xmlns:a16="http://schemas.microsoft.com/office/drawing/2014/main" id="{E10E912A-B9B9-4AAD-84E9-2B6184632FD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7" name="Rectangle 2496">
                            <a:extLst>
                              <a:ext uri="{FF2B5EF4-FFF2-40B4-BE49-F238E27FC236}">
                                <a16:creationId xmlns:a16="http://schemas.microsoft.com/office/drawing/2014/main" id="{22993321-2869-436F-AFD6-85004888FD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98" name="Rectangle 2497">
                            <a:extLst>
                              <a:ext uri="{FF2B5EF4-FFF2-40B4-BE49-F238E27FC236}">
                                <a16:creationId xmlns:a16="http://schemas.microsoft.com/office/drawing/2014/main" id="{A1C2DECD-6435-4A59-97F2-D3069B204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94" name="Group 2493">
                          <a:extLst>
                            <a:ext uri="{FF2B5EF4-FFF2-40B4-BE49-F238E27FC236}">
                              <a16:creationId xmlns:a16="http://schemas.microsoft.com/office/drawing/2014/main" id="{9A56D969-D7CB-4EFB-87E5-04C227EA67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5" name="Rectangle 2494">
                            <a:extLst>
                              <a:ext uri="{FF2B5EF4-FFF2-40B4-BE49-F238E27FC236}">
                                <a16:creationId xmlns:a16="http://schemas.microsoft.com/office/drawing/2014/main" id="{F863A39B-49F2-45B2-9687-7E18E4C171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96" name="Rectangle 2495">
                            <a:extLst>
                              <a:ext uri="{FF2B5EF4-FFF2-40B4-BE49-F238E27FC236}">
                                <a16:creationId xmlns:a16="http://schemas.microsoft.com/office/drawing/2014/main" id="{682759C2-C9B3-4437-880F-B7E1C57B15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86" name="Group 2485">
                        <a:extLst>
                          <a:ext uri="{FF2B5EF4-FFF2-40B4-BE49-F238E27FC236}">
                            <a16:creationId xmlns:a16="http://schemas.microsoft.com/office/drawing/2014/main" id="{CBD9BE33-5D89-4D10-B31A-DACB605797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87" name="Group 2486">
                          <a:extLst>
                            <a:ext uri="{FF2B5EF4-FFF2-40B4-BE49-F238E27FC236}">
                              <a16:creationId xmlns:a16="http://schemas.microsoft.com/office/drawing/2014/main" id="{08147689-971D-48C8-A74C-EAC9A5457B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91" name="Rectangle 2490">
                            <a:extLst>
                              <a:ext uri="{FF2B5EF4-FFF2-40B4-BE49-F238E27FC236}">
                                <a16:creationId xmlns:a16="http://schemas.microsoft.com/office/drawing/2014/main" id="{13CC9D5F-09D0-4303-9AEC-C42D020A4B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92" name="Rectangle 2491">
                            <a:extLst>
                              <a:ext uri="{FF2B5EF4-FFF2-40B4-BE49-F238E27FC236}">
                                <a16:creationId xmlns:a16="http://schemas.microsoft.com/office/drawing/2014/main" id="{9F724FEE-D2B0-4058-91B1-B1FC08C709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8" name="Group 2487">
                          <a:extLst>
                            <a:ext uri="{FF2B5EF4-FFF2-40B4-BE49-F238E27FC236}">
                              <a16:creationId xmlns:a16="http://schemas.microsoft.com/office/drawing/2014/main" id="{20BA4680-EC83-411E-AF76-A0B6E40A9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9" name="Rectangle 2488">
                            <a:extLst>
                              <a:ext uri="{FF2B5EF4-FFF2-40B4-BE49-F238E27FC236}">
                                <a16:creationId xmlns:a16="http://schemas.microsoft.com/office/drawing/2014/main" id="{FD1E00C6-D19F-449A-A302-671D8AD6C7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90" name="Rectangle 2489">
                            <a:extLst>
                              <a:ext uri="{FF2B5EF4-FFF2-40B4-BE49-F238E27FC236}">
                                <a16:creationId xmlns:a16="http://schemas.microsoft.com/office/drawing/2014/main" id="{72DD8A62-7362-4196-8E59-ED6E98748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70" name="Group 2469">
                      <a:extLst>
                        <a:ext uri="{FF2B5EF4-FFF2-40B4-BE49-F238E27FC236}">
                          <a16:creationId xmlns:a16="http://schemas.microsoft.com/office/drawing/2014/main" id="{6DC262DF-6E73-48FF-9E99-85F353ECB1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71" name="Group 2470">
                        <a:extLst>
                          <a:ext uri="{FF2B5EF4-FFF2-40B4-BE49-F238E27FC236}">
                            <a16:creationId xmlns:a16="http://schemas.microsoft.com/office/drawing/2014/main" id="{46F1F654-22B3-4B3B-8692-0441B3063A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9" name="Group 2478">
                          <a:extLst>
                            <a:ext uri="{FF2B5EF4-FFF2-40B4-BE49-F238E27FC236}">
                              <a16:creationId xmlns:a16="http://schemas.microsoft.com/office/drawing/2014/main" id="{D18AA95D-CDB4-4F99-B1BF-50D17606BB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3" name="Rectangle 2482">
                            <a:extLst>
                              <a:ext uri="{FF2B5EF4-FFF2-40B4-BE49-F238E27FC236}">
                                <a16:creationId xmlns:a16="http://schemas.microsoft.com/office/drawing/2014/main" id="{8135D5B0-F02F-43CD-9622-684EE0CDC7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84" name="Rectangle 2483">
                            <a:extLst>
                              <a:ext uri="{FF2B5EF4-FFF2-40B4-BE49-F238E27FC236}">
                                <a16:creationId xmlns:a16="http://schemas.microsoft.com/office/drawing/2014/main" id="{4B858146-C4DD-45C1-871C-14947584B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80" name="Group 2479">
                          <a:extLst>
                            <a:ext uri="{FF2B5EF4-FFF2-40B4-BE49-F238E27FC236}">
                              <a16:creationId xmlns:a16="http://schemas.microsoft.com/office/drawing/2014/main" id="{E9A28693-E6BB-431E-8C4C-50BA1747BDB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81" name="Rectangle 2480">
                            <a:extLst>
                              <a:ext uri="{FF2B5EF4-FFF2-40B4-BE49-F238E27FC236}">
                                <a16:creationId xmlns:a16="http://schemas.microsoft.com/office/drawing/2014/main" id="{4FDFEC89-DB78-4E9C-AD7C-12598622B8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82" name="Rectangle 2481">
                            <a:extLst>
                              <a:ext uri="{FF2B5EF4-FFF2-40B4-BE49-F238E27FC236}">
                                <a16:creationId xmlns:a16="http://schemas.microsoft.com/office/drawing/2014/main" id="{8615ABD4-165D-41EB-9CED-D9BF9E6F8A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72" name="Group 2471">
                        <a:extLst>
                          <a:ext uri="{FF2B5EF4-FFF2-40B4-BE49-F238E27FC236}">
                            <a16:creationId xmlns:a16="http://schemas.microsoft.com/office/drawing/2014/main" id="{99392806-A4A8-4988-9E4B-474DAA3583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73" name="Group 2472">
                          <a:extLst>
                            <a:ext uri="{FF2B5EF4-FFF2-40B4-BE49-F238E27FC236}">
                              <a16:creationId xmlns:a16="http://schemas.microsoft.com/office/drawing/2014/main" id="{BDA64373-40EE-4655-B0E7-4D159AF01C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7" name="Rectangle 2476">
                            <a:extLst>
                              <a:ext uri="{FF2B5EF4-FFF2-40B4-BE49-F238E27FC236}">
                                <a16:creationId xmlns:a16="http://schemas.microsoft.com/office/drawing/2014/main" id="{8103C511-4E43-418A-B3F0-C8C94B2BE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78" name="Rectangle 2477">
                            <a:extLst>
                              <a:ext uri="{FF2B5EF4-FFF2-40B4-BE49-F238E27FC236}">
                                <a16:creationId xmlns:a16="http://schemas.microsoft.com/office/drawing/2014/main" id="{CB3DEC9F-8CCD-44A0-B2FC-81B40BB279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74" name="Group 2473">
                          <a:extLst>
                            <a:ext uri="{FF2B5EF4-FFF2-40B4-BE49-F238E27FC236}">
                              <a16:creationId xmlns:a16="http://schemas.microsoft.com/office/drawing/2014/main" id="{A9ECA75D-EAEB-47C6-BD97-CE2F9CFEDC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75" name="Rectangle 2474">
                            <a:extLst>
                              <a:ext uri="{FF2B5EF4-FFF2-40B4-BE49-F238E27FC236}">
                                <a16:creationId xmlns:a16="http://schemas.microsoft.com/office/drawing/2014/main" id="{0224E7F7-0A94-4351-AD77-218FBD363D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76" name="Rectangle 2475">
                            <a:extLst>
                              <a:ext uri="{FF2B5EF4-FFF2-40B4-BE49-F238E27FC236}">
                                <a16:creationId xmlns:a16="http://schemas.microsoft.com/office/drawing/2014/main" id="{B8D11FEA-9D39-4A24-9310-24EDE618D2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149B9B42-AD62-4033-A90E-9671C9E59929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39" name="Group 2438">
                      <a:extLst>
                        <a:ext uri="{FF2B5EF4-FFF2-40B4-BE49-F238E27FC236}">
                          <a16:creationId xmlns:a16="http://schemas.microsoft.com/office/drawing/2014/main" id="{1DC5EC27-1333-4E01-A03F-67C20D2059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55" name="Group 2454">
                        <a:extLst>
                          <a:ext uri="{FF2B5EF4-FFF2-40B4-BE49-F238E27FC236}">
                            <a16:creationId xmlns:a16="http://schemas.microsoft.com/office/drawing/2014/main" id="{C5A564DC-8D22-40B6-801E-62E42A8CA4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63" name="Group 2462">
                          <a:extLst>
                            <a:ext uri="{FF2B5EF4-FFF2-40B4-BE49-F238E27FC236}">
                              <a16:creationId xmlns:a16="http://schemas.microsoft.com/office/drawing/2014/main" id="{F449A250-D379-407C-A629-588EF2A90C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7" name="Rectangle 2466">
                            <a:extLst>
                              <a:ext uri="{FF2B5EF4-FFF2-40B4-BE49-F238E27FC236}">
                                <a16:creationId xmlns:a16="http://schemas.microsoft.com/office/drawing/2014/main" id="{D77F9F47-B0C8-46D8-95AF-B0750D410F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68" name="Rectangle 2467">
                            <a:extLst>
                              <a:ext uri="{FF2B5EF4-FFF2-40B4-BE49-F238E27FC236}">
                                <a16:creationId xmlns:a16="http://schemas.microsoft.com/office/drawing/2014/main" id="{6B095B62-EE7A-40F6-B20F-6551347582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64" name="Group 2463">
                          <a:extLst>
                            <a:ext uri="{FF2B5EF4-FFF2-40B4-BE49-F238E27FC236}">
                              <a16:creationId xmlns:a16="http://schemas.microsoft.com/office/drawing/2014/main" id="{7B367D89-2451-4D47-9E52-185105DB3F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5" name="Rectangle 2464">
                            <a:extLst>
                              <a:ext uri="{FF2B5EF4-FFF2-40B4-BE49-F238E27FC236}">
                                <a16:creationId xmlns:a16="http://schemas.microsoft.com/office/drawing/2014/main" id="{E016FEE0-46F2-4C64-AF25-FDF61FF840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66" name="Rectangle 2465">
                            <a:extLst>
                              <a:ext uri="{FF2B5EF4-FFF2-40B4-BE49-F238E27FC236}">
                                <a16:creationId xmlns:a16="http://schemas.microsoft.com/office/drawing/2014/main" id="{23359716-1F46-4E8B-BFCD-A4C5171CA6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56" name="Group 2455">
                        <a:extLst>
                          <a:ext uri="{FF2B5EF4-FFF2-40B4-BE49-F238E27FC236}">
                            <a16:creationId xmlns:a16="http://schemas.microsoft.com/office/drawing/2014/main" id="{A9B29CAE-8E66-4F60-BF31-61CEDF67908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57" name="Group 2456">
                          <a:extLst>
                            <a:ext uri="{FF2B5EF4-FFF2-40B4-BE49-F238E27FC236}">
                              <a16:creationId xmlns:a16="http://schemas.microsoft.com/office/drawing/2014/main" id="{94508DA8-BA32-4983-81F6-FBF7EF5166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61" name="Rectangle 2460">
                            <a:extLst>
                              <a:ext uri="{FF2B5EF4-FFF2-40B4-BE49-F238E27FC236}">
                                <a16:creationId xmlns:a16="http://schemas.microsoft.com/office/drawing/2014/main" id="{9BA68C73-12A6-40D9-8214-8DCCB34482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62" name="Rectangle 2461">
                            <a:extLst>
                              <a:ext uri="{FF2B5EF4-FFF2-40B4-BE49-F238E27FC236}">
                                <a16:creationId xmlns:a16="http://schemas.microsoft.com/office/drawing/2014/main" id="{59A7E51A-3AA1-44DF-A8FB-150B58EE0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8" name="Group 2457">
                          <a:extLst>
                            <a:ext uri="{FF2B5EF4-FFF2-40B4-BE49-F238E27FC236}">
                              <a16:creationId xmlns:a16="http://schemas.microsoft.com/office/drawing/2014/main" id="{03662FF9-4942-4B68-9515-4103436618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9" name="Rectangle 2458">
                            <a:extLst>
                              <a:ext uri="{FF2B5EF4-FFF2-40B4-BE49-F238E27FC236}">
                                <a16:creationId xmlns:a16="http://schemas.microsoft.com/office/drawing/2014/main" id="{1C72449E-BEE5-4160-9EFF-27AE4DD610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460" name="Rectangle 2459">
                            <a:extLst>
                              <a:ext uri="{FF2B5EF4-FFF2-40B4-BE49-F238E27FC236}">
                                <a16:creationId xmlns:a16="http://schemas.microsoft.com/office/drawing/2014/main" id="{9CEF31DE-7C42-4B91-8A12-5DFC7DF3E5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40" name="Group 2439">
                      <a:extLst>
                        <a:ext uri="{FF2B5EF4-FFF2-40B4-BE49-F238E27FC236}">
                          <a16:creationId xmlns:a16="http://schemas.microsoft.com/office/drawing/2014/main" id="{3F7614A6-0F41-4BC0-A1A0-6EB7E86BB4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41" name="Group 2440">
                        <a:extLst>
                          <a:ext uri="{FF2B5EF4-FFF2-40B4-BE49-F238E27FC236}">
                            <a16:creationId xmlns:a16="http://schemas.microsoft.com/office/drawing/2014/main" id="{44043AAC-2448-491B-B6CC-12D1BA75F6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9" name="Group 2448">
                          <a:extLst>
                            <a:ext uri="{FF2B5EF4-FFF2-40B4-BE49-F238E27FC236}">
                              <a16:creationId xmlns:a16="http://schemas.microsoft.com/office/drawing/2014/main" id="{726A647F-42F4-4C02-9649-064FBFA26B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3" name="Rectangle 2452">
                            <a:extLst>
                              <a:ext uri="{FF2B5EF4-FFF2-40B4-BE49-F238E27FC236}">
                                <a16:creationId xmlns:a16="http://schemas.microsoft.com/office/drawing/2014/main" id="{1DB1C2BA-E8A8-4559-A313-9172B1143C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454" name="Rectangle 2453">
                            <a:extLst>
                              <a:ext uri="{FF2B5EF4-FFF2-40B4-BE49-F238E27FC236}">
                                <a16:creationId xmlns:a16="http://schemas.microsoft.com/office/drawing/2014/main" id="{A91DBFCF-BCE9-4FAE-9183-BD91096067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50" name="Group 2449">
                          <a:extLst>
                            <a:ext uri="{FF2B5EF4-FFF2-40B4-BE49-F238E27FC236}">
                              <a16:creationId xmlns:a16="http://schemas.microsoft.com/office/drawing/2014/main" id="{435F5FEC-BD4A-4C67-BE24-6E52CD7BA0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51" name="Rectangle 2450">
                            <a:extLst>
                              <a:ext uri="{FF2B5EF4-FFF2-40B4-BE49-F238E27FC236}">
                                <a16:creationId xmlns:a16="http://schemas.microsoft.com/office/drawing/2014/main" id="{440161BA-441E-4564-B4B7-9CC19E194A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452" name="Rectangle 2451">
                            <a:extLst>
                              <a:ext uri="{FF2B5EF4-FFF2-40B4-BE49-F238E27FC236}">
                                <a16:creationId xmlns:a16="http://schemas.microsoft.com/office/drawing/2014/main" id="{5634FCCA-587B-4EE2-9A68-CB02B7AACE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42" name="Group 2441">
                        <a:extLst>
                          <a:ext uri="{FF2B5EF4-FFF2-40B4-BE49-F238E27FC236}">
                            <a16:creationId xmlns:a16="http://schemas.microsoft.com/office/drawing/2014/main" id="{93FFF7A1-A44C-4CF1-94EF-D5AF7A971B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43" name="Group 2442">
                          <a:extLst>
                            <a:ext uri="{FF2B5EF4-FFF2-40B4-BE49-F238E27FC236}">
                              <a16:creationId xmlns:a16="http://schemas.microsoft.com/office/drawing/2014/main" id="{D9EBA425-775E-4BD3-9BF1-34AEF9C219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7" name="Rectangle 2446">
                            <a:extLst>
                              <a:ext uri="{FF2B5EF4-FFF2-40B4-BE49-F238E27FC236}">
                                <a16:creationId xmlns:a16="http://schemas.microsoft.com/office/drawing/2014/main" id="{6783E0C6-4D7A-4E24-B52E-E2C7026F0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448" name="Rectangle 2447">
                            <a:extLst>
                              <a:ext uri="{FF2B5EF4-FFF2-40B4-BE49-F238E27FC236}">
                                <a16:creationId xmlns:a16="http://schemas.microsoft.com/office/drawing/2014/main" id="{F837A966-C4B1-4718-960F-2FBC7FCE7A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44" name="Group 2443">
                          <a:extLst>
                            <a:ext uri="{FF2B5EF4-FFF2-40B4-BE49-F238E27FC236}">
                              <a16:creationId xmlns:a16="http://schemas.microsoft.com/office/drawing/2014/main" id="{36C09E41-3A95-4AAC-9D99-7C59845C32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45" name="Rectangle 2444">
                            <a:extLst>
                              <a:ext uri="{FF2B5EF4-FFF2-40B4-BE49-F238E27FC236}">
                                <a16:creationId xmlns:a16="http://schemas.microsoft.com/office/drawing/2014/main" id="{DBDF9C9D-DC29-49CE-8B50-F46C88CAD9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446" name="Rectangle 2445">
                            <a:extLst>
                              <a:ext uri="{FF2B5EF4-FFF2-40B4-BE49-F238E27FC236}">
                                <a16:creationId xmlns:a16="http://schemas.microsoft.com/office/drawing/2014/main" id="{7948AFD8-6F8B-4F10-B37A-1D86C022D6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374" name="Group 2373">
                  <a:extLst>
                    <a:ext uri="{FF2B5EF4-FFF2-40B4-BE49-F238E27FC236}">
                      <a16:creationId xmlns:a16="http://schemas.microsoft.com/office/drawing/2014/main" id="{B860DF95-CB8F-4AD9-8F48-A8D9CE7D048A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75" name="Group 2374">
                    <a:extLst>
                      <a:ext uri="{FF2B5EF4-FFF2-40B4-BE49-F238E27FC236}">
                        <a16:creationId xmlns:a16="http://schemas.microsoft.com/office/drawing/2014/main" id="{775DAB04-DC03-436C-B0E6-7670F59E6E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407" name="Group 2406">
                      <a:extLst>
                        <a:ext uri="{FF2B5EF4-FFF2-40B4-BE49-F238E27FC236}">
                          <a16:creationId xmlns:a16="http://schemas.microsoft.com/office/drawing/2014/main" id="{C9EAC7C1-C209-4A47-ADF3-92C23AD6B5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23" name="Group 2422">
                        <a:extLst>
                          <a:ext uri="{FF2B5EF4-FFF2-40B4-BE49-F238E27FC236}">
                            <a16:creationId xmlns:a16="http://schemas.microsoft.com/office/drawing/2014/main" id="{6FF46166-4590-4C4B-817F-DFCBBDE2BE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31" name="Group 2430">
                          <a:extLst>
                            <a:ext uri="{FF2B5EF4-FFF2-40B4-BE49-F238E27FC236}">
                              <a16:creationId xmlns:a16="http://schemas.microsoft.com/office/drawing/2014/main" id="{E0236D47-CE75-43FD-9C48-19D7E9E9EA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5" name="Rectangle 2434">
                            <a:extLst>
                              <a:ext uri="{FF2B5EF4-FFF2-40B4-BE49-F238E27FC236}">
                                <a16:creationId xmlns:a16="http://schemas.microsoft.com/office/drawing/2014/main" id="{C4807C28-8EFA-4183-B357-94F6A304D8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436" name="Rectangle 2435">
                            <a:extLst>
                              <a:ext uri="{FF2B5EF4-FFF2-40B4-BE49-F238E27FC236}">
                                <a16:creationId xmlns:a16="http://schemas.microsoft.com/office/drawing/2014/main" id="{6FF5B820-6254-464B-BEE3-2876AE8ABE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32" name="Group 2431">
                          <a:extLst>
                            <a:ext uri="{FF2B5EF4-FFF2-40B4-BE49-F238E27FC236}">
                              <a16:creationId xmlns:a16="http://schemas.microsoft.com/office/drawing/2014/main" id="{F892DED2-8802-41A3-94FC-AA379FDA5D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33" name="Rectangle 2432">
                            <a:extLst>
                              <a:ext uri="{FF2B5EF4-FFF2-40B4-BE49-F238E27FC236}">
                                <a16:creationId xmlns:a16="http://schemas.microsoft.com/office/drawing/2014/main" id="{BF278B2E-684A-4EBF-AC87-BE6EC6782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434" name="Rectangle 2433">
                            <a:extLst>
                              <a:ext uri="{FF2B5EF4-FFF2-40B4-BE49-F238E27FC236}">
                                <a16:creationId xmlns:a16="http://schemas.microsoft.com/office/drawing/2014/main" id="{82D3A6C0-2AD7-4200-BC7F-6AC9E897E2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24" name="Group 2423">
                        <a:extLst>
                          <a:ext uri="{FF2B5EF4-FFF2-40B4-BE49-F238E27FC236}">
                            <a16:creationId xmlns:a16="http://schemas.microsoft.com/office/drawing/2014/main" id="{3AD25A7C-D29A-4D1F-9179-9E894CA3C81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25" name="Group 2424">
                          <a:extLst>
                            <a:ext uri="{FF2B5EF4-FFF2-40B4-BE49-F238E27FC236}">
                              <a16:creationId xmlns:a16="http://schemas.microsoft.com/office/drawing/2014/main" id="{233818C6-D5F3-4D28-A65B-635EF597C6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9" name="Rectangle 2428">
                            <a:extLst>
                              <a:ext uri="{FF2B5EF4-FFF2-40B4-BE49-F238E27FC236}">
                                <a16:creationId xmlns:a16="http://schemas.microsoft.com/office/drawing/2014/main" id="{1E1A3E5D-FFA0-4600-A131-074061C418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430" name="Rectangle 2429">
                            <a:extLst>
                              <a:ext uri="{FF2B5EF4-FFF2-40B4-BE49-F238E27FC236}">
                                <a16:creationId xmlns:a16="http://schemas.microsoft.com/office/drawing/2014/main" id="{424C8B5D-5B08-424B-A2B5-CF67A370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26" name="Group 2425">
                          <a:extLst>
                            <a:ext uri="{FF2B5EF4-FFF2-40B4-BE49-F238E27FC236}">
                              <a16:creationId xmlns:a16="http://schemas.microsoft.com/office/drawing/2014/main" id="{3F9D0A59-F542-4C3B-82B1-515332F710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7" name="Rectangle 2426">
                            <a:extLst>
                              <a:ext uri="{FF2B5EF4-FFF2-40B4-BE49-F238E27FC236}">
                                <a16:creationId xmlns:a16="http://schemas.microsoft.com/office/drawing/2014/main" id="{36327CB5-FB3A-4AAB-BD6C-ED380C3D6E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428" name="Rectangle 2427">
                            <a:extLst>
                              <a:ext uri="{FF2B5EF4-FFF2-40B4-BE49-F238E27FC236}">
                                <a16:creationId xmlns:a16="http://schemas.microsoft.com/office/drawing/2014/main" id="{2FD2A41B-6E13-4115-917D-69825EFC1F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408" name="Group 2407">
                      <a:extLst>
                        <a:ext uri="{FF2B5EF4-FFF2-40B4-BE49-F238E27FC236}">
                          <a16:creationId xmlns:a16="http://schemas.microsoft.com/office/drawing/2014/main" id="{DD0D3C20-7036-4A58-869B-F705D7B50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409" name="Group 2408">
                        <a:extLst>
                          <a:ext uri="{FF2B5EF4-FFF2-40B4-BE49-F238E27FC236}">
                            <a16:creationId xmlns:a16="http://schemas.microsoft.com/office/drawing/2014/main" id="{3440E189-81BA-48AA-80BA-2F59BF8CE0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7" name="Group 2416">
                          <a:extLst>
                            <a:ext uri="{FF2B5EF4-FFF2-40B4-BE49-F238E27FC236}">
                              <a16:creationId xmlns:a16="http://schemas.microsoft.com/office/drawing/2014/main" id="{3B9EEB02-6346-4793-ABC8-FB21B38FAA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21" name="Rectangle 2420">
                            <a:extLst>
                              <a:ext uri="{FF2B5EF4-FFF2-40B4-BE49-F238E27FC236}">
                                <a16:creationId xmlns:a16="http://schemas.microsoft.com/office/drawing/2014/main" id="{AF835C76-CEA5-4347-B12D-950A6800A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422" name="Rectangle 2421">
                            <a:extLst>
                              <a:ext uri="{FF2B5EF4-FFF2-40B4-BE49-F238E27FC236}">
                                <a16:creationId xmlns:a16="http://schemas.microsoft.com/office/drawing/2014/main" id="{61266266-3A67-4D8D-865A-DDFA7B0F3D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8" name="Group 2417">
                          <a:extLst>
                            <a:ext uri="{FF2B5EF4-FFF2-40B4-BE49-F238E27FC236}">
                              <a16:creationId xmlns:a16="http://schemas.microsoft.com/office/drawing/2014/main" id="{8602F027-A521-427E-B2F2-D8A2A15B9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9" name="Rectangle 2418">
                            <a:extLst>
                              <a:ext uri="{FF2B5EF4-FFF2-40B4-BE49-F238E27FC236}">
                                <a16:creationId xmlns:a16="http://schemas.microsoft.com/office/drawing/2014/main" id="{A5969D92-3363-4CCF-A98E-74A8C172F9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420" name="Rectangle 2419">
                            <a:extLst>
                              <a:ext uri="{FF2B5EF4-FFF2-40B4-BE49-F238E27FC236}">
                                <a16:creationId xmlns:a16="http://schemas.microsoft.com/office/drawing/2014/main" id="{EF69082A-5C7C-4CE5-ABC3-6BBAA9625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410" name="Group 2409">
                        <a:extLst>
                          <a:ext uri="{FF2B5EF4-FFF2-40B4-BE49-F238E27FC236}">
                            <a16:creationId xmlns:a16="http://schemas.microsoft.com/office/drawing/2014/main" id="{3420914F-6E46-4797-BF5F-E68F8026FE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11" name="Group 2410">
                          <a:extLst>
                            <a:ext uri="{FF2B5EF4-FFF2-40B4-BE49-F238E27FC236}">
                              <a16:creationId xmlns:a16="http://schemas.microsoft.com/office/drawing/2014/main" id="{F303E99F-0D37-41C7-8D8D-46F944CF7F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5" name="Rectangle 2414">
                            <a:extLst>
                              <a:ext uri="{FF2B5EF4-FFF2-40B4-BE49-F238E27FC236}">
                                <a16:creationId xmlns:a16="http://schemas.microsoft.com/office/drawing/2014/main" id="{F48C0E88-13A6-4573-B0F7-90C511A3DF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416" name="Rectangle 2415">
                            <a:extLst>
                              <a:ext uri="{FF2B5EF4-FFF2-40B4-BE49-F238E27FC236}">
                                <a16:creationId xmlns:a16="http://schemas.microsoft.com/office/drawing/2014/main" id="{9B1639AB-8B5C-4EB0-A7C5-ADF67D1FB8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412" name="Group 2411">
                          <a:extLst>
                            <a:ext uri="{FF2B5EF4-FFF2-40B4-BE49-F238E27FC236}">
                              <a16:creationId xmlns:a16="http://schemas.microsoft.com/office/drawing/2014/main" id="{029BAAA5-DA8A-4F00-BC15-146F0A1038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13" name="Rectangle 2412">
                            <a:extLst>
                              <a:ext uri="{FF2B5EF4-FFF2-40B4-BE49-F238E27FC236}">
                                <a16:creationId xmlns:a16="http://schemas.microsoft.com/office/drawing/2014/main" id="{7C0D2CEB-7FAD-4D94-808B-F3A1F86EC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414" name="Rectangle 2413">
                            <a:extLst>
                              <a:ext uri="{FF2B5EF4-FFF2-40B4-BE49-F238E27FC236}">
                                <a16:creationId xmlns:a16="http://schemas.microsoft.com/office/drawing/2014/main" id="{E36E3071-92DD-47B9-B5BB-98A7B369E5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76" name="Group 2375">
                    <a:extLst>
                      <a:ext uri="{FF2B5EF4-FFF2-40B4-BE49-F238E27FC236}">
                        <a16:creationId xmlns:a16="http://schemas.microsoft.com/office/drawing/2014/main" id="{478AD4F9-1C75-4A65-AA48-5E9294479EB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77" name="Group 2376">
                      <a:extLst>
                        <a:ext uri="{FF2B5EF4-FFF2-40B4-BE49-F238E27FC236}">
                          <a16:creationId xmlns:a16="http://schemas.microsoft.com/office/drawing/2014/main" id="{E37A2842-C8B3-4E9D-8D11-7BE9CCD175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93" name="Group 2392">
                        <a:extLst>
                          <a:ext uri="{FF2B5EF4-FFF2-40B4-BE49-F238E27FC236}">
                            <a16:creationId xmlns:a16="http://schemas.microsoft.com/office/drawing/2014/main" id="{30CFDDB9-4F99-4548-BB94-6E29AEF3F9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401" name="Group 2400">
                          <a:extLst>
                            <a:ext uri="{FF2B5EF4-FFF2-40B4-BE49-F238E27FC236}">
                              <a16:creationId xmlns:a16="http://schemas.microsoft.com/office/drawing/2014/main" id="{473FC1FF-8FD4-4A15-A486-B1B2C11BE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5" name="Rectangle 2404">
                            <a:extLst>
                              <a:ext uri="{FF2B5EF4-FFF2-40B4-BE49-F238E27FC236}">
                                <a16:creationId xmlns:a16="http://schemas.microsoft.com/office/drawing/2014/main" id="{E2D34A33-6E2F-4578-9158-0E7726515C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406" name="Rectangle 2405">
                            <a:extLst>
                              <a:ext uri="{FF2B5EF4-FFF2-40B4-BE49-F238E27FC236}">
                                <a16:creationId xmlns:a16="http://schemas.microsoft.com/office/drawing/2014/main" id="{AD56F538-3120-47EA-B7E6-D7091764B4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402" name="Group 2401">
                          <a:extLst>
                            <a:ext uri="{FF2B5EF4-FFF2-40B4-BE49-F238E27FC236}">
                              <a16:creationId xmlns:a16="http://schemas.microsoft.com/office/drawing/2014/main" id="{9D1804A2-846C-4B8E-8C53-5E00D6661C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403" name="Rectangle 2402">
                            <a:extLst>
                              <a:ext uri="{FF2B5EF4-FFF2-40B4-BE49-F238E27FC236}">
                                <a16:creationId xmlns:a16="http://schemas.microsoft.com/office/drawing/2014/main" id="{9B2BD85F-5854-4A2A-B7EB-99F5845DE8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404" name="Rectangle 2403">
                            <a:extLst>
                              <a:ext uri="{FF2B5EF4-FFF2-40B4-BE49-F238E27FC236}">
                                <a16:creationId xmlns:a16="http://schemas.microsoft.com/office/drawing/2014/main" id="{A242E0C5-4ABC-4C78-8314-61B27ED9F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94" name="Group 2393">
                        <a:extLst>
                          <a:ext uri="{FF2B5EF4-FFF2-40B4-BE49-F238E27FC236}">
                            <a16:creationId xmlns:a16="http://schemas.microsoft.com/office/drawing/2014/main" id="{7CD19B1A-C4BD-4786-A0E8-63509AB0DD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95" name="Group 2394">
                          <a:extLst>
                            <a:ext uri="{FF2B5EF4-FFF2-40B4-BE49-F238E27FC236}">
                              <a16:creationId xmlns:a16="http://schemas.microsoft.com/office/drawing/2014/main" id="{1DF50EE3-9A6B-4A81-83E7-4D12A757A8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9" name="Rectangle 2398">
                            <a:extLst>
                              <a:ext uri="{FF2B5EF4-FFF2-40B4-BE49-F238E27FC236}">
                                <a16:creationId xmlns:a16="http://schemas.microsoft.com/office/drawing/2014/main" id="{9DE87F4A-E012-41EC-8722-10DB2607A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400" name="Rectangle 2399">
                            <a:extLst>
                              <a:ext uri="{FF2B5EF4-FFF2-40B4-BE49-F238E27FC236}">
                                <a16:creationId xmlns:a16="http://schemas.microsoft.com/office/drawing/2014/main" id="{0C96B04B-8345-48A8-A6B0-7213A82A38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96" name="Group 2395">
                          <a:extLst>
                            <a:ext uri="{FF2B5EF4-FFF2-40B4-BE49-F238E27FC236}">
                              <a16:creationId xmlns:a16="http://schemas.microsoft.com/office/drawing/2014/main" id="{4D7D66B2-1CB5-41F9-9A24-2B391BCA4F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7" name="Rectangle 2396">
                            <a:extLst>
                              <a:ext uri="{FF2B5EF4-FFF2-40B4-BE49-F238E27FC236}">
                                <a16:creationId xmlns:a16="http://schemas.microsoft.com/office/drawing/2014/main" id="{4033FF93-5395-4FD0-82E9-7FF261510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98" name="Rectangle 2397">
                            <a:extLst>
                              <a:ext uri="{FF2B5EF4-FFF2-40B4-BE49-F238E27FC236}">
                                <a16:creationId xmlns:a16="http://schemas.microsoft.com/office/drawing/2014/main" id="{AAD8B77F-5C1B-4E6F-BD52-CE911A66D4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78" name="Group 2377">
                      <a:extLst>
                        <a:ext uri="{FF2B5EF4-FFF2-40B4-BE49-F238E27FC236}">
                          <a16:creationId xmlns:a16="http://schemas.microsoft.com/office/drawing/2014/main" id="{50CFDE56-8580-4E99-862E-FD122433B0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79" name="Group 2378">
                        <a:extLst>
                          <a:ext uri="{FF2B5EF4-FFF2-40B4-BE49-F238E27FC236}">
                            <a16:creationId xmlns:a16="http://schemas.microsoft.com/office/drawing/2014/main" id="{D52A5A00-9467-4750-98BB-656871B80F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7" name="Group 2386">
                          <a:extLst>
                            <a:ext uri="{FF2B5EF4-FFF2-40B4-BE49-F238E27FC236}">
                              <a16:creationId xmlns:a16="http://schemas.microsoft.com/office/drawing/2014/main" id="{4DDC5B6C-ED9D-4DB7-9A35-B8FD21A314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91" name="Rectangle 2390">
                            <a:extLst>
                              <a:ext uri="{FF2B5EF4-FFF2-40B4-BE49-F238E27FC236}">
                                <a16:creationId xmlns:a16="http://schemas.microsoft.com/office/drawing/2014/main" id="{723F6839-9EB9-46F8-9FCF-BD61005FEA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92" name="Rectangle 2391">
                            <a:extLst>
                              <a:ext uri="{FF2B5EF4-FFF2-40B4-BE49-F238E27FC236}">
                                <a16:creationId xmlns:a16="http://schemas.microsoft.com/office/drawing/2014/main" id="{924EC0A4-8BF1-402D-8DD5-A29B80667C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8" name="Group 2387">
                          <a:extLst>
                            <a:ext uri="{FF2B5EF4-FFF2-40B4-BE49-F238E27FC236}">
                              <a16:creationId xmlns:a16="http://schemas.microsoft.com/office/drawing/2014/main" id="{CC50F7A9-0673-44B1-9638-7352EEFAA9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9" name="Rectangle 2388">
                            <a:extLst>
                              <a:ext uri="{FF2B5EF4-FFF2-40B4-BE49-F238E27FC236}">
                                <a16:creationId xmlns:a16="http://schemas.microsoft.com/office/drawing/2014/main" id="{7CB654BD-12A0-4A16-AF83-9EBD4F5690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90" name="Rectangle 2389">
                            <a:extLst>
                              <a:ext uri="{FF2B5EF4-FFF2-40B4-BE49-F238E27FC236}">
                                <a16:creationId xmlns:a16="http://schemas.microsoft.com/office/drawing/2014/main" id="{39A8627F-106B-4D09-A9C7-167F763475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80" name="Group 2379">
                        <a:extLst>
                          <a:ext uri="{FF2B5EF4-FFF2-40B4-BE49-F238E27FC236}">
                            <a16:creationId xmlns:a16="http://schemas.microsoft.com/office/drawing/2014/main" id="{6BB8889B-8E3D-45E8-A328-7DA4E5D5D2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81" name="Group 2380">
                          <a:extLst>
                            <a:ext uri="{FF2B5EF4-FFF2-40B4-BE49-F238E27FC236}">
                              <a16:creationId xmlns:a16="http://schemas.microsoft.com/office/drawing/2014/main" id="{0126A706-D0F3-440F-A2E1-D23BE9BC256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5" name="Rectangle 2384">
                            <a:extLst>
                              <a:ext uri="{FF2B5EF4-FFF2-40B4-BE49-F238E27FC236}">
                                <a16:creationId xmlns:a16="http://schemas.microsoft.com/office/drawing/2014/main" id="{3309176A-A39E-49BA-B0BC-24FF92392F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86" name="Rectangle 2385">
                            <a:extLst>
                              <a:ext uri="{FF2B5EF4-FFF2-40B4-BE49-F238E27FC236}">
                                <a16:creationId xmlns:a16="http://schemas.microsoft.com/office/drawing/2014/main" id="{D6DBDD0F-8F35-4571-AA91-E8223E4507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82" name="Group 2381">
                          <a:extLst>
                            <a:ext uri="{FF2B5EF4-FFF2-40B4-BE49-F238E27FC236}">
                              <a16:creationId xmlns:a16="http://schemas.microsoft.com/office/drawing/2014/main" id="{7E5AA911-FA28-48B6-AED5-E9CD75478F7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83" name="Rectangle 2382">
                            <a:extLst>
                              <a:ext uri="{FF2B5EF4-FFF2-40B4-BE49-F238E27FC236}">
                                <a16:creationId xmlns:a16="http://schemas.microsoft.com/office/drawing/2014/main" id="{4B8D71BD-B3F0-475D-9117-D132EBCB4F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84" name="Rectangle 2383">
                            <a:extLst>
                              <a:ext uri="{FF2B5EF4-FFF2-40B4-BE49-F238E27FC236}">
                                <a16:creationId xmlns:a16="http://schemas.microsoft.com/office/drawing/2014/main" id="{2EE7F897-D7E1-4F12-B999-98C95B4F2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246" name="Group 2245">
                <a:extLst>
                  <a:ext uri="{FF2B5EF4-FFF2-40B4-BE49-F238E27FC236}">
                    <a16:creationId xmlns:a16="http://schemas.microsoft.com/office/drawing/2014/main" id="{7D6C6D92-09A9-4362-915F-D901F6632A26}"/>
                  </a:ext>
                </a:extLst>
              </p:cNvPr>
              <p:cNvGrpSpPr/>
              <p:nvPr/>
            </p:nvGrpSpPr>
            <p:grpSpPr>
              <a:xfrm>
                <a:off x="5957134" y="4486932"/>
                <a:ext cx="3657600" cy="184994"/>
                <a:chOff x="2306674" y="4207314"/>
                <a:chExt cx="7315187" cy="184994"/>
              </a:xfrm>
            </p:grpSpPr>
            <p:grpSp>
              <p:nvGrpSpPr>
                <p:cNvPr id="2247" name="Group 2246">
                  <a:extLst>
                    <a:ext uri="{FF2B5EF4-FFF2-40B4-BE49-F238E27FC236}">
                      <a16:creationId xmlns:a16="http://schemas.microsoft.com/office/drawing/2014/main" id="{B57AB30A-F04E-474C-9237-69DA9643011A}"/>
                    </a:ext>
                  </a:extLst>
                </p:cNvPr>
                <p:cNvGrpSpPr/>
                <p:nvPr/>
              </p:nvGrpSpPr>
              <p:grpSpPr>
                <a:xfrm>
                  <a:off x="2306674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311" name="Group 2310">
                    <a:extLst>
                      <a:ext uri="{FF2B5EF4-FFF2-40B4-BE49-F238E27FC236}">
                        <a16:creationId xmlns:a16="http://schemas.microsoft.com/office/drawing/2014/main" id="{4ED112FD-3362-4CED-A0B9-F674EB8D032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43" name="Group 2342">
                      <a:extLst>
                        <a:ext uri="{FF2B5EF4-FFF2-40B4-BE49-F238E27FC236}">
                          <a16:creationId xmlns:a16="http://schemas.microsoft.com/office/drawing/2014/main" id="{C5C89AFA-CC89-4781-91E4-ECF614E71C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59" name="Group 2358">
                        <a:extLst>
                          <a:ext uri="{FF2B5EF4-FFF2-40B4-BE49-F238E27FC236}">
                            <a16:creationId xmlns:a16="http://schemas.microsoft.com/office/drawing/2014/main" id="{3EC42AF1-6E61-4591-9DED-F4E06C3DCF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7" name="Group 2366">
                          <a:extLst>
                            <a:ext uri="{FF2B5EF4-FFF2-40B4-BE49-F238E27FC236}">
                              <a16:creationId xmlns:a16="http://schemas.microsoft.com/office/drawing/2014/main" id="{D005B86B-A861-424B-961C-CA385D0C98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71" name="Rectangle 2370">
                            <a:extLst>
                              <a:ext uri="{FF2B5EF4-FFF2-40B4-BE49-F238E27FC236}">
                                <a16:creationId xmlns:a16="http://schemas.microsoft.com/office/drawing/2014/main" id="{F751F17A-EE0D-48F8-940A-CBEB86C05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72" name="Rectangle 2371">
                            <a:extLst>
                              <a:ext uri="{FF2B5EF4-FFF2-40B4-BE49-F238E27FC236}">
                                <a16:creationId xmlns:a16="http://schemas.microsoft.com/office/drawing/2014/main" id="{091C65D2-E953-4AC0-BB69-91406FDD72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8" name="Group 2367">
                          <a:extLst>
                            <a:ext uri="{FF2B5EF4-FFF2-40B4-BE49-F238E27FC236}">
                              <a16:creationId xmlns:a16="http://schemas.microsoft.com/office/drawing/2014/main" id="{CC04FBBE-9E0A-4C2E-AE3B-B921B85812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9" name="Rectangle 2368">
                            <a:extLst>
                              <a:ext uri="{FF2B5EF4-FFF2-40B4-BE49-F238E27FC236}">
                                <a16:creationId xmlns:a16="http://schemas.microsoft.com/office/drawing/2014/main" id="{1F57E72A-D44E-41D2-BB60-C38775E4C1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70" name="Rectangle 2369">
                            <a:extLst>
                              <a:ext uri="{FF2B5EF4-FFF2-40B4-BE49-F238E27FC236}">
                                <a16:creationId xmlns:a16="http://schemas.microsoft.com/office/drawing/2014/main" id="{032EB3D5-EDEB-4CB6-8E9B-4D9460A7E3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60" name="Group 2359">
                        <a:extLst>
                          <a:ext uri="{FF2B5EF4-FFF2-40B4-BE49-F238E27FC236}">
                            <a16:creationId xmlns:a16="http://schemas.microsoft.com/office/drawing/2014/main" id="{854268EC-46A8-4099-9CD6-8DBEBE1CA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61" name="Group 2360">
                          <a:extLst>
                            <a:ext uri="{FF2B5EF4-FFF2-40B4-BE49-F238E27FC236}">
                              <a16:creationId xmlns:a16="http://schemas.microsoft.com/office/drawing/2014/main" id="{AC034228-169C-4E18-B89B-048AF7B893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5" name="Rectangle 2364">
                            <a:extLst>
                              <a:ext uri="{FF2B5EF4-FFF2-40B4-BE49-F238E27FC236}">
                                <a16:creationId xmlns:a16="http://schemas.microsoft.com/office/drawing/2014/main" id="{050AB4AE-6FFD-46B6-B8C7-ED7194911A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66" name="Rectangle 2365">
                            <a:extLst>
                              <a:ext uri="{FF2B5EF4-FFF2-40B4-BE49-F238E27FC236}">
                                <a16:creationId xmlns:a16="http://schemas.microsoft.com/office/drawing/2014/main" id="{370EB836-5F7F-4008-A1CA-F77A095359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62" name="Group 2361">
                          <a:extLst>
                            <a:ext uri="{FF2B5EF4-FFF2-40B4-BE49-F238E27FC236}">
                              <a16:creationId xmlns:a16="http://schemas.microsoft.com/office/drawing/2014/main" id="{BD3B851C-E082-4B8D-B343-D3D7F5CC9A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63" name="Rectangle 2362">
                            <a:extLst>
                              <a:ext uri="{FF2B5EF4-FFF2-40B4-BE49-F238E27FC236}">
                                <a16:creationId xmlns:a16="http://schemas.microsoft.com/office/drawing/2014/main" id="{BBDFD110-CAEC-4E5E-9A3C-E407CC71D2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64" name="Rectangle 2363">
                            <a:extLst>
                              <a:ext uri="{FF2B5EF4-FFF2-40B4-BE49-F238E27FC236}">
                                <a16:creationId xmlns:a16="http://schemas.microsoft.com/office/drawing/2014/main" id="{B00B0E3A-AC25-4EE1-8CFE-9A92DFE9B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44" name="Group 2343">
                      <a:extLst>
                        <a:ext uri="{FF2B5EF4-FFF2-40B4-BE49-F238E27FC236}">
                          <a16:creationId xmlns:a16="http://schemas.microsoft.com/office/drawing/2014/main" id="{1056DFD9-8C57-4C30-804F-56415FD2FB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45" name="Group 2344">
                        <a:extLst>
                          <a:ext uri="{FF2B5EF4-FFF2-40B4-BE49-F238E27FC236}">
                            <a16:creationId xmlns:a16="http://schemas.microsoft.com/office/drawing/2014/main" id="{8EAC8ACB-EA5E-4EEA-961F-C10C5C4294B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53" name="Group 2352">
                          <a:extLst>
                            <a:ext uri="{FF2B5EF4-FFF2-40B4-BE49-F238E27FC236}">
                              <a16:creationId xmlns:a16="http://schemas.microsoft.com/office/drawing/2014/main" id="{59790B17-9190-43C1-8023-A7FC1D0AE1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7" name="Rectangle 2356">
                            <a:extLst>
                              <a:ext uri="{FF2B5EF4-FFF2-40B4-BE49-F238E27FC236}">
                                <a16:creationId xmlns:a16="http://schemas.microsoft.com/office/drawing/2014/main" id="{E6FF7897-08BB-4010-8E6F-94758108BB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358" name="Rectangle 2357">
                            <a:extLst>
                              <a:ext uri="{FF2B5EF4-FFF2-40B4-BE49-F238E27FC236}">
                                <a16:creationId xmlns:a16="http://schemas.microsoft.com/office/drawing/2014/main" id="{1285DA1C-6703-4A59-97F9-E93C96D5E4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54" name="Group 2353">
                          <a:extLst>
                            <a:ext uri="{FF2B5EF4-FFF2-40B4-BE49-F238E27FC236}">
                              <a16:creationId xmlns:a16="http://schemas.microsoft.com/office/drawing/2014/main" id="{1B3B5505-C1AB-4223-B2B8-7914C2388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5" name="Rectangle 2354">
                            <a:extLst>
                              <a:ext uri="{FF2B5EF4-FFF2-40B4-BE49-F238E27FC236}">
                                <a16:creationId xmlns:a16="http://schemas.microsoft.com/office/drawing/2014/main" id="{21B8DF3E-FD53-4E7A-B4E4-DF3209BF32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356" name="Rectangle 2355">
                            <a:extLst>
                              <a:ext uri="{FF2B5EF4-FFF2-40B4-BE49-F238E27FC236}">
                                <a16:creationId xmlns:a16="http://schemas.microsoft.com/office/drawing/2014/main" id="{DEB049BB-40B5-400A-8F96-A880A7CF8C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46" name="Group 2345">
                        <a:extLst>
                          <a:ext uri="{FF2B5EF4-FFF2-40B4-BE49-F238E27FC236}">
                            <a16:creationId xmlns:a16="http://schemas.microsoft.com/office/drawing/2014/main" id="{9A2A294C-59C6-420B-A93F-C8F9BEDFADB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47" name="Group 2346">
                          <a:extLst>
                            <a:ext uri="{FF2B5EF4-FFF2-40B4-BE49-F238E27FC236}">
                              <a16:creationId xmlns:a16="http://schemas.microsoft.com/office/drawing/2014/main" id="{0E6FC938-D2B2-42CB-83F2-4CC8CB9052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51" name="Rectangle 2350">
                            <a:extLst>
                              <a:ext uri="{FF2B5EF4-FFF2-40B4-BE49-F238E27FC236}">
                                <a16:creationId xmlns:a16="http://schemas.microsoft.com/office/drawing/2014/main" id="{F26425ED-73E2-4F61-A7C2-5568615139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352" name="Rectangle 2351">
                            <a:extLst>
                              <a:ext uri="{FF2B5EF4-FFF2-40B4-BE49-F238E27FC236}">
                                <a16:creationId xmlns:a16="http://schemas.microsoft.com/office/drawing/2014/main" id="{4657BA68-6D67-457B-ABE1-6C138DC982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48" name="Group 2347">
                          <a:extLst>
                            <a:ext uri="{FF2B5EF4-FFF2-40B4-BE49-F238E27FC236}">
                              <a16:creationId xmlns:a16="http://schemas.microsoft.com/office/drawing/2014/main" id="{F1B63189-5454-48A7-9A62-8930B21B39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9" name="Rectangle 2348">
                            <a:extLst>
                              <a:ext uri="{FF2B5EF4-FFF2-40B4-BE49-F238E27FC236}">
                                <a16:creationId xmlns:a16="http://schemas.microsoft.com/office/drawing/2014/main" id="{3575506D-C634-423C-ABE9-FBF85812CB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350" name="Rectangle 2349">
                            <a:extLst>
                              <a:ext uri="{FF2B5EF4-FFF2-40B4-BE49-F238E27FC236}">
                                <a16:creationId xmlns:a16="http://schemas.microsoft.com/office/drawing/2014/main" id="{4576EB36-EB2D-4307-BD2A-B9BFAC180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312" name="Group 2311">
                    <a:extLst>
                      <a:ext uri="{FF2B5EF4-FFF2-40B4-BE49-F238E27FC236}">
                        <a16:creationId xmlns:a16="http://schemas.microsoft.com/office/drawing/2014/main" id="{A9F7BC62-407A-44B6-A9AE-5B0FBA52CA3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313" name="Group 2312">
                      <a:extLst>
                        <a:ext uri="{FF2B5EF4-FFF2-40B4-BE49-F238E27FC236}">
                          <a16:creationId xmlns:a16="http://schemas.microsoft.com/office/drawing/2014/main" id="{F3C5556F-2DBB-4C52-A2B6-7FC78E74E8A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29" name="Group 2328">
                        <a:extLst>
                          <a:ext uri="{FF2B5EF4-FFF2-40B4-BE49-F238E27FC236}">
                            <a16:creationId xmlns:a16="http://schemas.microsoft.com/office/drawing/2014/main" id="{4F4CA59C-79A4-4484-9F7D-B712ECE98F6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7" name="Group 2336">
                          <a:extLst>
                            <a:ext uri="{FF2B5EF4-FFF2-40B4-BE49-F238E27FC236}">
                              <a16:creationId xmlns:a16="http://schemas.microsoft.com/office/drawing/2014/main" id="{C3300C2B-02FF-4099-84AF-DE7F9CCB46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41" name="Rectangle 2340">
                            <a:extLst>
                              <a:ext uri="{FF2B5EF4-FFF2-40B4-BE49-F238E27FC236}">
                                <a16:creationId xmlns:a16="http://schemas.microsoft.com/office/drawing/2014/main" id="{DF18AD11-5379-4A63-899B-17ECC0B021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342" name="Rectangle 2341">
                            <a:extLst>
                              <a:ext uri="{FF2B5EF4-FFF2-40B4-BE49-F238E27FC236}">
                                <a16:creationId xmlns:a16="http://schemas.microsoft.com/office/drawing/2014/main" id="{A44368E1-8E9D-48C9-A141-31E1C8C7BA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8" name="Group 2337">
                          <a:extLst>
                            <a:ext uri="{FF2B5EF4-FFF2-40B4-BE49-F238E27FC236}">
                              <a16:creationId xmlns:a16="http://schemas.microsoft.com/office/drawing/2014/main" id="{033F0714-7BF6-4346-A80E-4F083B8D33F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9" name="Rectangle 2338">
                            <a:extLst>
                              <a:ext uri="{FF2B5EF4-FFF2-40B4-BE49-F238E27FC236}">
                                <a16:creationId xmlns:a16="http://schemas.microsoft.com/office/drawing/2014/main" id="{4E960B93-7F2D-4F74-994E-6673830405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340" name="Rectangle 2339">
                            <a:extLst>
                              <a:ext uri="{FF2B5EF4-FFF2-40B4-BE49-F238E27FC236}">
                                <a16:creationId xmlns:a16="http://schemas.microsoft.com/office/drawing/2014/main" id="{5B8BADCB-161A-49C9-9213-5B864D69B8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30" name="Group 2329">
                        <a:extLst>
                          <a:ext uri="{FF2B5EF4-FFF2-40B4-BE49-F238E27FC236}">
                            <a16:creationId xmlns:a16="http://schemas.microsoft.com/office/drawing/2014/main" id="{C269FFFE-4615-4988-9682-ED37F278B3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31" name="Group 2330">
                          <a:extLst>
                            <a:ext uri="{FF2B5EF4-FFF2-40B4-BE49-F238E27FC236}">
                              <a16:creationId xmlns:a16="http://schemas.microsoft.com/office/drawing/2014/main" id="{1B0B11AD-7E7E-4AD6-BA2C-BC3D539FED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5" name="Rectangle 2334">
                            <a:extLst>
                              <a:ext uri="{FF2B5EF4-FFF2-40B4-BE49-F238E27FC236}">
                                <a16:creationId xmlns:a16="http://schemas.microsoft.com/office/drawing/2014/main" id="{6D1238BB-ED71-4ED9-AD66-E81F89170F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336" name="Rectangle 2335">
                            <a:extLst>
                              <a:ext uri="{FF2B5EF4-FFF2-40B4-BE49-F238E27FC236}">
                                <a16:creationId xmlns:a16="http://schemas.microsoft.com/office/drawing/2014/main" id="{666E0589-9F64-453E-8423-A391F486C3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32" name="Group 2331">
                          <a:extLst>
                            <a:ext uri="{FF2B5EF4-FFF2-40B4-BE49-F238E27FC236}">
                              <a16:creationId xmlns:a16="http://schemas.microsoft.com/office/drawing/2014/main" id="{2CD3DD2E-03CC-4557-880E-6EC66DEB13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33" name="Rectangle 2332">
                            <a:extLst>
                              <a:ext uri="{FF2B5EF4-FFF2-40B4-BE49-F238E27FC236}">
                                <a16:creationId xmlns:a16="http://schemas.microsoft.com/office/drawing/2014/main" id="{CC238A7A-41DB-412F-8DCC-180DA9B990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334" name="Rectangle 2333">
                            <a:extLst>
                              <a:ext uri="{FF2B5EF4-FFF2-40B4-BE49-F238E27FC236}">
                                <a16:creationId xmlns:a16="http://schemas.microsoft.com/office/drawing/2014/main" id="{681354FA-83D6-4E01-9B1D-17C7FF4170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314" name="Group 2313">
                      <a:extLst>
                        <a:ext uri="{FF2B5EF4-FFF2-40B4-BE49-F238E27FC236}">
                          <a16:creationId xmlns:a16="http://schemas.microsoft.com/office/drawing/2014/main" id="{CFAB3310-31F8-459D-8B84-8D63AA6C1C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315" name="Group 2314">
                        <a:extLst>
                          <a:ext uri="{FF2B5EF4-FFF2-40B4-BE49-F238E27FC236}">
                            <a16:creationId xmlns:a16="http://schemas.microsoft.com/office/drawing/2014/main" id="{8C8CCF69-B4B0-4120-9E14-7B77A7245A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23" name="Group 2322">
                          <a:extLst>
                            <a:ext uri="{FF2B5EF4-FFF2-40B4-BE49-F238E27FC236}">
                              <a16:creationId xmlns:a16="http://schemas.microsoft.com/office/drawing/2014/main" id="{984FD2F7-06B5-47A6-B2BC-AA81D1BFB0B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7" name="Rectangle 2326">
                            <a:extLst>
                              <a:ext uri="{FF2B5EF4-FFF2-40B4-BE49-F238E27FC236}">
                                <a16:creationId xmlns:a16="http://schemas.microsoft.com/office/drawing/2014/main" id="{BE50A427-DA02-43AA-AC92-06AA6EEFE4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328" name="Rectangle 2327">
                            <a:extLst>
                              <a:ext uri="{FF2B5EF4-FFF2-40B4-BE49-F238E27FC236}">
                                <a16:creationId xmlns:a16="http://schemas.microsoft.com/office/drawing/2014/main" id="{42015367-B03B-4436-98A6-574F77BE4F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24" name="Group 2323">
                          <a:extLst>
                            <a:ext uri="{FF2B5EF4-FFF2-40B4-BE49-F238E27FC236}">
                              <a16:creationId xmlns:a16="http://schemas.microsoft.com/office/drawing/2014/main" id="{8FCF06DE-6506-4234-96E9-D4390FCB60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5" name="Rectangle 2324">
                            <a:extLst>
                              <a:ext uri="{FF2B5EF4-FFF2-40B4-BE49-F238E27FC236}">
                                <a16:creationId xmlns:a16="http://schemas.microsoft.com/office/drawing/2014/main" id="{9FAE0FBB-984F-4C46-88B6-D2515D34A5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326" name="Rectangle 2325">
                            <a:extLst>
                              <a:ext uri="{FF2B5EF4-FFF2-40B4-BE49-F238E27FC236}">
                                <a16:creationId xmlns:a16="http://schemas.microsoft.com/office/drawing/2014/main" id="{D120B2F5-D92D-48DA-B16F-CAC6C64EF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316" name="Group 2315">
                        <a:extLst>
                          <a:ext uri="{FF2B5EF4-FFF2-40B4-BE49-F238E27FC236}">
                            <a16:creationId xmlns:a16="http://schemas.microsoft.com/office/drawing/2014/main" id="{AFE950D2-15A2-4DF2-9A53-83349870D32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17" name="Group 2316">
                          <a:extLst>
                            <a:ext uri="{FF2B5EF4-FFF2-40B4-BE49-F238E27FC236}">
                              <a16:creationId xmlns:a16="http://schemas.microsoft.com/office/drawing/2014/main" id="{2D6D0025-3AFD-479D-987E-FD73E03976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21" name="Rectangle 2320">
                            <a:extLst>
                              <a:ext uri="{FF2B5EF4-FFF2-40B4-BE49-F238E27FC236}">
                                <a16:creationId xmlns:a16="http://schemas.microsoft.com/office/drawing/2014/main" id="{71EA5B3E-A912-4AFE-A8CB-EAB0918054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322" name="Rectangle 2321">
                            <a:extLst>
                              <a:ext uri="{FF2B5EF4-FFF2-40B4-BE49-F238E27FC236}">
                                <a16:creationId xmlns:a16="http://schemas.microsoft.com/office/drawing/2014/main" id="{5FC26341-CA94-4792-A3C9-EEAEA0A740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18" name="Group 2317">
                          <a:extLst>
                            <a:ext uri="{FF2B5EF4-FFF2-40B4-BE49-F238E27FC236}">
                              <a16:creationId xmlns:a16="http://schemas.microsoft.com/office/drawing/2014/main" id="{006E254A-2C9E-40E4-A785-FDB265DFEC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19" name="Rectangle 2318">
                            <a:extLst>
                              <a:ext uri="{FF2B5EF4-FFF2-40B4-BE49-F238E27FC236}">
                                <a16:creationId xmlns:a16="http://schemas.microsoft.com/office/drawing/2014/main" id="{B2AE8B1F-54DB-4588-9356-FEA90C4F81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320" name="Rectangle 2319">
                            <a:extLst>
                              <a:ext uri="{FF2B5EF4-FFF2-40B4-BE49-F238E27FC236}">
                                <a16:creationId xmlns:a16="http://schemas.microsoft.com/office/drawing/2014/main" id="{90B8BD73-149E-4DA3-A0D9-6476FEA604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  <p:grpSp>
              <p:nvGrpSpPr>
                <p:cNvPr id="2248" name="Group 2247">
                  <a:extLst>
                    <a:ext uri="{FF2B5EF4-FFF2-40B4-BE49-F238E27FC236}">
                      <a16:creationId xmlns:a16="http://schemas.microsoft.com/office/drawing/2014/main" id="{D8DC6276-3B33-44DF-A495-198ED3904E49}"/>
                    </a:ext>
                  </a:extLst>
                </p:cNvPr>
                <p:cNvGrpSpPr/>
                <p:nvPr/>
              </p:nvGrpSpPr>
              <p:grpSpPr>
                <a:xfrm>
                  <a:off x="5964261" y="4207314"/>
                  <a:ext cx="3657600" cy="184994"/>
                  <a:chOff x="2306674" y="4207314"/>
                  <a:chExt cx="7315701" cy="184994"/>
                </a:xfrm>
              </p:grpSpPr>
              <p:grpSp>
                <p:nvGrpSpPr>
                  <p:cNvPr id="2249" name="Group 2248">
                    <a:extLst>
                      <a:ext uri="{FF2B5EF4-FFF2-40B4-BE49-F238E27FC236}">
                        <a16:creationId xmlns:a16="http://schemas.microsoft.com/office/drawing/2014/main" id="{59009AF5-508B-4515-A6F3-9467296188F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81" name="Group 2280">
                      <a:extLst>
                        <a:ext uri="{FF2B5EF4-FFF2-40B4-BE49-F238E27FC236}">
                          <a16:creationId xmlns:a16="http://schemas.microsoft.com/office/drawing/2014/main" id="{676E2638-35CE-4541-B0FD-485C52F041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97" name="Group 2296">
                        <a:extLst>
                          <a:ext uri="{FF2B5EF4-FFF2-40B4-BE49-F238E27FC236}">
                            <a16:creationId xmlns:a16="http://schemas.microsoft.com/office/drawing/2014/main" id="{054FB563-521A-4D18-A051-8BFE793190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305" name="Group 2304">
                          <a:extLst>
                            <a:ext uri="{FF2B5EF4-FFF2-40B4-BE49-F238E27FC236}">
                              <a16:creationId xmlns:a16="http://schemas.microsoft.com/office/drawing/2014/main" id="{68606CA8-6EEF-4EB9-BDCC-0A16DE6D27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9" name="Rectangle 2308">
                            <a:extLst>
                              <a:ext uri="{FF2B5EF4-FFF2-40B4-BE49-F238E27FC236}">
                                <a16:creationId xmlns:a16="http://schemas.microsoft.com/office/drawing/2014/main" id="{76D30D95-29E9-424A-9259-A6BFE37AEF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00000</a:t>
                            </a:r>
                          </a:p>
                        </p:txBody>
                      </p:sp>
                      <p:sp>
                        <p:nvSpPr>
                          <p:cNvPr id="2310" name="Rectangle 2309">
                            <a:extLst>
                              <a:ext uri="{FF2B5EF4-FFF2-40B4-BE49-F238E27FC236}">
                                <a16:creationId xmlns:a16="http://schemas.microsoft.com/office/drawing/2014/main" id="{8E8953CC-F3A0-4F19-BB7C-4F8346D56D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6" name="Group 2305">
                          <a:extLst>
                            <a:ext uri="{FF2B5EF4-FFF2-40B4-BE49-F238E27FC236}">
                              <a16:creationId xmlns:a16="http://schemas.microsoft.com/office/drawing/2014/main" id="{66DB58A8-D0FB-49F1-8F76-91D940D9B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7" name="Rectangle 2306">
                            <a:extLst>
                              <a:ext uri="{FF2B5EF4-FFF2-40B4-BE49-F238E27FC236}">
                                <a16:creationId xmlns:a16="http://schemas.microsoft.com/office/drawing/2014/main" id="{83B16121-8EA8-4F84-B449-4012B6289C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00010</a:t>
                            </a:r>
                          </a:p>
                        </p:txBody>
                      </p:sp>
                      <p:sp>
                        <p:nvSpPr>
                          <p:cNvPr id="2308" name="Rectangle 2307">
                            <a:extLst>
                              <a:ext uri="{FF2B5EF4-FFF2-40B4-BE49-F238E27FC236}">
                                <a16:creationId xmlns:a16="http://schemas.microsoft.com/office/drawing/2014/main" id="{FE153EDF-2245-4C66-B268-50311257BB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98" name="Group 2297">
                        <a:extLst>
                          <a:ext uri="{FF2B5EF4-FFF2-40B4-BE49-F238E27FC236}">
                            <a16:creationId xmlns:a16="http://schemas.microsoft.com/office/drawing/2014/main" id="{20EE8A99-763D-4EA9-A2CC-65CB0EC800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9" name="Group 2298">
                          <a:extLst>
                            <a:ext uri="{FF2B5EF4-FFF2-40B4-BE49-F238E27FC236}">
                              <a16:creationId xmlns:a16="http://schemas.microsoft.com/office/drawing/2014/main" id="{1F9EC360-0C90-4B8B-9249-D66B183324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3" name="Rectangle 2302">
                            <a:extLst>
                              <a:ext uri="{FF2B5EF4-FFF2-40B4-BE49-F238E27FC236}">
                                <a16:creationId xmlns:a16="http://schemas.microsoft.com/office/drawing/2014/main" id="{5E843800-6AA6-4DE4-B813-05028780C4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00100</a:t>
                            </a:r>
                          </a:p>
                        </p:txBody>
                      </p:sp>
                      <p:sp>
                        <p:nvSpPr>
                          <p:cNvPr id="2304" name="Rectangle 2303">
                            <a:extLst>
                              <a:ext uri="{FF2B5EF4-FFF2-40B4-BE49-F238E27FC236}">
                                <a16:creationId xmlns:a16="http://schemas.microsoft.com/office/drawing/2014/main" id="{4F5F3C47-16D4-421A-9585-66748A7CB8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300" name="Group 2299">
                          <a:extLst>
                            <a:ext uri="{FF2B5EF4-FFF2-40B4-BE49-F238E27FC236}">
                              <a16:creationId xmlns:a16="http://schemas.microsoft.com/office/drawing/2014/main" id="{95A71321-4020-4C0A-8E3E-1EB0F6986E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301" name="Rectangle 2300">
                            <a:extLst>
                              <a:ext uri="{FF2B5EF4-FFF2-40B4-BE49-F238E27FC236}">
                                <a16:creationId xmlns:a16="http://schemas.microsoft.com/office/drawing/2014/main" id="{CAD7950E-5B04-4B85-88E5-D7A31D8935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00110</a:t>
                            </a:r>
                          </a:p>
                        </p:txBody>
                      </p:sp>
                      <p:sp>
                        <p:nvSpPr>
                          <p:cNvPr id="2302" name="Rectangle 2301">
                            <a:extLst>
                              <a:ext uri="{FF2B5EF4-FFF2-40B4-BE49-F238E27FC236}">
                                <a16:creationId xmlns:a16="http://schemas.microsoft.com/office/drawing/2014/main" id="{F7E82D80-69EA-457B-971A-CFA3C07DF2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82" name="Group 2281">
                      <a:extLst>
                        <a:ext uri="{FF2B5EF4-FFF2-40B4-BE49-F238E27FC236}">
                          <a16:creationId xmlns:a16="http://schemas.microsoft.com/office/drawing/2014/main" id="{C20FA022-F312-4715-BD31-20032EAD25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83" name="Group 2282">
                        <a:extLst>
                          <a:ext uri="{FF2B5EF4-FFF2-40B4-BE49-F238E27FC236}">
                            <a16:creationId xmlns:a16="http://schemas.microsoft.com/office/drawing/2014/main" id="{B99C1CCC-C5C8-4186-B995-DBBCF7298E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91" name="Group 2290">
                          <a:extLst>
                            <a:ext uri="{FF2B5EF4-FFF2-40B4-BE49-F238E27FC236}">
                              <a16:creationId xmlns:a16="http://schemas.microsoft.com/office/drawing/2014/main" id="{0DEB45DE-9584-4D8B-B2E3-20298793A3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5" name="Rectangle 2294">
                            <a:extLst>
                              <a:ext uri="{FF2B5EF4-FFF2-40B4-BE49-F238E27FC236}">
                                <a16:creationId xmlns:a16="http://schemas.microsoft.com/office/drawing/2014/main" id="{8F33984E-AF9F-4E4F-8B31-2B804BB140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01000</a:t>
                            </a:r>
                          </a:p>
                        </p:txBody>
                      </p:sp>
                      <p:sp>
                        <p:nvSpPr>
                          <p:cNvPr id="2296" name="Rectangle 2295">
                            <a:extLst>
                              <a:ext uri="{FF2B5EF4-FFF2-40B4-BE49-F238E27FC236}">
                                <a16:creationId xmlns:a16="http://schemas.microsoft.com/office/drawing/2014/main" id="{4C47532E-B555-468C-9FE4-1DE19F782D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92" name="Group 2291">
                          <a:extLst>
                            <a:ext uri="{FF2B5EF4-FFF2-40B4-BE49-F238E27FC236}">
                              <a16:creationId xmlns:a16="http://schemas.microsoft.com/office/drawing/2014/main" id="{89C22B72-F8E2-4371-A137-E2B516D102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93" name="Rectangle 2292">
                            <a:extLst>
                              <a:ext uri="{FF2B5EF4-FFF2-40B4-BE49-F238E27FC236}">
                                <a16:creationId xmlns:a16="http://schemas.microsoft.com/office/drawing/2014/main" id="{6D8D3980-D702-4642-8191-580BBBDB6C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01010</a:t>
                            </a:r>
                          </a:p>
                        </p:txBody>
                      </p:sp>
                      <p:sp>
                        <p:nvSpPr>
                          <p:cNvPr id="2294" name="Rectangle 2293">
                            <a:extLst>
                              <a:ext uri="{FF2B5EF4-FFF2-40B4-BE49-F238E27FC236}">
                                <a16:creationId xmlns:a16="http://schemas.microsoft.com/office/drawing/2014/main" id="{EEE6E24D-2FBC-4530-A55C-62EBDD9CEB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84" name="Group 2283">
                        <a:extLst>
                          <a:ext uri="{FF2B5EF4-FFF2-40B4-BE49-F238E27FC236}">
                            <a16:creationId xmlns:a16="http://schemas.microsoft.com/office/drawing/2014/main" id="{EE22AF0A-ACEB-4CDF-AD04-2D3B27C6DE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85" name="Group 2284">
                          <a:extLst>
                            <a:ext uri="{FF2B5EF4-FFF2-40B4-BE49-F238E27FC236}">
                              <a16:creationId xmlns:a16="http://schemas.microsoft.com/office/drawing/2014/main" id="{793ED23E-D0AF-42EB-B17A-A102B6BF92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9" name="Rectangle 2288">
                            <a:extLst>
                              <a:ext uri="{FF2B5EF4-FFF2-40B4-BE49-F238E27FC236}">
                                <a16:creationId xmlns:a16="http://schemas.microsoft.com/office/drawing/2014/main" id="{0853FD26-9D14-44AB-B30D-76D2B0C143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01100</a:t>
                            </a:r>
                          </a:p>
                        </p:txBody>
                      </p:sp>
                      <p:sp>
                        <p:nvSpPr>
                          <p:cNvPr id="2290" name="Rectangle 2289">
                            <a:extLst>
                              <a:ext uri="{FF2B5EF4-FFF2-40B4-BE49-F238E27FC236}">
                                <a16:creationId xmlns:a16="http://schemas.microsoft.com/office/drawing/2014/main" id="{3F7B4BA3-B4AB-41B3-86DC-04D0EEDE6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86" name="Group 2285">
                          <a:extLst>
                            <a:ext uri="{FF2B5EF4-FFF2-40B4-BE49-F238E27FC236}">
                              <a16:creationId xmlns:a16="http://schemas.microsoft.com/office/drawing/2014/main" id="{A9D778ED-3B47-45C1-BE69-BA14FB2A36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87" name="Rectangle 2286">
                            <a:extLst>
                              <a:ext uri="{FF2B5EF4-FFF2-40B4-BE49-F238E27FC236}">
                                <a16:creationId xmlns:a16="http://schemas.microsoft.com/office/drawing/2014/main" id="{8B5D0EBF-0B3E-4C59-BF20-013AED74E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01110</a:t>
                            </a:r>
                          </a:p>
                        </p:txBody>
                      </p:sp>
                      <p:sp>
                        <p:nvSpPr>
                          <p:cNvPr id="2288" name="Rectangle 2287">
                            <a:extLst>
                              <a:ext uri="{FF2B5EF4-FFF2-40B4-BE49-F238E27FC236}">
                                <a16:creationId xmlns:a16="http://schemas.microsoft.com/office/drawing/2014/main" id="{DBF1EC4B-2752-4E57-96D3-85A0D32B94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01111</a:t>
                            </a:r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2250" name="Group 2249">
                    <a:extLst>
                      <a:ext uri="{FF2B5EF4-FFF2-40B4-BE49-F238E27FC236}">
                        <a16:creationId xmlns:a16="http://schemas.microsoft.com/office/drawing/2014/main" id="{A9C030D4-94FA-412D-8A99-3D738776628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775" y="4207314"/>
                    <a:ext cx="3657600" cy="184994"/>
                    <a:chOff x="2304448" y="3691013"/>
                    <a:chExt cx="7315200" cy="184994"/>
                  </a:xfrm>
                </p:grpSpPr>
                <p:grpSp>
                  <p:nvGrpSpPr>
                    <p:cNvPr id="2251" name="Group 2250">
                      <a:extLst>
                        <a:ext uri="{FF2B5EF4-FFF2-40B4-BE49-F238E27FC236}">
                          <a16:creationId xmlns:a16="http://schemas.microsoft.com/office/drawing/2014/main" id="{9E2B3A05-CADB-4E4D-AE40-0CB980DDDB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44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67" name="Group 2266">
                        <a:extLst>
                          <a:ext uri="{FF2B5EF4-FFF2-40B4-BE49-F238E27FC236}">
                            <a16:creationId xmlns:a16="http://schemas.microsoft.com/office/drawing/2014/main" id="{A7B97132-CB1B-4349-A81D-C40E71A95B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75" name="Group 2274">
                          <a:extLst>
                            <a:ext uri="{FF2B5EF4-FFF2-40B4-BE49-F238E27FC236}">
                              <a16:creationId xmlns:a16="http://schemas.microsoft.com/office/drawing/2014/main" id="{FA40B903-188F-42AC-BB3A-953FDBDFCB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9" name="Rectangle 2278">
                            <a:extLst>
                              <a:ext uri="{FF2B5EF4-FFF2-40B4-BE49-F238E27FC236}">
                                <a16:creationId xmlns:a16="http://schemas.microsoft.com/office/drawing/2014/main" id="{344B3784-6D4D-468E-9B0C-6F4AE1A41A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10000</a:t>
                            </a:r>
                          </a:p>
                        </p:txBody>
                      </p:sp>
                      <p:sp>
                        <p:nvSpPr>
                          <p:cNvPr id="2280" name="Rectangle 2279">
                            <a:extLst>
                              <a:ext uri="{FF2B5EF4-FFF2-40B4-BE49-F238E27FC236}">
                                <a16:creationId xmlns:a16="http://schemas.microsoft.com/office/drawing/2014/main" id="{75D696B5-230D-4FCF-AFE1-53726B61B1D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6" name="Group 2275">
                          <a:extLst>
                            <a:ext uri="{FF2B5EF4-FFF2-40B4-BE49-F238E27FC236}">
                              <a16:creationId xmlns:a16="http://schemas.microsoft.com/office/drawing/2014/main" id="{ECEC22BD-9441-49F6-8346-7CB8153553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7" name="Rectangle 2276">
                            <a:extLst>
                              <a:ext uri="{FF2B5EF4-FFF2-40B4-BE49-F238E27FC236}">
                                <a16:creationId xmlns:a16="http://schemas.microsoft.com/office/drawing/2014/main" id="{A1CFDF04-CF6D-4987-8EE3-8861D97912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10010</a:t>
                            </a:r>
                          </a:p>
                        </p:txBody>
                      </p:sp>
                      <p:sp>
                        <p:nvSpPr>
                          <p:cNvPr id="2278" name="Rectangle 2277">
                            <a:extLst>
                              <a:ext uri="{FF2B5EF4-FFF2-40B4-BE49-F238E27FC236}">
                                <a16:creationId xmlns:a16="http://schemas.microsoft.com/office/drawing/2014/main" id="{1F7E3A18-76F8-4883-9A71-14FFA8FF9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68" name="Group 2267">
                        <a:extLst>
                          <a:ext uri="{FF2B5EF4-FFF2-40B4-BE49-F238E27FC236}">
                            <a16:creationId xmlns:a16="http://schemas.microsoft.com/office/drawing/2014/main" id="{049349DF-9470-42EA-803E-93133907E50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9" name="Group 2268">
                          <a:extLst>
                            <a:ext uri="{FF2B5EF4-FFF2-40B4-BE49-F238E27FC236}">
                              <a16:creationId xmlns:a16="http://schemas.microsoft.com/office/drawing/2014/main" id="{6CE35512-36E0-4018-B740-6369B87F6B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3" name="Rectangle 2272">
                            <a:extLst>
                              <a:ext uri="{FF2B5EF4-FFF2-40B4-BE49-F238E27FC236}">
                                <a16:creationId xmlns:a16="http://schemas.microsoft.com/office/drawing/2014/main" id="{1FD41CD4-FA66-4969-BF71-268D432071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10100</a:t>
                            </a:r>
                          </a:p>
                        </p:txBody>
                      </p:sp>
                      <p:sp>
                        <p:nvSpPr>
                          <p:cNvPr id="2274" name="Rectangle 2273">
                            <a:extLst>
                              <a:ext uri="{FF2B5EF4-FFF2-40B4-BE49-F238E27FC236}">
                                <a16:creationId xmlns:a16="http://schemas.microsoft.com/office/drawing/2014/main" id="{174F83D1-D586-4CBD-A04A-FE1BD4C8C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70" name="Group 2269">
                          <a:extLst>
                            <a:ext uri="{FF2B5EF4-FFF2-40B4-BE49-F238E27FC236}">
                              <a16:creationId xmlns:a16="http://schemas.microsoft.com/office/drawing/2014/main" id="{3EAA2926-152C-4D32-9C35-B457E5E37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71" name="Rectangle 2270">
                            <a:extLst>
                              <a:ext uri="{FF2B5EF4-FFF2-40B4-BE49-F238E27FC236}">
                                <a16:creationId xmlns:a16="http://schemas.microsoft.com/office/drawing/2014/main" id="{7E43C8C7-BFC6-4FDD-9536-DAFF9BA826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10110</a:t>
                            </a:r>
                          </a:p>
                        </p:txBody>
                      </p:sp>
                      <p:sp>
                        <p:nvSpPr>
                          <p:cNvPr id="2272" name="Rectangle 2271">
                            <a:extLst>
                              <a:ext uri="{FF2B5EF4-FFF2-40B4-BE49-F238E27FC236}">
                                <a16:creationId xmlns:a16="http://schemas.microsoft.com/office/drawing/2014/main" id="{F39471EC-0BC4-4DC2-9FA0-1FC012BEDF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10111</a:t>
                            </a:r>
                          </a:p>
                        </p:txBody>
                      </p:sp>
                    </p:grpSp>
                  </p:grpSp>
                </p:grpSp>
                <p:grpSp>
                  <p:nvGrpSpPr>
                    <p:cNvPr id="2252" name="Group 2251">
                      <a:extLst>
                        <a:ext uri="{FF2B5EF4-FFF2-40B4-BE49-F238E27FC236}">
                          <a16:creationId xmlns:a16="http://schemas.microsoft.com/office/drawing/2014/main" id="{61F60105-FD5A-4E1F-8470-7E164DB1579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2048" y="3691013"/>
                      <a:ext cx="3657600" cy="184994"/>
                      <a:chOff x="2304448" y="3431542"/>
                      <a:chExt cx="7315200" cy="184994"/>
                    </a:xfrm>
                  </p:grpSpPr>
                  <p:grpSp>
                    <p:nvGrpSpPr>
                      <p:cNvPr id="2253" name="Group 2252">
                        <a:extLst>
                          <a:ext uri="{FF2B5EF4-FFF2-40B4-BE49-F238E27FC236}">
                            <a16:creationId xmlns:a16="http://schemas.microsoft.com/office/drawing/2014/main" id="{B68EB44E-E4EA-4669-A7D3-5CAB4ECDAB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61" name="Group 2260">
                          <a:extLst>
                            <a:ext uri="{FF2B5EF4-FFF2-40B4-BE49-F238E27FC236}">
                              <a16:creationId xmlns:a16="http://schemas.microsoft.com/office/drawing/2014/main" id="{F929793F-00B6-428A-A3B2-FB8DDEB774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5" name="Rectangle 2264">
                            <a:extLst>
                              <a:ext uri="{FF2B5EF4-FFF2-40B4-BE49-F238E27FC236}">
                                <a16:creationId xmlns:a16="http://schemas.microsoft.com/office/drawing/2014/main" id="{80CE5D02-CF61-413E-AD95-FF984BD3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11000</a:t>
                            </a:r>
                          </a:p>
                        </p:txBody>
                      </p:sp>
                      <p:sp>
                        <p:nvSpPr>
                          <p:cNvPr id="2266" name="Rectangle 2265">
                            <a:extLst>
                              <a:ext uri="{FF2B5EF4-FFF2-40B4-BE49-F238E27FC236}">
                                <a16:creationId xmlns:a16="http://schemas.microsoft.com/office/drawing/2014/main" id="{BE607879-AD08-4627-A5F1-0273660BAB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11001</a:t>
                            </a:r>
                          </a:p>
                        </p:txBody>
                      </p:sp>
                    </p:grpSp>
                    <p:grpSp>
                      <p:nvGrpSpPr>
                        <p:cNvPr id="2262" name="Group 2261">
                          <a:extLst>
                            <a:ext uri="{FF2B5EF4-FFF2-40B4-BE49-F238E27FC236}">
                              <a16:creationId xmlns:a16="http://schemas.microsoft.com/office/drawing/2014/main" id="{9E533CA3-B709-4B27-B58C-EC8535D1D8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63" name="Rectangle 2262">
                            <a:extLst>
                              <a:ext uri="{FF2B5EF4-FFF2-40B4-BE49-F238E27FC236}">
                                <a16:creationId xmlns:a16="http://schemas.microsoft.com/office/drawing/2014/main" id="{4F9C69FD-C9FB-4893-8513-25A6804DA4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11010</a:t>
                            </a:r>
                          </a:p>
                        </p:txBody>
                      </p:sp>
                      <p:sp>
                        <p:nvSpPr>
                          <p:cNvPr id="2264" name="Rectangle 2263">
                            <a:extLst>
                              <a:ext uri="{FF2B5EF4-FFF2-40B4-BE49-F238E27FC236}">
                                <a16:creationId xmlns:a16="http://schemas.microsoft.com/office/drawing/2014/main" id="{7DA3B86C-83B7-44D1-A132-66EF24000E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11011</a:t>
                            </a:r>
                          </a:p>
                        </p:txBody>
                      </p:sp>
                    </p:grpSp>
                  </p:grpSp>
                  <p:grpSp>
                    <p:nvGrpSpPr>
                      <p:cNvPr id="2254" name="Group 2253">
                        <a:extLst>
                          <a:ext uri="{FF2B5EF4-FFF2-40B4-BE49-F238E27FC236}">
                            <a16:creationId xmlns:a16="http://schemas.microsoft.com/office/drawing/2014/main" id="{D57B5376-D1CF-4E7E-AFBE-636BE2D95E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431542"/>
                        <a:ext cx="3657600" cy="184994"/>
                        <a:chOff x="2304448" y="3173834"/>
                        <a:chExt cx="7315602" cy="184994"/>
                      </a:xfrm>
                    </p:grpSpPr>
                    <p:grpSp>
                      <p:nvGrpSpPr>
                        <p:cNvPr id="2255" name="Group 2254">
                          <a:extLst>
                            <a:ext uri="{FF2B5EF4-FFF2-40B4-BE49-F238E27FC236}">
                              <a16:creationId xmlns:a16="http://schemas.microsoft.com/office/drawing/2014/main" id="{93F590FA-EFA8-4463-824C-7E17C69175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9" name="Rectangle 2258">
                            <a:extLst>
                              <a:ext uri="{FF2B5EF4-FFF2-40B4-BE49-F238E27FC236}">
                                <a16:creationId xmlns:a16="http://schemas.microsoft.com/office/drawing/2014/main" id="{A03303C2-A6D7-4610-8533-B7246C7EC0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11100</a:t>
                            </a:r>
                          </a:p>
                        </p:txBody>
                      </p:sp>
                      <p:sp>
                        <p:nvSpPr>
                          <p:cNvPr id="2260" name="Rectangle 2259">
                            <a:extLst>
                              <a:ext uri="{FF2B5EF4-FFF2-40B4-BE49-F238E27FC236}">
                                <a16:creationId xmlns:a16="http://schemas.microsoft.com/office/drawing/2014/main" id="{C9DF82B8-FA82-408F-B5CD-9042314D38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11101</a:t>
                            </a:r>
                          </a:p>
                        </p:txBody>
                      </p:sp>
                    </p:grpSp>
                    <p:grpSp>
                      <p:nvGrpSpPr>
                        <p:cNvPr id="2256" name="Group 2255">
                          <a:extLst>
                            <a:ext uri="{FF2B5EF4-FFF2-40B4-BE49-F238E27FC236}">
                              <a16:creationId xmlns:a16="http://schemas.microsoft.com/office/drawing/2014/main" id="{70D0F7C3-04BD-4A64-80AF-934586E165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450" y="3173834"/>
                          <a:ext cx="3657600" cy="184994"/>
                          <a:chOff x="2304448" y="2914344"/>
                          <a:chExt cx="7315200" cy="184994"/>
                        </a:xfrm>
                      </p:grpSpPr>
                      <p:sp>
                        <p:nvSpPr>
                          <p:cNvPr id="2257" name="Rectangle 2256">
                            <a:extLst>
                              <a:ext uri="{FF2B5EF4-FFF2-40B4-BE49-F238E27FC236}">
                                <a16:creationId xmlns:a16="http://schemas.microsoft.com/office/drawing/2014/main" id="{A9F571DD-47D3-4987-97C4-DCA726242D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3044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11110</a:t>
                            </a:r>
                          </a:p>
                        </p:txBody>
                      </p:sp>
                      <p:sp>
                        <p:nvSpPr>
                          <p:cNvPr id="2258" name="Rectangle 2257">
                            <a:extLst>
                              <a:ext uri="{FF2B5EF4-FFF2-40B4-BE49-F238E27FC236}">
                                <a16:creationId xmlns:a16="http://schemas.microsoft.com/office/drawing/2014/main" id="{6361343A-31E7-47AE-AAEF-E534DF1FD9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5962048" y="2914344"/>
                            <a:ext cx="3657600" cy="184994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635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0" rIns="0" rtlCol="0" anchor="ctr"/>
                          <a:lstStyle/>
                          <a:p>
                            <a:pPr algn="ctr"/>
                            <a:r>
                              <a:rPr lang="en-US" sz="100" dirty="0">
                                <a:solidFill>
                                  <a:schemeClr val="tx1"/>
                                </a:solidFill>
                                <a:latin typeface="Segoe Condensed" panose="020B0606040200020203" pitchFamily="34" charset="0"/>
                              </a:rPr>
                              <a:t>11111</a:t>
                            </a:r>
                          </a:p>
                        </p:txBody>
                      </p:sp>
                    </p:grpSp>
                  </p:grpSp>
                </p:grpSp>
              </p:grpSp>
            </p:grpSp>
          </p:grpSp>
        </p:grpSp>
      </p:grpSp>
      <p:graphicFrame>
        <p:nvGraphicFramePr>
          <p:cNvPr id="2753" name="Table 24">
            <a:extLst>
              <a:ext uri="{FF2B5EF4-FFF2-40B4-BE49-F238E27FC236}">
                <a16:creationId xmlns:a16="http://schemas.microsoft.com/office/drawing/2014/main" id="{BC30DE61-8867-4A18-98CC-686B3068FA13}"/>
              </a:ext>
            </a:extLst>
          </p:cNvPr>
          <p:cNvGraphicFramePr>
            <a:graphicFrameLocks noGrp="1"/>
          </p:cNvGraphicFramePr>
          <p:nvPr/>
        </p:nvGraphicFramePr>
        <p:xfrm>
          <a:off x="9363142" y="2391981"/>
          <a:ext cx="2899440" cy="3372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11">
                  <a:extLst>
                    <a:ext uri="{9D8B030D-6E8A-4147-A177-3AD203B41FA5}">
                      <a16:colId xmlns:a16="http://schemas.microsoft.com/office/drawing/2014/main" val="659352972"/>
                    </a:ext>
                  </a:extLst>
                </a:gridCol>
                <a:gridCol w="795131">
                  <a:extLst>
                    <a:ext uri="{9D8B030D-6E8A-4147-A177-3AD203B41FA5}">
                      <a16:colId xmlns:a16="http://schemas.microsoft.com/office/drawing/2014/main" val="3612431079"/>
                    </a:ext>
                  </a:extLst>
                </a:gridCol>
                <a:gridCol w="882595">
                  <a:extLst>
                    <a:ext uri="{9D8B030D-6E8A-4147-A177-3AD203B41FA5}">
                      <a16:colId xmlns:a16="http://schemas.microsoft.com/office/drawing/2014/main" val="3662561184"/>
                    </a:ext>
                  </a:extLst>
                </a:gridCol>
                <a:gridCol w="876703">
                  <a:extLst>
                    <a:ext uri="{9D8B030D-6E8A-4147-A177-3AD203B41FA5}">
                      <a16:colId xmlns:a16="http://schemas.microsoft.com/office/drawing/2014/main" val="2826541462"/>
                    </a:ext>
                  </a:extLst>
                </a:gridCol>
              </a:tblGrid>
              <a:tr h="280032"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Bits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Duty Cycle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Voltage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Resolution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Minimum Required </a:t>
                      </a:r>
                      <a:b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</a:b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Clock* with PWM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freq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  <a:latin typeface="Segoe Condensed" panose="020B0606040200020203" pitchFamily="34" charset="0"/>
                        </a:rPr>
                        <a:t>=1MHz</a:t>
                      </a:r>
                    </a:p>
                  </a:txBody>
                  <a:tcPr marT="9144" marB="9144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38886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50%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Fixed at 1.65V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 MHz</a:t>
                      </a:r>
                    </a:p>
                  </a:txBody>
                  <a:tcPr marT="54864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490020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825 mV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755478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12.5%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kern="1200" dirty="0">
                          <a:solidFill>
                            <a:schemeClr val="dk1"/>
                          </a:solidFill>
                          <a:latin typeface="Segoe Condensed" panose="020B0606040200020203" pitchFamily="34" charset="0"/>
                          <a:ea typeface="+mn-ea"/>
                          <a:cs typeface="+mn-cs"/>
                        </a:rPr>
                        <a:t>412.5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378643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4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206.25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435326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3.125%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103.13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750482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1.5625%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51.56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64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26725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7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0.78125%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25.78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128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9648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8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0.39063%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12.89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256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085537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9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0.19531%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6.45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512 MHz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698035"/>
                  </a:ext>
                </a:extLst>
              </a:tr>
              <a:tr h="176316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15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0.00305%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0.101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32.768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0755809"/>
                  </a:ext>
                </a:extLst>
              </a:tr>
              <a:tr h="126910"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16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0.00153%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Condensed" panose="020B0606040200020203" pitchFamily="34" charset="0"/>
                        </a:rPr>
                        <a:t>0.0504 mV</a:t>
                      </a:r>
                    </a:p>
                  </a:txBody>
                  <a:tcPr marT="54864" anchor="ctr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Segoe Condensed" panose="020B0606040200020203" pitchFamily="34" charset="0"/>
                        </a:rPr>
                        <a:t>65.536 GHz</a:t>
                      </a:r>
                    </a:p>
                  </a:txBody>
                  <a:tcPr marT="54864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3543077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D8B07753-0192-4BAE-87F9-E4C7D826CCF4}"/>
              </a:ext>
            </a:extLst>
          </p:cNvPr>
          <p:cNvSpPr/>
          <p:nvPr/>
        </p:nvSpPr>
        <p:spPr>
          <a:xfrm>
            <a:off x="9255454" y="5259723"/>
            <a:ext cx="3281295" cy="2346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BEC913-D150-4934-A0F4-B2FC2EC56CA3}"/>
              </a:ext>
            </a:extLst>
          </p:cNvPr>
          <p:cNvSpPr txBox="1"/>
          <p:nvPr/>
        </p:nvSpPr>
        <p:spPr>
          <a:xfrm>
            <a:off x="10048657" y="5804636"/>
            <a:ext cx="38577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*Min clock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= PWM 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freq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 * 2 </a:t>
            </a:r>
            <a:r>
              <a:rPr lang="en-US" sz="1100" baseline="30000" dirty="0">
                <a:solidFill>
                  <a:schemeClr val="bg1">
                    <a:lumMod val="50000"/>
                  </a:schemeClr>
                </a:solidFill>
                <a:latin typeface="Segoe Condensed" panose="020B0606040200020203" pitchFamily="34" charset="0"/>
              </a:rPr>
              <a:t>resolution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Segoe Condensed" panose="020B0606040200020203" pitchFamily="34" charset="0"/>
            </a:endParaRPr>
          </a:p>
        </p:txBody>
      </p:sp>
      <p:sp>
        <p:nvSpPr>
          <p:cNvPr id="2755" name="TextBox 2754">
            <a:extLst>
              <a:ext uri="{FF2B5EF4-FFF2-40B4-BE49-F238E27FC236}">
                <a16:creationId xmlns:a16="http://schemas.microsoft.com/office/drawing/2014/main" id="{917DF668-44EE-45F3-B07C-A597DBE976F8}"/>
              </a:ext>
            </a:extLst>
          </p:cNvPr>
          <p:cNvSpPr txBox="1"/>
          <p:nvPr/>
        </p:nvSpPr>
        <p:spPr>
          <a:xfrm>
            <a:off x="2483" y="5500125"/>
            <a:ext cx="2002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Segoe Condensed" panose="020B0606040200020203" pitchFamily="34" charset="0"/>
              </a:rPr>
              <a:t>PWM resolution </a:t>
            </a:r>
            <a:r>
              <a:rPr lang="en-US" sz="1400" dirty="0">
                <a:solidFill>
                  <a:schemeClr val="bg1"/>
                </a:solidFill>
                <a:latin typeface="Segoe Condensed" panose="020B0606040200020203" pitchFamily="34" charset="0"/>
              </a:rPr>
              <a:t>= </a:t>
            </a:r>
            <a:r>
              <a:rPr lang="en-US" sz="1400" dirty="0">
                <a:latin typeface="Segoe Condensed" panose="020B0606040200020203" pitchFamily="34" charset="0"/>
              </a:rPr>
              <a:t>16 bits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DB001BB-EF58-4A1A-9309-8C51672ADCF2}"/>
              </a:ext>
            </a:extLst>
          </p:cNvPr>
          <p:cNvGrpSpPr/>
          <p:nvPr/>
        </p:nvGrpSpPr>
        <p:grpSpPr>
          <a:xfrm>
            <a:off x="2002310" y="5534053"/>
            <a:ext cx="3657600" cy="184994"/>
            <a:chOff x="1996754" y="5534053"/>
            <a:chExt cx="7315200" cy="184994"/>
          </a:xfrm>
        </p:grpSpPr>
        <p:grpSp>
          <p:nvGrpSpPr>
            <p:cNvPr id="2756" name="Group 2755">
              <a:extLst>
                <a:ext uri="{FF2B5EF4-FFF2-40B4-BE49-F238E27FC236}">
                  <a16:creationId xmlns:a16="http://schemas.microsoft.com/office/drawing/2014/main" id="{68F6B70B-E60B-4DF0-B101-361EA287270F}"/>
                </a:ext>
              </a:extLst>
            </p:cNvPr>
            <p:cNvGrpSpPr/>
            <p:nvPr/>
          </p:nvGrpSpPr>
          <p:grpSpPr>
            <a:xfrm>
              <a:off x="19967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2757" name="Group 2756">
                <a:extLst>
                  <a:ext uri="{FF2B5EF4-FFF2-40B4-BE49-F238E27FC236}">
                    <a16:creationId xmlns:a16="http://schemas.microsoft.com/office/drawing/2014/main" id="{BFDB5E9D-7989-48FF-8F5E-B2C04618F8FA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013" name="Group 3012">
                  <a:extLst>
                    <a:ext uri="{FF2B5EF4-FFF2-40B4-BE49-F238E27FC236}">
                      <a16:creationId xmlns:a16="http://schemas.microsoft.com/office/drawing/2014/main" id="{CA3FD4DE-F0F5-4A6E-9FCB-A1E245F2AE8F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141" name="Group 3140">
                    <a:extLst>
                      <a:ext uri="{FF2B5EF4-FFF2-40B4-BE49-F238E27FC236}">
                        <a16:creationId xmlns:a16="http://schemas.microsoft.com/office/drawing/2014/main" id="{37E9C668-8DAC-492A-93F4-37434B2ADB92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205" name="Group 3204">
                      <a:extLst>
                        <a:ext uri="{FF2B5EF4-FFF2-40B4-BE49-F238E27FC236}">
                          <a16:creationId xmlns:a16="http://schemas.microsoft.com/office/drawing/2014/main" id="{8AE8F024-8417-48E7-BDA2-04AF36E5D6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37" name="Group 3236">
                        <a:extLst>
                          <a:ext uri="{FF2B5EF4-FFF2-40B4-BE49-F238E27FC236}">
                            <a16:creationId xmlns:a16="http://schemas.microsoft.com/office/drawing/2014/main" id="{47A0388B-FD24-418D-ACCF-7B469BEB93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53" name="Group 3252">
                          <a:extLst>
                            <a:ext uri="{FF2B5EF4-FFF2-40B4-BE49-F238E27FC236}">
                              <a16:creationId xmlns:a16="http://schemas.microsoft.com/office/drawing/2014/main" id="{DF76B7A7-8035-46F2-AC11-5C16FF7D2F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61" name="Group 3260">
                            <a:extLst>
                              <a:ext uri="{FF2B5EF4-FFF2-40B4-BE49-F238E27FC236}">
                                <a16:creationId xmlns:a16="http://schemas.microsoft.com/office/drawing/2014/main" id="{7A00CCBB-F072-4F56-97C6-ECCE4BA029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65" name="Rectangle 3264">
                              <a:extLst>
                                <a:ext uri="{FF2B5EF4-FFF2-40B4-BE49-F238E27FC236}">
                                  <a16:creationId xmlns:a16="http://schemas.microsoft.com/office/drawing/2014/main" id="{86F0973C-0D56-4C2F-B02F-5B21FF7B46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266" name="Rectangle 3265">
                              <a:extLst>
                                <a:ext uri="{FF2B5EF4-FFF2-40B4-BE49-F238E27FC236}">
                                  <a16:creationId xmlns:a16="http://schemas.microsoft.com/office/drawing/2014/main" id="{323D4625-DBC0-40C5-B9D6-8CDEFC65A2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62" name="Group 3261">
                            <a:extLst>
                              <a:ext uri="{FF2B5EF4-FFF2-40B4-BE49-F238E27FC236}">
                                <a16:creationId xmlns:a16="http://schemas.microsoft.com/office/drawing/2014/main" id="{EDB9CB84-F374-458F-B273-28338E5161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63" name="Rectangle 3262">
                              <a:extLst>
                                <a:ext uri="{FF2B5EF4-FFF2-40B4-BE49-F238E27FC236}">
                                  <a16:creationId xmlns:a16="http://schemas.microsoft.com/office/drawing/2014/main" id="{5256AC3B-1796-42B6-8A4B-3944E39576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264" name="Rectangle 3263">
                              <a:extLst>
                                <a:ext uri="{FF2B5EF4-FFF2-40B4-BE49-F238E27FC236}">
                                  <a16:creationId xmlns:a16="http://schemas.microsoft.com/office/drawing/2014/main" id="{3C339506-EB74-445E-B8C4-B4DE41851B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54" name="Group 3253">
                          <a:extLst>
                            <a:ext uri="{FF2B5EF4-FFF2-40B4-BE49-F238E27FC236}">
                              <a16:creationId xmlns:a16="http://schemas.microsoft.com/office/drawing/2014/main" id="{24306B2E-3B21-4CC1-9566-26B6EB2939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55" name="Group 3254">
                            <a:extLst>
                              <a:ext uri="{FF2B5EF4-FFF2-40B4-BE49-F238E27FC236}">
                                <a16:creationId xmlns:a16="http://schemas.microsoft.com/office/drawing/2014/main" id="{B0FE8433-318F-4333-81D5-24C6E267D7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9" name="Rectangle 3258">
                              <a:extLst>
                                <a:ext uri="{FF2B5EF4-FFF2-40B4-BE49-F238E27FC236}">
                                  <a16:creationId xmlns:a16="http://schemas.microsoft.com/office/drawing/2014/main" id="{EEC71C22-1313-4039-A57A-0A672EEF01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260" name="Rectangle 3259">
                              <a:extLst>
                                <a:ext uri="{FF2B5EF4-FFF2-40B4-BE49-F238E27FC236}">
                                  <a16:creationId xmlns:a16="http://schemas.microsoft.com/office/drawing/2014/main" id="{78C06EF8-8132-43D8-9C7B-A8539F982B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56" name="Group 3255">
                            <a:extLst>
                              <a:ext uri="{FF2B5EF4-FFF2-40B4-BE49-F238E27FC236}">
                                <a16:creationId xmlns:a16="http://schemas.microsoft.com/office/drawing/2014/main" id="{28EA4E48-52B8-4771-89D4-296F7245D5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7" name="Rectangle 3256">
                              <a:extLst>
                                <a:ext uri="{FF2B5EF4-FFF2-40B4-BE49-F238E27FC236}">
                                  <a16:creationId xmlns:a16="http://schemas.microsoft.com/office/drawing/2014/main" id="{8A472BD0-24E0-4EB7-A142-68F7971B7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258" name="Rectangle 3257">
                              <a:extLst>
                                <a:ext uri="{FF2B5EF4-FFF2-40B4-BE49-F238E27FC236}">
                                  <a16:creationId xmlns:a16="http://schemas.microsoft.com/office/drawing/2014/main" id="{7FA8AB63-DDDA-40EB-9802-1753F4993E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38" name="Group 3237">
                        <a:extLst>
                          <a:ext uri="{FF2B5EF4-FFF2-40B4-BE49-F238E27FC236}">
                            <a16:creationId xmlns:a16="http://schemas.microsoft.com/office/drawing/2014/main" id="{CCC9D6C9-B76F-498D-ACAB-06A71E664D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39" name="Group 3238">
                          <a:extLst>
                            <a:ext uri="{FF2B5EF4-FFF2-40B4-BE49-F238E27FC236}">
                              <a16:creationId xmlns:a16="http://schemas.microsoft.com/office/drawing/2014/main" id="{05AB41B3-E521-4046-A513-F1224F60CA4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47" name="Group 3246">
                            <a:extLst>
                              <a:ext uri="{FF2B5EF4-FFF2-40B4-BE49-F238E27FC236}">
                                <a16:creationId xmlns:a16="http://schemas.microsoft.com/office/drawing/2014/main" id="{9D97BD19-0F4D-4ADF-AC22-2B7D9E3A27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51" name="Rectangle 3250">
                              <a:extLst>
                                <a:ext uri="{FF2B5EF4-FFF2-40B4-BE49-F238E27FC236}">
                                  <a16:creationId xmlns:a16="http://schemas.microsoft.com/office/drawing/2014/main" id="{E2554B0A-FAB1-4967-B4F2-26AB92545C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252" name="Rectangle 3251">
                              <a:extLst>
                                <a:ext uri="{FF2B5EF4-FFF2-40B4-BE49-F238E27FC236}">
                                  <a16:creationId xmlns:a16="http://schemas.microsoft.com/office/drawing/2014/main" id="{FC18FB66-562B-4E5F-B3B1-9BCC68776A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48" name="Group 3247">
                            <a:extLst>
                              <a:ext uri="{FF2B5EF4-FFF2-40B4-BE49-F238E27FC236}">
                                <a16:creationId xmlns:a16="http://schemas.microsoft.com/office/drawing/2014/main" id="{5532F8E9-0A5E-4D70-A37B-BAE1F05B27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9" name="Rectangle 3248">
                              <a:extLst>
                                <a:ext uri="{FF2B5EF4-FFF2-40B4-BE49-F238E27FC236}">
                                  <a16:creationId xmlns:a16="http://schemas.microsoft.com/office/drawing/2014/main" id="{36A6B061-82F8-4432-B1B5-6CC7ADF7A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250" name="Rectangle 3249">
                              <a:extLst>
                                <a:ext uri="{FF2B5EF4-FFF2-40B4-BE49-F238E27FC236}">
                                  <a16:creationId xmlns:a16="http://schemas.microsoft.com/office/drawing/2014/main" id="{00D3549E-38F6-4297-BD61-39820A2C18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40" name="Group 3239">
                          <a:extLst>
                            <a:ext uri="{FF2B5EF4-FFF2-40B4-BE49-F238E27FC236}">
                              <a16:creationId xmlns:a16="http://schemas.microsoft.com/office/drawing/2014/main" id="{73AD9F68-2390-4B35-BAAA-F0A8C8FF50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41" name="Group 3240">
                            <a:extLst>
                              <a:ext uri="{FF2B5EF4-FFF2-40B4-BE49-F238E27FC236}">
                                <a16:creationId xmlns:a16="http://schemas.microsoft.com/office/drawing/2014/main" id="{003884B6-193F-40E7-BDC1-805B205707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5" name="Rectangle 3244">
                              <a:extLst>
                                <a:ext uri="{FF2B5EF4-FFF2-40B4-BE49-F238E27FC236}">
                                  <a16:creationId xmlns:a16="http://schemas.microsoft.com/office/drawing/2014/main" id="{7BF9D352-5D6F-40D9-BCFD-13B90C61A0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246" name="Rectangle 3245">
                              <a:extLst>
                                <a:ext uri="{FF2B5EF4-FFF2-40B4-BE49-F238E27FC236}">
                                  <a16:creationId xmlns:a16="http://schemas.microsoft.com/office/drawing/2014/main" id="{57F8B945-A39D-46EC-A229-FCB1788E44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42" name="Group 3241">
                            <a:extLst>
                              <a:ext uri="{FF2B5EF4-FFF2-40B4-BE49-F238E27FC236}">
                                <a16:creationId xmlns:a16="http://schemas.microsoft.com/office/drawing/2014/main" id="{CD6C6E89-ABED-4168-934C-F41BB19DE3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43" name="Rectangle 3242">
                              <a:extLst>
                                <a:ext uri="{FF2B5EF4-FFF2-40B4-BE49-F238E27FC236}">
                                  <a16:creationId xmlns:a16="http://schemas.microsoft.com/office/drawing/2014/main" id="{2D6C130B-2C83-4E23-81E4-E1FF0F6B70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244" name="Rectangle 3243">
                              <a:extLst>
                                <a:ext uri="{FF2B5EF4-FFF2-40B4-BE49-F238E27FC236}">
                                  <a16:creationId xmlns:a16="http://schemas.microsoft.com/office/drawing/2014/main" id="{99CA2739-8FBC-499C-9E0B-6F282E1A8E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206" name="Group 3205">
                      <a:extLst>
                        <a:ext uri="{FF2B5EF4-FFF2-40B4-BE49-F238E27FC236}">
                          <a16:creationId xmlns:a16="http://schemas.microsoft.com/office/drawing/2014/main" id="{9450ECA0-13A1-408F-BA6B-9F487039CC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07" name="Group 3206">
                        <a:extLst>
                          <a:ext uri="{FF2B5EF4-FFF2-40B4-BE49-F238E27FC236}">
                            <a16:creationId xmlns:a16="http://schemas.microsoft.com/office/drawing/2014/main" id="{000ECA63-71FA-4B92-9F1B-43BE212C6A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23" name="Group 3222">
                          <a:extLst>
                            <a:ext uri="{FF2B5EF4-FFF2-40B4-BE49-F238E27FC236}">
                              <a16:creationId xmlns:a16="http://schemas.microsoft.com/office/drawing/2014/main" id="{58E99FB2-848E-4E95-94E9-EB27E8215E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31" name="Group 3230">
                            <a:extLst>
                              <a:ext uri="{FF2B5EF4-FFF2-40B4-BE49-F238E27FC236}">
                                <a16:creationId xmlns:a16="http://schemas.microsoft.com/office/drawing/2014/main" id="{086AE811-DC6F-4B5F-BB56-632B01B649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35" name="Rectangle 3234">
                              <a:extLst>
                                <a:ext uri="{FF2B5EF4-FFF2-40B4-BE49-F238E27FC236}">
                                  <a16:creationId xmlns:a16="http://schemas.microsoft.com/office/drawing/2014/main" id="{A1DDFF27-B102-47C7-88E4-79E524DAD9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236" name="Rectangle 3235">
                              <a:extLst>
                                <a:ext uri="{FF2B5EF4-FFF2-40B4-BE49-F238E27FC236}">
                                  <a16:creationId xmlns:a16="http://schemas.microsoft.com/office/drawing/2014/main" id="{5B229DC8-7B1F-4519-A15E-B7B31CF79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32" name="Group 3231">
                            <a:extLst>
                              <a:ext uri="{FF2B5EF4-FFF2-40B4-BE49-F238E27FC236}">
                                <a16:creationId xmlns:a16="http://schemas.microsoft.com/office/drawing/2014/main" id="{AD85C37C-E91C-4B57-B917-D17D08E65C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33" name="Rectangle 3232">
                              <a:extLst>
                                <a:ext uri="{FF2B5EF4-FFF2-40B4-BE49-F238E27FC236}">
                                  <a16:creationId xmlns:a16="http://schemas.microsoft.com/office/drawing/2014/main" id="{E67592E8-C9CA-43E5-B719-772A50CD6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234" name="Rectangle 3233">
                              <a:extLst>
                                <a:ext uri="{FF2B5EF4-FFF2-40B4-BE49-F238E27FC236}">
                                  <a16:creationId xmlns:a16="http://schemas.microsoft.com/office/drawing/2014/main" id="{1F3C0F4C-6F12-4539-8CED-2E8883CF9E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24" name="Group 3223">
                          <a:extLst>
                            <a:ext uri="{FF2B5EF4-FFF2-40B4-BE49-F238E27FC236}">
                              <a16:creationId xmlns:a16="http://schemas.microsoft.com/office/drawing/2014/main" id="{0F04CA35-C24F-4EC8-9219-5EA6CFCD94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25" name="Group 3224">
                            <a:extLst>
                              <a:ext uri="{FF2B5EF4-FFF2-40B4-BE49-F238E27FC236}">
                                <a16:creationId xmlns:a16="http://schemas.microsoft.com/office/drawing/2014/main" id="{92116FC5-AD12-45F0-863B-72363888E2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9" name="Rectangle 3228">
                              <a:extLst>
                                <a:ext uri="{FF2B5EF4-FFF2-40B4-BE49-F238E27FC236}">
                                  <a16:creationId xmlns:a16="http://schemas.microsoft.com/office/drawing/2014/main" id="{910FC306-3371-45AC-9C84-814D721E9D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230" name="Rectangle 3229">
                              <a:extLst>
                                <a:ext uri="{FF2B5EF4-FFF2-40B4-BE49-F238E27FC236}">
                                  <a16:creationId xmlns:a16="http://schemas.microsoft.com/office/drawing/2014/main" id="{AA8EB55E-CD2A-48E3-9600-2974236844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26" name="Group 3225">
                            <a:extLst>
                              <a:ext uri="{FF2B5EF4-FFF2-40B4-BE49-F238E27FC236}">
                                <a16:creationId xmlns:a16="http://schemas.microsoft.com/office/drawing/2014/main" id="{87F5540F-3DC0-457A-8240-E94AA2ED65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7" name="Rectangle 3226">
                              <a:extLst>
                                <a:ext uri="{FF2B5EF4-FFF2-40B4-BE49-F238E27FC236}">
                                  <a16:creationId xmlns:a16="http://schemas.microsoft.com/office/drawing/2014/main" id="{84C7CD80-26C7-4604-9709-4A5365E98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228" name="Rectangle 3227">
                              <a:extLst>
                                <a:ext uri="{FF2B5EF4-FFF2-40B4-BE49-F238E27FC236}">
                                  <a16:creationId xmlns:a16="http://schemas.microsoft.com/office/drawing/2014/main" id="{7ADEEA5D-81BC-4F04-BCDC-36DFF5324A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08" name="Group 3207">
                        <a:extLst>
                          <a:ext uri="{FF2B5EF4-FFF2-40B4-BE49-F238E27FC236}">
                            <a16:creationId xmlns:a16="http://schemas.microsoft.com/office/drawing/2014/main" id="{3C8DC633-4FEF-4EEC-9139-1E1B8DA3BB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09" name="Group 3208">
                          <a:extLst>
                            <a:ext uri="{FF2B5EF4-FFF2-40B4-BE49-F238E27FC236}">
                              <a16:creationId xmlns:a16="http://schemas.microsoft.com/office/drawing/2014/main" id="{A6F1024E-EBE3-4C5F-A631-79DD00BF179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17" name="Group 3216">
                            <a:extLst>
                              <a:ext uri="{FF2B5EF4-FFF2-40B4-BE49-F238E27FC236}">
                                <a16:creationId xmlns:a16="http://schemas.microsoft.com/office/drawing/2014/main" id="{E9BCE3C0-14DA-4F0E-A5EE-E5F0CC1B5B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21" name="Rectangle 3220">
                              <a:extLst>
                                <a:ext uri="{FF2B5EF4-FFF2-40B4-BE49-F238E27FC236}">
                                  <a16:creationId xmlns:a16="http://schemas.microsoft.com/office/drawing/2014/main" id="{2B5799B3-6D01-47CE-9556-BCCF8B1E7A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222" name="Rectangle 3221">
                              <a:extLst>
                                <a:ext uri="{FF2B5EF4-FFF2-40B4-BE49-F238E27FC236}">
                                  <a16:creationId xmlns:a16="http://schemas.microsoft.com/office/drawing/2014/main" id="{D13925A7-BE85-4FA9-BB3D-9BDEF30866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18" name="Group 3217">
                            <a:extLst>
                              <a:ext uri="{FF2B5EF4-FFF2-40B4-BE49-F238E27FC236}">
                                <a16:creationId xmlns:a16="http://schemas.microsoft.com/office/drawing/2014/main" id="{2D3797A6-3FB5-4A59-8E06-A3C0E52B46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9" name="Rectangle 3218">
                              <a:extLst>
                                <a:ext uri="{FF2B5EF4-FFF2-40B4-BE49-F238E27FC236}">
                                  <a16:creationId xmlns:a16="http://schemas.microsoft.com/office/drawing/2014/main" id="{8B1E1BFC-B23D-45EA-A62E-8BBF54C831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220" name="Rectangle 3219">
                              <a:extLst>
                                <a:ext uri="{FF2B5EF4-FFF2-40B4-BE49-F238E27FC236}">
                                  <a16:creationId xmlns:a16="http://schemas.microsoft.com/office/drawing/2014/main" id="{1A601309-36BE-4843-97A2-112046998B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10" name="Group 3209">
                          <a:extLst>
                            <a:ext uri="{FF2B5EF4-FFF2-40B4-BE49-F238E27FC236}">
                              <a16:creationId xmlns:a16="http://schemas.microsoft.com/office/drawing/2014/main" id="{034F6F02-224E-4DB2-A428-EB8C9A4452C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11" name="Group 3210">
                            <a:extLst>
                              <a:ext uri="{FF2B5EF4-FFF2-40B4-BE49-F238E27FC236}">
                                <a16:creationId xmlns:a16="http://schemas.microsoft.com/office/drawing/2014/main" id="{753EDC79-70B9-4A93-BE3C-52568E795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5" name="Rectangle 3214">
                              <a:extLst>
                                <a:ext uri="{FF2B5EF4-FFF2-40B4-BE49-F238E27FC236}">
                                  <a16:creationId xmlns:a16="http://schemas.microsoft.com/office/drawing/2014/main" id="{47930171-9ABC-483A-BDBA-CDD434CC65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216" name="Rectangle 3215">
                              <a:extLst>
                                <a:ext uri="{FF2B5EF4-FFF2-40B4-BE49-F238E27FC236}">
                                  <a16:creationId xmlns:a16="http://schemas.microsoft.com/office/drawing/2014/main" id="{6C2C8C83-1DEB-479E-B80B-35282AFAE9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12" name="Group 3211">
                            <a:extLst>
                              <a:ext uri="{FF2B5EF4-FFF2-40B4-BE49-F238E27FC236}">
                                <a16:creationId xmlns:a16="http://schemas.microsoft.com/office/drawing/2014/main" id="{23D61291-7CE8-441F-AE92-A7AEC936A8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13" name="Rectangle 3212">
                              <a:extLst>
                                <a:ext uri="{FF2B5EF4-FFF2-40B4-BE49-F238E27FC236}">
                                  <a16:creationId xmlns:a16="http://schemas.microsoft.com/office/drawing/2014/main" id="{39133CAC-3E34-4A48-976C-20C2DD9D88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214" name="Rectangle 3213">
                              <a:extLst>
                                <a:ext uri="{FF2B5EF4-FFF2-40B4-BE49-F238E27FC236}">
                                  <a16:creationId xmlns:a16="http://schemas.microsoft.com/office/drawing/2014/main" id="{B1766F28-DDA2-4116-B9C7-8BB7307934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142" name="Group 3141">
                    <a:extLst>
                      <a:ext uri="{FF2B5EF4-FFF2-40B4-BE49-F238E27FC236}">
                        <a16:creationId xmlns:a16="http://schemas.microsoft.com/office/drawing/2014/main" id="{7F04F7B5-CB8E-482F-97B0-B56180D02EC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143" name="Group 3142">
                      <a:extLst>
                        <a:ext uri="{FF2B5EF4-FFF2-40B4-BE49-F238E27FC236}">
                          <a16:creationId xmlns:a16="http://schemas.microsoft.com/office/drawing/2014/main" id="{1BE46564-4D3B-49D8-A19E-E17D64C5E2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75" name="Group 3174">
                        <a:extLst>
                          <a:ext uri="{FF2B5EF4-FFF2-40B4-BE49-F238E27FC236}">
                            <a16:creationId xmlns:a16="http://schemas.microsoft.com/office/drawing/2014/main" id="{84B66392-0650-4F74-B819-34F3D897AAE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91" name="Group 3190">
                          <a:extLst>
                            <a:ext uri="{FF2B5EF4-FFF2-40B4-BE49-F238E27FC236}">
                              <a16:creationId xmlns:a16="http://schemas.microsoft.com/office/drawing/2014/main" id="{0EDF1CA9-604F-4C85-A0B8-15BFA350039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99" name="Group 3198">
                            <a:extLst>
                              <a:ext uri="{FF2B5EF4-FFF2-40B4-BE49-F238E27FC236}">
                                <a16:creationId xmlns:a16="http://schemas.microsoft.com/office/drawing/2014/main" id="{E92B85AE-76CC-4C0C-80B0-681C83A1855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03" name="Rectangle 3202">
                              <a:extLst>
                                <a:ext uri="{FF2B5EF4-FFF2-40B4-BE49-F238E27FC236}">
                                  <a16:creationId xmlns:a16="http://schemas.microsoft.com/office/drawing/2014/main" id="{1F513052-721D-4C8B-B9DC-0E8DB8F594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204" name="Rectangle 3203">
                              <a:extLst>
                                <a:ext uri="{FF2B5EF4-FFF2-40B4-BE49-F238E27FC236}">
                                  <a16:creationId xmlns:a16="http://schemas.microsoft.com/office/drawing/2014/main" id="{562214EA-F07A-4C12-A8A0-889758F88E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00" name="Group 3199">
                            <a:extLst>
                              <a:ext uri="{FF2B5EF4-FFF2-40B4-BE49-F238E27FC236}">
                                <a16:creationId xmlns:a16="http://schemas.microsoft.com/office/drawing/2014/main" id="{855DD856-E9D7-429A-8157-A519931B33E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01" name="Rectangle 3200">
                              <a:extLst>
                                <a:ext uri="{FF2B5EF4-FFF2-40B4-BE49-F238E27FC236}">
                                  <a16:creationId xmlns:a16="http://schemas.microsoft.com/office/drawing/2014/main" id="{569A22D9-9144-4A46-A531-A8DC07417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202" name="Rectangle 3201">
                              <a:extLst>
                                <a:ext uri="{FF2B5EF4-FFF2-40B4-BE49-F238E27FC236}">
                                  <a16:creationId xmlns:a16="http://schemas.microsoft.com/office/drawing/2014/main" id="{63E3D895-DFE0-44C2-AB4C-BD76CB6BC3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92" name="Group 3191">
                          <a:extLst>
                            <a:ext uri="{FF2B5EF4-FFF2-40B4-BE49-F238E27FC236}">
                              <a16:creationId xmlns:a16="http://schemas.microsoft.com/office/drawing/2014/main" id="{A7CF46E8-C543-49C8-A989-30596B8CC6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93" name="Group 3192">
                            <a:extLst>
                              <a:ext uri="{FF2B5EF4-FFF2-40B4-BE49-F238E27FC236}">
                                <a16:creationId xmlns:a16="http://schemas.microsoft.com/office/drawing/2014/main" id="{13B20E17-B4A3-46EE-8DB1-089DE20BD94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97" name="Rectangle 3196">
                              <a:extLst>
                                <a:ext uri="{FF2B5EF4-FFF2-40B4-BE49-F238E27FC236}">
                                  <a16:creationId xmlns:a16="http://schemas.microsoft.com/office/drawing/2014/main" id="{0F6440D1-AC36-4B10-833D-0E793D4C5F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198" name="Rectangle 3197">
                              <a:extLst>
                                <a:ext uri="{FF2B5EF4-FFF2-40B4-BE49-F238E27FC236}">
                                  <a16:creationId xmlns:a16="http://schemas.microsoft.com/office/drawing/2014/main" id="{FCE720F4-E839-4503-99CA-1375065C39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94" name="Group 3193">
                            <a:extLst>
                              <a:ext uri="{FF2B5EF4-FFF2-40B4-BE49-F238E27FC236}">
                                <a16:creationId xmlns:a16="http://schemas.microsoft.com/office/drawing/2014/main" id="{94DF7D8E-67AD-4221-BF64-79489A0CE1C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95" name="Rectangle 3194">
                              <a:extLst>
                                <a:ext uri="{FF2B5EF4-FFF2-40B4-BE49-F238E27FC236}">
                                  <a16:creationId xmlns:a16="http://schemas.microsoft.com/office/drawing/2014/main" id="{4CE49950-1223-4391-9C77-FE7C7B4FB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196" name="Rectangle 3195">
                              <a:extLst>
                                <a:ext uri="{FF2B5EF4-FFF2-40B4-BE49-F238E27FC236}">
                                  <a16:creationId xmlns:a16="http://schemas.microsoft.com/office/drawing/2014/main" id="{C892AC55-D82B-44BE-898A-0F89C795FD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76" name="Group 3175">
                        <a:extLst>
                          <a:ext uri="{FF2B5EF4-FFF2-40B4-BE49-F238E27FC236}">
                            <a16:creationId xmlns:a16="http://schemas.microsoft.com/office/drawing/2014/main" id="{EDD326A5-6426-46C8-987D-DFBD31DED6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77" name="Group 3176">
                          <a:extLst>
                            <a:ext uri="{FF2B5EF4-FFF2-40B4-BE49-F238E27FC236}">
                              <a16:creationId xmlns:a16="http://schemas.microsoft.com/office/drawing/2014/main" id="{4A6DAAEF-5612-4C10-9CA6-ED9F29A317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85" name="Group 3184">
                            <a:extLst>
                              <a:ext uri="{FF2B5EF4-FFF2-40B4-BE49-F238E27FC236}">
                                <a16:creationId xmlns:a16="http://schemas.microsoft.com/office/drawing/2014/main" id="{47451C57-3422-4F52-AB9D-279D6DB05BD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9" name="Rectangle 3188">
                              <a:extLst>
                                <a:ext uri="{FF2B5EF4-FFF2-40B4-BE49-F238E27FC236}">
                                  <a16:creationId xmlns:a16="http://schemas.microsoft.com/office/drawing/2014/main" id="{04643AC0-A509-447E-B5A5-D0A38E732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190" name="Rectangle 3189">
                              <a:extLst>
                                <a:ext uri="{FF2B5EF4-FFF2-40B4-BE49-F238E27FC236}">
                                  <a16:creationId xmlns:a16="http://schemas.microsoft.com/office/drawing/2014/main" id="{86CCC27D-2E7B-4183-89D9-55F9C20E20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86" name="Group 3185">
                            <a:extLst>
                              <a:ext uri="{FF2B5EF4-FFF2-40B4-BE49-F238E27FC236}">
                                <a16:creationId xmlns:a16="http://schemas.microsoft.com/office/drawing/2014/main" id="{2F63418F-CDC7-45BD-B716-0905E5EA74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7" name="Rectangle 3186">
                              <a:extLst>
                                <a:ext uri="{FF2B5EF4-FFF2-40B4-BE49-F238E27FC236}">
                                  <a16:creationId xmlns:a16="http://schemas.microsoft.com/office/drawing/2014/main" id="{B36CF7BA-873A-490E-8174-56FCACA362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188" name="Rectangle 3187">
                              <a:extLst>
                                <a:ext uri="{FF2B5EF4-FFF2-40B4-BE49-F238E27FC236}">
                                  <a16:creationId xmlns:a16="http://schemas.microsoft.com/office/drawing/2014/main" id="{3DA68D16-376A-44BA-AF2D-ECFC0197F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78" name="Group 3177">
                          <a:extLst>
                            <a:ext uri="{FF2B5EF4-FFF2-40B4-BE49-F238E27FC236}">
                              <a16:creationId xmlns:a16="http://schemas.microsoft.com/office/drawing/2014/main" id="{75F8AE96-309A-42A3-B0E0-1ABEB807CE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79" name="Group 3178">
                            <a:extLst>
                              <a:ext uri="{FF2B5EF4-FFF2-40B4-BE49-F238E27FC236}">
                                <a16:creationId xmlns:a16="http://schemas.microsoft.com/office/drawing/2014/main" id="{8CDD71BE-05C8-458D-BB64-39D497E94BC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3" name="Rectangle 3182">
                              <a:extLst>
                                <a:ext uri="{FF2B5EF4-FFF2-40B4-BE49-F238E27FC236}">
                                  <a16:creationId xmlns:a16="http://schemas.microsoft.com/office/drawing/2014/main" id="{81F2639B-A1DA-4717-91E8-390FF8E8EB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184" name="Rectangle 3183">
                              <a:extLst>
                                <a:ext uri="{FF2B5EF4-FFF2-40B4-BE49-F238E27FC236}">
                                  <a16:creationId xmlns:a16="http://schemas.microsoft.com/office/drawing/2014/main" id="{22DC137D-2FFB-4689-956D-2FDE7A103B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80" name="Group 3179">
                            <a:extLst>
                              <a:ext uri="{FF2B5EF4-FFF2-40B4-BE49-F238E27FC236}">
                                <a16:creationId xmlns:a16="http://schemas.microsoft.com/office/drawing/2014/main" id="{04326A48-A893-4251-817E-FBEC1FC348E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81" name="Rectangle 3180">
                              <a:extLst>
                                <a:ext uri="{FF2B5EF4-FFF2-40B4-BE49-F238E27FC236}">
                                  <a16:creationId xmlns:a16="http://schemas.microsoft.com/office/drawing/2014/main" id="{EA18FFF9-440D-46CA-9FE7-F56CD4C119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182" name="Rectangle 3181">
                              <a:extLst>
                                <a:ext uri="{FF2B5EF4-FFF2-40B4-BE49-F238E27FC236}">
                                  <a16:creationId xmlns:a16="http://schemas.microsoft.com/office/drawing/2014/main" id="{AE3C00C0-0934-47D3-9415-B28649A31A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144" name="Group 3143">
                      <a:extLst>
                        <a:ext uri="{FF2B5EF4-FFF2-40B4-BE49-F238E27FC236}">
                          <a16:creationId xmlns:a16="http://schemas.microsoft.com/office/drawing/2014/main" id="{94549F2B-E4F4-4298-9AE2-B6B60D28C4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45" name="Group 3144">
                        <a:extLst>
                          <a:ext uri="{FF2B5EF4-FFF2-40B4-BE49-F238E27FC236}">
                            <a16:creationId xmlns:a16="http://schemas.microsoft.com/office/drawing/2014/main" id="{4873C4AA-0FAA-4CFC-9F1F-5A21924075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61" name="Group 3160">
                          <a:extLst>
                            <a:ext uri="{FF2B5EF4-FFF2-40B4-BE49-F238E27FC236}">
                              <a16:creationId xmlns:a16="http://schemas.microsoft.com/office/drawing/2014/main" id="{F6319776-321F-486C-9A0E-4C75B8062A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69" name="Group 3168">
                            <a:extLst>
                              <a:ext uri="{FF2B5EF4-FFF2-40B4-BE49-F238E27FC236}">
                                <a16:creationId xmlns:a16="http://schemas.microsoft.com/office/drawing/2014/main" id="{11ADAB3A-1C7B-4382-B906-85F1826382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73" name="Rectangle 3172">
                              <a:extLst>
                                <a:ext uri="{FF2B5EF4-FFF2-40B4-BE49-F238E27FC236}">
                                  <a16:creationId xmlns:a16="http://schemas.microsoft.com/office/drawing/2014/main" id="{98652901-BF5A-4F9A-82B7-4D48C43F03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174" name="Rectangle 3173">
                              <a:extLst>
                                <a:ext uri="{FF2B5EF4-FFF2-40B4-BE49-F238E27FC236}">
                                  <a16:creationId xmlns:a16="http://schemas.microsoft.com/office/drawing/2014/main" id="{4593FDAA-15FB-4526-8257-7B501ED2B4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70" name="Group 3169">
                            <a:extLst>
                              <a:ext uri="{FF2B5EF4-FFF2-40B4-BE49-F238E27FC236}">
                                <a16:creationId xmlns:a16="http://schemas.microsoft.com/office/drawing/2014/main" id="{9CEDF3CB-B238-4DE8-B9E3-F91A75B2C97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71" name="Rectangle 3170">
                              <a:extLst>
                                <a:ext uri="{FF2B5EF4-FFF2-40B4-BE49-F238E27FC236}">
                                  <a16:creationId xmlns:a16="http://schemas.microsoft.com/office/drawing/2014/main" id="{48F2A1F0-4AC6-4956-8324-65E63C9F86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172" name="Rectangle 3171">
                              <a:extLst>
                                <a:ext uri="{FF2B5EF4-FFF2-40B4-BE49-F238E27FC236}">
                                  <a16:creationId xmlns:a16="http://schemas.microsoft.com/office/drawing/2014/main" id="{D6F5C6D1-115A-4BD4-BE20-F0B29D1A69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62" name="Group 3161">
                          <a:extLst>
                            <a:ext uri="{FF2B5EF4-FFF2-40B4-BE49-F238E27FC236}">
                              <a16:creationId xmlns:a16="http://schemas.microsoft.com/office/drawing/2014/main" id="{4D40770D-91DB-4984-B106-867C93C0138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63" name="Group 3162">
                            <a:extLst>
                              <a:ext uri="{FF2B5EF4-FFF2-40B4-BE49-F238E27FC236}">
                                <a16:creationId xmlns:a16="http://schemas.microsoft.com/office/drawing/2014/main" id="{BD558F4F-422A-4833-8A69-4E95FD88388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67" name="Rectangle 3166">
                              <a:extLst>
                                <a:ext uri="{FF2B5EF4-FFF2-40B4-BE49-F238E27FC236}">
                                  <a16:creationId xmlns:a16="http://schemas.microsoft.com/office/drawing/2014/main" id="{E3FD3B15-34B4-4A98-8460-F89CF0540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168" name="Rectangle 3167">
                              <a:extLst>
                                <a:ext uri="{FF2B5EF4-FFF2-40B4-BE49-F238E27FC236}">
                                  <a16:creationId xmlns:a16="http://schemas.microsoft.com/office/drawing/2014/main" id="{F7467B8D-281D-4C4B-8173-476201F5CC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64" name="Group 3163">
                            <a:extLst>
                              <a:ext uri="{FF2B5EF4-FFF2-40B4-BE49-F238E27FC236}">
                                <a16:creationId xmlns:a16="http://schemas.microsoft.com/office/drawing/2014/main" id="{19CEB3C8-19CD-4AA6-9720-76E0CCD8C82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65" name="Rectangle 3164">
                              <a:extLst>
                                <a:ext uri="{FF2B5EF4-FFF2-40B4-BE49-F238E27FC236}">
                                  <a16:creationId xmlns:a16="http://schemas.microsoft.com/office/drawing/2014/main" id="{CA88AA41-18C2-470E-A200-AD72B530C1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166" name="Rectangle 3165">
                              <a:extLst>
                                <a:ext uri="{FF2B5EF4-FFF2-40B4-BE49-F238E27FC236}">
                                  <a16:creationId xmlns:a16="http://schemas.microsoft.com/office/drawing/2014/main" id="{ECD696B3-C043-494A-836C-7948F1C9F1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46" name="Group 3145">
                        <a:extLst>
                          <a:ext uri="{FF2B5EF4-FFF2-40B4-BE49-F238E27FC236}">
                            <a16:creationId xmlns:a16="http://schemas.microsoft.com/office/drawing/2014/main" id="{755B6283-0546-40EE-9F12-1CA1363B9FE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47" name="Group 3146">
                          <a:extLst>
                            <a:ext uri="{FF2B5EF4-FFF2-40B4-BE49-F238E27FC236}">
                              <a16:creationId xmlns:a16="http://schemas.microsoft.com/office/drawing/2014/main" id="{2B6FC45B-3F3D-46E1-B1A9-D3289467AB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55" name="Group 3154">
                            <a:extLst>
                              <a:ext uri="{FF2B5EF4-FFF2-40B4-BE49-F238E27FC236}">
                                <a16:creationId xmlns:a16="http://schemas.microsoft.com/office/drawing/2014/main" id="{9B954D5E-8890-4606-906C-A9CBC7A4C0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9" name="Rectangle 3158">
                              <a:extLst>
                                <a:ext uri="{FF2B5EF4-FFF2-40B4-BE49-F238E27FC236}">
                                  <a16:creationId xmlns:a16="http://schemas.microsoft.com/office/drawing/2014/main" id="{6F478593-A24C-4B14-A9B6-0B46191F1F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160" name="Rectangle 3159">
                              <a:extLst>
                                <a:ext uri="{FF2B5EF4-FFF2-40B4-BE49-F238E27FC236}">
                                  <a16:creationId xmlns:a16="http://schemas.microsoft.com/office/drawing/2014/main" id="{EFA31831-C835-4D31-A515-0AC62772F9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56" name="Group 3155">
                            <a:extLst>
                              <a:ext uri="{FF2B5EF4-FFF2-40B4-BE49-F238E27FC236}">
                                <a16:creationId xmlns:a16="http://schemas.microsoft.com/office/drawing/2014/main" id="{C0F98B94-B26B-4DED-A31B-B51BB6C635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7" name="Rectangle 3156">
                              <a:extLst>
                                <a:ext uri="{FF2B5EF4-FFF2-40B4-BE49-F238E27FC236}">
                                  <a16:creationId xmlns:a16="http://schemas.microsoft.com/office/drawing/2014/main" id="{BB6CBC48-B496-4EA0-B5CC-63935728F9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158" name="Rectangle 3157">
                              <a:extLst>
                                <a:ext uri="{FF2B5EF4-FFF2-40B4-BE49-F238E27FC236}">
                                  <a16:creationId xmlns:a16="http://schemas.microsoft.com/office/drawing/2014/main" id="{71F43309-D9D4-411F-A4D3-D67FEA8D8C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48" name="Group 3147">
                          <a:extLst>
                            <a:ext uri="{FF2B5EF4-FFF2-40B4-BE49-F238E27FC236}">
                              <a16:creationId xmlns:a16="http://schemas.microsoft.com/office/drawing/2014/main" id="{A8B36845-16CC-4EF4-924F-3C9010FBD7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49" name="Group 3148">
                            <a:extLst>
                              <a:ext uri="{FF2B5EF4-FFF2-40B4-BE49-F238E27FC236}">
                                <a16:creationId xmlns:a16="http://schemas.microsoft.com/office/drawing/2014/main" id="{DFA58B34-3402-4F8A-A7C3-DF07F2D2E12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3" name="Rectangle 3152">
                              <a:extLst>
                                <a:ext uri="{FF2B5EF4-FFF2-40B4-BE49-F238E27FC236}">
                                  <a16:creationId xmlns:a16="http://schemas.microsoft.com/office/drawing/2014/main" id="{42D27185-05B7-40B3-BCD5-483532A041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154" name="Rectangle 3153">
                              <a:extLst>
                                <a:ext uri="{FF2B5EF4-FFF2-40B4-BE49-F238E27FC236}">
                                  <a16:creationId xmlns:a16="http://schemas.microsoft.com/office/drawing/2014/main" id="{FB716980-76DF-4988-BFFB-6F18C647E6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50" name="Group 3149">
                            <a:extLst>
                              <a:ext uri="{FF2B5EF4-FFF2-40B4-BE49-F238E27FC236}">
                                <a16:creationId xmlns:a16="http://schemas.microsoft.com/office/drawing/2014/main" id="{A56FC459-AF6A-456A-BF0F-A1D2E468301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51" name="Rectangle 3150">
                              <a:extLst>
                                <a:ext uri="{FF2B5EF4-FFF2-40B4-BE49-F238E27FC236}">
                                  <a16:creationId xmlns:a16="http://schemas.microsoft.com/office/drawing/2014/main" id="{962F9690-741A-4AEE-B4AE-C703E9B79E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152" name="Rectangle 3151">
                              <a:extLst>
                                <a:ext uri="{FF2B5EF4-FFF2-40B4-BE49-F238E27FC236}">
                                  <a16:creationId xmlns:a16="http://schemas.microsoft.com/office/drawing/2014/main" id="{E189A0C5-57AC-4AA0-A950-A683437B8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014" name="Group 3013">
                  <a:extLst>
                    <a:ext uri="{FF2B5EF4-FFF2-40B4-BE49-F238E27FC236}">
                      <a16:creationId xmlns:a16="http://schemas.microsoft.com/office/drawing/2014/main" id="{163B02BB-3965-40A6-9992-88FD0F641720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015" name="Group 3014">
                    <a:extLst>
                      <a:ext uri="{FF2B5EF4-FFF2-40B4-BE49-F238E27FC236}">
                        <a16:creationId xmlns:a16="http://schemas.microsoft.com/office/drawing/2014/main" id="{F8C78718-E06D-4357-8423-13172933034E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079" name="Group 3078">
                      <a:extLst>
                        <a:ext uri="{FF2B5EF4-FFF2-40B4-BE49-F238E27FC236}">
                          <a16:creationId xmlns:a16="http://schemas.microsoft.com/office/drawing/2014/main" id="{C380F854-51AA-4E32-B884-D13A83474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111" name="Group 3110">
                        <a:extLst>
                          <a:ext uri="{FF2B5EF4-FFF2-40B4-BE49-F238E27FC236}">
                            <a16:creationId xmlns:a16="http://schemas.microsoft.com/office/drawing/2014/main" id="{CF7CE293-B2A8-482D-B56B-82CD964327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27" name="Group 3126">
                          <a:extLst>
                            <a:ext uri="{FF2B5EF4-FFF2-40B4-BE49-F238E27FC236}">
                              <a16:creationId xmlns:a16="http://schemas.microsoft.com/office/drawing/2014/main" id="{AF71E139-AD2C-40CD-A8A3-2949A99EA4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35" name="Group 3134">
                            <a:extLst>
                              <a:ext uri="{FF2B5EF4-FFF2-40B4-BE49-F238E27FC236}">
                                <a16:creationId xmlns:a16="http://schemas.microsoft.com/office/drawing/2014/main" id="{ECF52032-75A9-4299-922B-93449DFFFE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9" name="Rectangle 3138">
                              <a:extLst>
                                <a:ext uri="{FF2B5EF4-FFF2-40B4-BE49-F238E27FC236}">
                                  <a16:creationId xmlns:a16="http://schemas.microsoft.com/office/drawing/2014/main" id="{8566F5AF-EDF6-41C6-A04E-DC422A35DC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140" name="Rectangle 3139">
                              <a:extLst>
                                <a:ext uri="{FF2B5EF4-FFF2-40B4-BE49-F238E27FC236}">
                                  <a16:creationId xmlns:a16="http://schemas.microsoft.com/office/drawing/2014/main" id="{1EE63181-520F-4F65-B757-91BD9D3CF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36" name="Group 3135">
                            <a:extLst>
                              <a:ext uri="{FF2B5EF4-FFF2-40B4-BE49-F238E27FC236}">
                                <a16:creationId xmlns:a16="http://schemas.microsoft.com/office/drawing/2014/main" id="{DCCA3526-329A-4753-ADD6-D03A8BE9FA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7" name="Rectangle 3136">
                              <a:extLst>
                                <a:ext uri="{FF2B5EF4-FFF2-40B4-BE49-F238E27FC236}">
                                  <a16:creationId xmlns:a16="http://schemas.microsoft.com/office/drawing/2014/main" id="{FE28A064-51F7-459F-B60C-8B4BE8F1F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138" name="Rectangle 3137">
                              <a:extLst>
                                <a:ext uri="{FF2B5EF4-FFF2-40B4-BE49-F238E27FC236}">
                                  <a16:creationId xmlns:a16="http://schemas.microsoft.com/office/drawing/2014/main" id="{DF64A5D3-B258-43AA-9F3E-F0A7C2B844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28" name="Group 3127">
                          <a:extLst>
                            <a:ext uri="{FF2B5EF4-FFF2-40B4-BE49-F238E27FC236}">
                              <a16:creationId xmlns:a16="http://schemas.microsoft.com/office/drawing/2014/main" id="{A9F16E62-A263-4034-8EC4-5ECABF84DE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29" name="Group 3128">
                            <a:extLst>
                              <a:ext uri="{FF2B5EF4-FFF2-40B4-BE49-F238E27FC236}">
                                <a16:creationId xmlns:a16="http://schemas.microsoft.com/office/drawing/2014/main" id="{6ED45C96-5C46-4A9C-A54E-5EBB767FA30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3" name="Rectangle 3132">
                              <a:extLst>
                                <a:ext uri="{FF2B5EF4-FFF2-40B4-BE49-F238E27FC236}">
                                  <a16:creationId xmlns:a16="http://schemas.microsoft.com/office/drawing/2014/main" id="{0DF4475B-5FD5-4AC3-AFD6-E29B153849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134" name="Rectangle 3133">
                              <a:extLst>
                                <a:ext uri="{FF2B5EF4-FFF2-40B4-BE49-F238E27FC236}">
                                  <a16:creationId xmlns:a16="http://schemas.microsoft.com/office/drawing/2014/main" id="{ED35DB2C-E8ED-4C8E-BD1E-827F08DD00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30" name="Group 3129">
                            <a:extLst>
                              <a:ext uri="{FF2B5EF4-FFF2-40B4-BE49-F238E27FC236}">
                                <a16:creationId xmlns:a16="http://schemas.microsoft.com/office/drawing/2014/main" id="{9509BB4F-E5FE-4318-A2AF-D621498735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31" name="Rectangle 3130">
                              <a:extLst>
                                <a:ext uri="{FF2B5EF4-FFF2-40B4-BE49-F238E27FC236}">
                                  <a16:creationId xmlns:a16="http://schemas.microsoft.com/office/drawing/2014/main" id="{570EDE92-E5CB-4AEA-9852-00D31A65E8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132" name="Rectangle 3131">
                              <a:extLst>
                                <a:ext uri="{FF2B5EF4-FFF2-40B4-BE49-F238E27FC236}">
                                  <a16:creationId xmlns:a16="http://schemas.microsoft.com/office/drawing/2014/main" id="{993F5AAD-4823-4501-B095-674C07C708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112" name="Group 3111">
                        <a:extLst>
                          <a:ext uri="{FF2B5EF4-FFF2-40B4-BE49-F238E27FC236}">
                            <a16:creationId xmlns:a16="http://schemas.microsoft.com/office/drawing/2014/main" id="{27F150F8-13C2-4CCE-A665-566E3C05B4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113" name="Group 3112">
                          <a:extLst>
                            <a:ext uri="{FF2B5EF4-FFF2-40B4-BE49-F238E27FC236}">
                              <a16:creationId xmlns:a16="http://schemas.microsoft.com/office/drawing/2014/main" id="{2F830FD3-5640-425A-9BA7-48AA51326D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21" name="Group 3120">
                            <a:extLst>
                              <a:ext uri="{FF2B5EF4-FFF2-40B4-BE49-F238E27FC236}">
                                <a16:creationId xmlns:a16="http://schemas.microsoft.com/office/drawing/2014/main" id="{F63C4943-FBED-48B6-AD9E-1B20DBFED42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25" name="Rectangle 3124">
                              <a:extLst>
                                <a:ext uri="{FF2B5EF4-FFF2-40B4-BE49-F238E27FC236}">
                                  <a16:creationId xmlns:a16="http://schemas.microsoft.com/office/drawing/2014/main" id="{DDD7D876-28C0-4A60-8400-83E82437DE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126" name="Rectangle 3125">
                              <a:extLst>
                                <a:ext uri="{FF2B5EF4-FFF2-40B4-BE49-F238E27FC236}">
                                  <a16:creationId xmlns:a16="http://schemas.microsoft.com/office/drawing/2014/main" id="{0F9E132C-1371-4D28-883F-851BFE8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22" name="Group 3121">
                            <a:extLst>
                              <a:ext uri="{FF2B5EF4-FFF2-40B4-BE49-F238E27FC236}">
                                <a16:creationId xmlns:a16="http://schemas.microsoft.com/office/drawing/2014/main" id="{4074C73E-BCEE-4210-B142-615FAF3987B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23" name="Rectangle 3122">
                              <a:extLst>
                                <a:ext uri="{FF2B5EF4-FFF2-40B4-BE49-F238E27FC236}">
                                  <a16:creationId xmlns:a16="http://schemas.microsoft.com/office/drawing/2014/main" id="{186FBC4C-7DD1-45D4-B64C-D80135526F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124" name="Rectangle 3123">
                              <a:extLst>
                                <a:ext uri="{FF2B5EF4-FFF2-40B4-BE49-F238E27FC236}">
                                  <a16:creationId xmlns:a16="http://schemas.microsoft.com/office/drawing/2014/main" id="{DEF9F43D-330A-439B-8F00-BAFF3BF4E5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114" name="Group 3113">
                          <a:extLst>
                            <a:ext uri="{FF2B5EF4-FFF2-40B4-BE49-F238E27FC236}">
                              <a16:creationId xmlns:a16="http://schemas.microsoft.com/office/drawing/2014/main" id="{DC855A70-DB3C-4B27-B02A-427C3E0133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15" name="Group 3114">
                            <a:extLst>
                              <a:ext uri="{FF2B5EF4-FFF2-40B4-BE49-F238E27FC236}">
                                <a16:creationId xmlns:a16="http://schemas.microsoft.com/office/drawing/2014/main" id="{6768A26F-0190-4146-9CF8-7070B27400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19" name="Rectangle 3118">
                              <a:extLst>
                                <a:ext uri="{FF2B5EF4-FFF2-40B4-BE49-F238E27FC236}">
                                  <a16:creationId xmlns:a16="http://schemas.microsoft.com/office/drawing/2014/main" id="{5C56DA8B-4E02-4EF4-803E-9D61E86B3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120" name="Rectangle 3119">
                              <a:extLst>
                                <a:ext uri="{FF2B5EF4-FFF2-40B4-BE49-F238E27FC236}">
                                  <a16:creationId xmlns:a16="http://schemas.microsoft.com/office/drawing/2014/main" id="{90B17638-9DB1-488E-AA1A-4ECA367EEF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16" name="Group 3115">
                            <a:extLst>
                              <a:ext uri="{FF2B5EF4-FFF2-40B4-BE49-F238E27FC236}">
                                <a16:creationId xmlns:a16="http://schemas.microsoft.com/office/drawing/2014/main" id="{289B1D88-1B16-404C-BDD6-7C76B9F3EF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17" name="Rectangle 3116">
                              <a:extLst>
                                <a:ext uri="{FF2B5EF4-FFF2-40B4-BE49-F238E27FC236}">
                                  <a16:creationId xmlns:a16="http://schemas.microsoft.com/office/drawing/2014/main" id="{B5B525AE-6CFC-421D-85DA-5AB55C138D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118" name="Rectangle 3117">
                              <a:extLst>
                                <a:ext uri="{FF2B5EF4-FFF2-40B4-BE49-F238E27FC236}">
                                  <a16:creationId xmlns:a16="http://schemas.microsoft.com/office/drawing/2014/main" id="{66A2947D-49C0-4699-B500-F294FCCEB8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080" name="Group 3079">
                      <a:extLst>
                        <a:ext uri="{FF2B5EF4-FFF2-40B4-BE49-F238E27FC236}">
                          <a16:creationId xmlns:a16="http://schemas.microsoft.com/office/drawing/2014/main" id="{918B26BA-7255-4EA4-A78E-7344ABB7CB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81" name="Group 3080">
                        <a:extLst>
                          <a:ext uri="{FF2B5EF4-FFF2-40B4-BE49-F238E27FC236}">
                            <a16:creationId xmlns:a16="http://schemas.microsoft.com/office/drawing/2014/main" id="{F6E34055-A9B8-49E2-A033-D061E7A20F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97" name="Group 3096">
                          <a:extLst>
                            <a:ext uri="{FF2B5EF4-FFF2-40B4-BE49-F238E27FC236}">
                              <a16:creationId xmlns:a16="http://schemas.microsoft.com/office/drawing/2014/main" id="{38CCAFC7-38C6-4D5E-834B-E80A6E932A7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105" name="Group 3104">
                            <a:extLst>
                              <a:ext uri="{FF2B5EF4-FFF2-40B4-BE49-F238E27FC236}">
                                <a16:creationId xmlns:a16="http://schemas.microsoft.com/office/drawing/2014/main" id="{8667F759-0ADF-4B5A-A2BB-6E49F26D938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9" name="Rectangle 3108">
                              <a:extLst>
                                <a:ext uri="{FF2B5EF4-FFF2-40B4-BE49-F238E27FC236}">
                                  <a16:creationId xmlns:a16="http://schemas.microsoft.com/office/drawing/2014/main" id="{751AA69E-624B-420A-A801-F8FBE282A2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110" name="Rectangle 3109">
                              <a:extLst>
                                <a:ext uri="{FF2B5EF4-FFF2-40B4-BE49-F238E27FC236}">
                                  <a16:creationId xmlns:a16="http://schemas.microsoft.com/office/drawing/2014/main" id="{27F7132D-47A5-4757-AFFB-897555439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06" name="Group 3105">
                            <a:extLst>
                              <a:ext uri="{FF2B5EF4-FFF2-40B4-BE49-F238E27FC236}">
                                <a16:creationId xmlns:a16="http://schemas.microsoft.com/office/drawing/2014/main" id="{F9B61389-13F2-4561-9428-94A6214730B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7" name="Rectangle 3106">
                              <a:extLst>
                                <a:ext uri="{FF2B5EF4-FFF2-40B4-BE49-F238E27FC236}">
                                  <a16:creationId xmlns:a16="http://schemas.microsoft.com/office/drawing/2014/main" id="{E6C01F7D-5E2D-4363-902C-78E728516F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108" name="Rectangle 3107">
                              <a:extLst>
                                <a:ext uri="{FF2B5EF4-FFF2-40B4-BE49-F238E27FC236}">
                                  <a16:creationId xmlns:a16="http://schemas.microsoft.com/office/drawing/2014/main" id="{1F258DDE-1E8D-4D8E-B251-0A3C3289E4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98" name="Group 3097">
                          <a:extLst>
                            <a:ext uri="{FF2B5EF4-FFF2-40B4-BE49-F238E27FC236}">
                              <a16:creationId xmlns:a16="http://schemas.microsoft.com/office/drawing/2014/main" id="{0FCE0242-C813-4B21-A890-9CB45CDA47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99" name="Group 3098">
                            <a:extLst>
                              <a:ext uri="{FF2B5EF4-FFF2-40B4-BE49-F238E27FC236}">
                                <a16:creationId xmlns:a16="http://schemas.microsoft.com/office/drawing/2014/main" id="{29395341-9450-4614-AD28-5E0672E3698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3" name="Rectangle 3102">
                              <a:extLst>
                                <a:ext uri="{FF2B5EF4-FFF2-40B4-BE49-F238E27FC236}">
                                  <a16:creationId xmlns:a16="http://schemas.microsoft.com/office/drawing/2014/main" id="{F5C935E8-C6CA-4180-B86C-E9794EDD71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104" name="Rectangle 3103">
                              <a:extLst>
                                <a:ext uri="{FF2B5EF4-FFF2-40B4-BE49-F238E27FC236}">
                                  <a16:creationId xmlns:a16="http://schemas.microsoft.com/office/drawing/2014/main" id="{7CB2B4E9-1E9A-4503-8552-A039421EF4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100" name="Group 3099">
                            <a:extLst>
                              <a:ext uri="{FF2B5EF4-FFF2-40B4-BE49-F238E27FC236}">
                                <a16:creationId xmlns:a16="http://schemas.microsoft.com/office/drawing/2014/main" id="{F83E80CF-49B5-443A-B721-D772ACB240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101" name="Rectangle 3100">
                              <a:extLst>
                                <a:ext uri="{FF2B5EF4-FFF2-40B4-BE49-F238E27FC236}">
                                  <a16:creationId xmlns:a16="http://schemas.microsoft.com/office/drawing/2014/main" id="{EF62FF38-D38B-4B5D-BFA5-957A101B5A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102" name="Rectangle 3101">
                              <a:extLst>
                                <a:ext uri="{FF2B5EF4-FFF2-40B4-BE49-F238E27FC236}">
                                  <a16:creationId xmlns:a16="http://schemas.microsoft.com/office/drawing/2014/main" id="{153BB22F-D847-49F8-A4BE-B0210D5587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82" name="Group 3081">
                        <a:extLst>
                          <a:ext uri="{FF2B5EF4-FFF2-40B4-BE49-F238E27FC236}">
                            <a16:creationId xmlns:a16="http://schemas.microsoft.com/office/drawing/2014/main" id="{CA7E14A7-B170-42C5-85B0-6B06AA0C521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83" name="Group 3082">
                          <a:extLst>
                            <a:ext uri="{FF2B5EF4-FFF2-40B4-BE49-F238E27FC236}">
                              <a16:creationId xmlns:a16="http://schemas.microsoft.com/office/drawing/2014/main" id="{D452B745-601D-49EC-8450-6F96BE6137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91" name="Group 3090">
                            <a:extLst>
                              <a:ext uri="{FF2B5EF4-FFF2-40B4-BE49-F238E27FC236}">
                                <a16:creationId xmlns:a16="http://schemas.microsoft.com/office/drawing/2014/main" id="{33C13EF9-CBA9-4B60-85B5-2661D7393A1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95" name="Rectangle 3094">
                              <a:extLst>
                                <a:ext uri="{FF2B5EF4-FFF2-40B4-BE49-F238E27FC236}">
                                  <a16:creationId xmlns:a16="http://schemas.microsoft.com/office/drawing/2014/main" id="{1881E2BC-0C7D-4906-86E8-57C30536E7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096" name="Rectangle 3095">
                              <a:extLst>
                                <a:ext uri="{FF2B5EF4-FFF2-40B4-BE49-F238E27FC236}">
                                  <a16:creationId xmlns:a16="http://schemas.microsoft.com/office/drawing/2014/main" id="{53E6AF99-2D75-43D0-8421-020F0272E8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92" name="Group 3091">
                            <a:extLst>
                              <a:ext uri="{FF2B5EF4-FFF2-40B4-BE49-F238E27FC236}">
                                <a16:creationId xmlns:a16="http://schemas.microsoft.com/office/drawing/2014/main" id="{7DBB0D0C-0735-4833-84AB-A0404576CB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93" name="Rectangle 3092">
                              <a:extLst>
                                <a:ext uri="{FF2B5EF4-FFF2-40B4-BE49-F238E27FC236}">
                                  <a16:creationId xmlns:a16="http://schemas.microsoft.com/office/drawing/2014/main" id="{661CDC06-189A-4D6E-A00F-04B497B6F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094" name="Rectangle 3093">
                              <a:extLst>
                                <a:ext uri="{FF2B5EF4-FFF2-40B4-BE49-F238E27FC236}">
                                  <a16:creationId xmlns:a16="http://schemas.microsoft.com/office/drawing/2014/main" id="{6D55ED04-E945-4B9D-A2A9-B3D5DFFBDE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84" name="Group 3083">
                          <a:extLst>
                            <a:ext uri="{FF2B5EF4-FFF2-40B4-BE49-F238E27FC236}">
                              <a16:creationId xmlns:a16="http://schemas.microsoft.com/office/drawing/2014/main" id="{1F2A4C43-972E-40A0-9AA3-30052CE980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85" name="Group 3084">
                            <a:extLst>
                              <a:ext uri="{FF2B5EF4-FFF2-40B4-BE49-F238E27FC236}">
                                <a16:creationId xmlns:a16="http://schemas.microsoft.com/office/drawing/2014/main" id="{F32F9237-39C5-4F2E-9FC5-AEF96725A2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89" name="Rectangle 3088">
                              <a:extLst>
                                <a:ext uri="{FF2B5EF4-FFF2-40B4-BE49-F238E27FC236}">
                                  <a16:creationId xmlns:a16="http://schemas.microsoft.com/office/drawing/2014/main" id="{8ED5B888-1468-49F4-AD85-CDA73568F2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090" name="Rectangle 3089">
                              <a:extLst>
                                <a:ext uri="{FF2B5EF4-FFF2-40B4-BE49-F238E27FC236}">
                                  <a16:creationId xmlns:a16="http://schemas.microsoft.com/office/drawing/2014/main" id="{9CC4365E-4D67-4648-BFF1-079BB075CF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86" name="Group 3085">
                            <a:extLst>
                              <a:ext uri="{FF2B5EF4-FFF2-40B4-BE49-F238E27FC236}">
                                <a16:creationId xmlns:a16="http://schemas.microsoft.com/office/drawing/2014/main" id="{E2681B3B-1E21-46AF-975E-344F5FBB73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87" name="Rectangle 3086">
                              <a:extLst>
                                <a:ext uri="{FF2B5EF4-FFF2-40B4-BE49-F238E27FC236}">
                                  <a16:creationId xmlns:a16="http://schemas.microsoft.com/office/drawing/2014/main" id="{AC1BD89B-F9EC-4554-95E8-A3D88DBA86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088" name="Rectangle 3087">
                              <a:extLst>
                                <a:ext uri="{FF2B5EF4-FFF2-40B4-BE49-F238E27FC236}">
                                  <a16:creationId xmlns:a16="http://schemas.microsoft.com/office/drawing/2014/main" id="{B9B3E037-A02B-42DF-A00E-5C7731D8A8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016" name="Group 3015">
                    <a:extLst>
                      <a:ext uri="{FF2B5EF4-FFF2-40B4-BE49-F238E27FC236}">
                        <a16:creationId xmlns:a16="http://schemas.microsoft.com/office/drawing/2014/main" id="{A67A5D72-BABE-4881-994F-699F8C220CFE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017" name="Group 3016">
                      <a:extLst>
                        <a:ext uri="{FF2B5EF4-FFF2-40B4-BE49-F238E27FC236}">
                          <a16:creationId xmlns:a16="http://schemas.microsoft.com/office/drawing/2014/main" id="{DD2745A8-B2DB-4217-9061-4FF389C65B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49" name="Group 3048">
                        <a:extLst>
                          <a:ext uri="{FF2B5EF4-FFF2-40B4-BE49-F238E27FC236}">
                            <a16:creationId xmlns:a16="http://schemas.microsoft.com/office/drawing/2014/main" id="{2173FA6D-3C40-4CD9-AC31-68113C2732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65" name="Group 3064">
                          <a:extLst>
                            <a:ext uri="{FF2B5EF4-FFF2-40B4-BE49-F238E27FC236}">
                              <a16:creationId xmlns:a16="http://schemas.microsoft.com/office/drawing/2014/main" id="{66678BF3-77ED-468E-8CD3-4541FCF1A6B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73" name="Group 3072">
                            <a:extLst>
                              <a:ext uri="{FF2B5EF4-FFF2-40B4-BE49-F238E27FC236}">
                                <a16:creationId xmlns:a16="http://schemas.microsoft.com/office/drawing/2014/main" id="{1E2506AF-1221-4C27-97BC-F0AC290B50B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7" name="Rectangle 3076">
                              <a:extLst>
                                <a:ext uri="{FF2B5EF4-FFF2-40B4-BE49-F238E27FC236}">
                                  <a16:creationId xmlns:a16="http://schemas.microsoft.com/office/drawing/2014/main" id="{D4728C8B-CE3C-458C-B277-F534716BB7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078" name="Rectangle 3077">
                              <a:extLst>
                                <a:ext uri="{FF2B5EF4-FFF2-40B4-BE49-F238E27FC236}">
                                  <a16:creationId xmlns:a16="http://schemas.microsoft.com/office/drawing/2014/main" id="{843DA9FB-324E-457A-8CF9-E95EF73A0D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74" name="Group 3073">
                            <a:extLst>
                              <a:ext uri="{FF2B5EF4-FFF2-40B4-BE49-F238E27FC236}">
                                <a16:creationId xmlns:a16="http://schemas.microsoft.com/office/drawing/2014/main" id="{3CB6DEE7-9846-4F12-A06D-27155E329B6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5" name="Rectangle 3074">
                              <a:extLst>
                                <a:ext uri="{FF2B5EF4-FFF2-40B4-BE49-F238E27FC236}">
                                  <a16:creationId xmlns:a16="http://schemas.microsoft.com/office/drawing/2014/main" id="{25E6051B-F425-4FDF-9DE5-D47552EA4F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076" name="Rectangle 3075">
                              <a:extLst>
                                <a:ext uri="{FF2B5EF4-FFF2-40B4-BE49-F238E27FC236}">
                                  <a16:creationId xmlns:a16="http://schemas.microsoft.com/office/drawing/2014/main" id="{A37424BA-9DCE-48AC-BAD2-8E2450E64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66" name="Group 3065">
                          <a:extLst>
                            <a:ext uri="{FF2B5EF4-FFF2-40B4-BE49-F238E27FC236}">
                              <a16:creationId xmlns:a16="http://schemas.microsoft.com/office/drawing/2014/main" id="{52E9A124-52A1-49EC-AC97-52564927F0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67" name="Group 3066">
                            <a:extLst>
                              <a:ext uri="{FF2B5EF4-FFF2-40B4-BE49-F238E27FC236}">
                                <a16:creationId xmlns:a16="http://schemas.microsoft.com/office/drawing/2014/main" id="{A88E4E9F-4D7F-4413-B2F6-B2B3D29F2C5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71" name="Rectangle 3070">
                              <a:extLst>
                                <a:ext uri="{FF2B5EF4-FFF2-40B4-BE49-F238E27FC236}">
                                  <a16:creationId xmlns:a16="http://schemas.microsoft.com/office/drawing/2014/main" id="{A6D6E51E-DD61-4E74-80C7-36BC35F4BC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072" name="Rectangle 3071">
                              <a:extLst>
                                <a:ext uri="{FF2B5EF4-FFF2-40B4-BE49-F238E27FC236}">
                                  <a16:creationId xmlns:a16="http://schemas.microsoft.com/office/drawing/2014/main" id="{1BF69A08-843B-4F99-8DD7-4B9E2C9E5A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68" name="Group 3067">
                            <a:extLst>
                              <a:ext uri="{FF2B5EF4-FFF2-40B4-BE49-F238E27FC236}">
                                <a16:creationId xmlns:a16="http://schemas.microsoft.com/office/drawing/2014/main" id="{E1CEF4B9-316C-4A51-9DB6-9B12290333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9" name="Rectangle 3068">
                              <a:extLst>
                                <a:ext uri="{FF2B5EF4-FFF2-40B4-BE49-F238E27FC236}">
                                  <a16:creationId xmlns:a16="http://schemas.microsoft.com/office/drawing/2014/main" id="{73AE32F2-C91E-47EA-877C-7EE96D694A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070" name="Rectangle 3069">
                              <a:extLst>
                                <a:ext uri="{FF2B5EF4-FFF2-40B4-BE49-F238E27FC236}">
                                  <a16:creationId xmlns:a16="http://schemas.microsoft.com/office/drawing/2014/main" id="{419934D4-7FEC-42D8-A702-D09F262E8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50" name="Group 3049">
                        <a:extLst>
                          <a:ext uri="{FF2B5EF4-FFF2-40B4-BE49-F238E27FC236}">
                            <a16:creationId xmlns:a16="http://schemas.microsoft.com/office/drawing/2014/main" id="{BE482B33-8927-479F-8296-50F766B6DE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51" name="Group 3050">
                          <a:extLst>
                            <a:ext uri="{FF2B5EF4-FFF2-40B4-BE49-F238E27FC236}">
                              <a16:creationId xmlns:a16="http://schemas.microsoft.com/office/drawing/2014/main" id="{17EF8711-6606-4071-A97D-0A542235B9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59" name="Group 3058">
                            <a:extLst>
                              <a:ext uri="{FF2B5EF4-FFF2-40B4-BE49-F238E27FC236}">
                                <a16:creationId xmlns:a16="http://schemas.microsoft.com/office/drawing/2014/main" id="{053248DB-F914-41F2-A00D-E05D810A36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3" name="Rectangle 3062">
                              <a:extLst>
                                <a:ext uri="{FF2B5EF4-FFF2-40B4-BE49-F238E27FC236}">
                                  <a16:creationId xmlns:a16="http://schemas.microsoft.com/office/drawing/2014/main" id="{12D9618E-6C9C-4D24-8F72-0B8A2E7560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064" name="Rectangle 3063">
                              <a:extLst>
                                <a:ext uri="{FF2B5EF4-FFF2-40B4-BE49-F238E27FC236}">
                                  <a16:creationId xmlns:a16="http://schemas.microsoft.com/office/drawing/2014/main" id="{E352C26F-AC56-43FD-A7FA-42C94362B0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60" name="Group 3059">
                            <a:extLst>
                              <a:ext uri="{FF2B5EF4-FFF2-40B4-BE49-F238E27FC236}">
                                <a16:creationId xmlns:a16="http://schemas.microsoft.com/office/drawing/2014/main" id="{2B204EB6-343C-4310-A98F-44BC6CADB4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61" name="Rectangle 3060">
                              <a:extLst>
                                <a:ext uri="{FF2B5EF4-FFF2-40B4-BE49-F238E27FC236}">
                                  <a16:creationId xmlns:a16="http://schemas.microsoft.com/office/drawing/2014/main" id="{D528D996-D693-4D45-8940-325416ABA7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062" name="Rectangle 3061">
                              <a:extLst>
                                <a:ext uri="{FF2B5EF4-FFF2-40B4-BE49-F238E27FC236}">
                                  <a16:creationId xmlns:a16="http://schemas.microsoft.com/office/drawing/2014/main" id="{0613366D-20F6-47F7-BA2B-AD328EE9A2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52" name="Group 3051">
                          <a:extLst>
                            <a:ext uri="{FF2B5EF4-FFF2-40B4-BE49-F238E27FC236}">
                              <a16:creationId xmlns:a16="http://schemas.microsoft.com/office/drawing/2014/main" id="{D543F487-94A2-4C30-B640-14B362576D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53" name="Group 3052">
                            <a:extLst>
                              <a:ext uri="{FF2B5EF4-FFF2-40B4-BE49-F238E27FC236}">
                                <a16:creationId xmlns:a16="http://schemas.microsoft.com/office/drawing/2014/main" id="{BC2FFD24-9B3E-4E70-BDE6-959B4A7631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57" name="Rectangle 3056">
                              <a:extLst>
                                <a:ext uri="{FF2B5EF4-FFF2-40B4-BE49-F238E27FC236}">
                                  <a16:creationId xmlns:a16="http://schemas.microsoft.com/office/drawing/2014/main" id="{90DAE374-25F6-430D-AE65-056DFD3807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058" name="Rectangle 3057">
                              <a:extLst>
                                <a:ext uri="{FF2B5EF4-FFF2-40B4-BE49-F238E27FC236}">
                                  <a16:creationId xmlns:a16="http://schemas.microsoft.com/office/drawing/2014/main" id="{3E885582-694F-4D73-A354-961190F89D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54" name="Group 3053">
                            <a:extLst>
                              <a:ext uri="{FF2B5EF4-FFF2-40B4-BE49-F238E27FC236}">
                                <a16:creationId xmlns:a16="http://schemas.microsoft.com/office/drawing/2014/main" id="{58D13903-58BB-424D-8730-185D04427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55" name="Rectangle 3054">
                              <a:extLst>
                                <a:ext uri="{FF2B5EF4-FFF2-40B4-BE49-F238E27FC236}">
                                  <a16:creationId xmlns:a16="http://schemas.microsoft.com/office/drawing/2014/main" id="{37A55D76-3D08-4697-B627-E221FE2D5F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056" name="Rectangle 3055">
                              <a:extLst>
                                <a:ext uri="{FF2B5EF4-FFF2-40B4-BE49-F238E27FC236}">
                                  <a16:creationId xmlns:a16="http://schemas.microsoft.com/office/drawing/2014/main" id="{9F65FC9B-6F0F-48F6-B2FA-E5A2D24AB7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018" name="Group 3017">
                      <a:extLst>
                        <a:ext uri="{FF2B5EF4-FFF2-40B4-BE49-F238E27FC236}">
                          <a16:creationId xmlns:a16="http://schemas.microsoft.com/office/drawing/2014/main" id="{A7BC7732-FB41-4EB6-883F-3D86C45F81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019" name="Group 3018">
                        <a:extLst>
                          <a:ext uri="{FF2B5EF4-FFF2-40B4-BE49-F238E27FC236}">
                            <a16:creationId xmlns:a16="http://schemas.microsoft.com/office/drawing/2014/main" id="{55EF08F4-1845-47A5-9D08-067B50A0AFD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35" name="Group 3034">
                          <a:extLst>
                            <a:ext uri="{FF2B5EF4-FFF2-40B4-BE49-F238E27FC236}">
                              <a16:creationId xmlns:a16="http://schemas.microsoft.com/office/drawing/2014/main" id="{D0163655-7D72-4D57-97B3-E9914184EF6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43" name="Group 3042">
                            <a:extLst>
                              <a:ext uri="{FF2B5EF4-FFF2-40B4-BE49-F238E27FC236}">
                                <a16:creationId xmlns:a16="http://schemas.microsoft.com/office/drawing/2014/main" id="{9EF76FBD-4C07-44A1-88AC-DA0D9A78E6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7" name="Rectangle 3046">
                              <a:extLst>
                                <a:ext uri="{FF2B5EF4-FFF2-40B4-BE49-F238E27FC236}">
                                  <a16:creationId xmlns:a16="http://schemas.microsoft.com/office/drawing/2014/main" id="{307F9F25-955C-4482-9540-C5283155B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048" name="Rectangle 3047">
                              <a:extLst>
                                <a:ext uri="{FF2B5EF4-FFF2-40B4-BE49-F238E27FC236}">
                                  <a16:creationId xmlns:a16="http://schemas.microsoft.com/office/drawing/2014/main" id="{2F88F4CF-2DC4-40F3-8FA2-2156C9C580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44" name="Group 3043">
                            <a:extLst>
                              <a:ext uri="{FF2B5EF4-FFF2-40B4-BE49-F238E27FC236}">
                                <a16:creationId xmlns:a16="http://schemas.microsoft.com/office/drawing/2014/main" id="{92AFB9BC-5E4C-445A-B82F-EA156C9EFF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5" name="Rectangle 3044">
                              <a:extLst>
                                <a:ext uri="{FF2B5EF4-FFF2-40B4-BE49-F238E27FC236}">
                                  <a16:creationId xmlns:a16="http://schemas.microsoft.com/office/drawing/2014/main" id="{1894CDF2-E507-45B6-8639-7D3744C5C9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046" name="Rectangle 3045">
                              <a:extLst>
                                <a:ext uri="{FF2B5EF4-FFF2-40B4-BE49-F238E27FC236}">
                                  <a16:creationId xmlns:a16="http://schemas.microsoft.com/office/drawing/2014/main" id="{3F17FA79-414B-4D3E-B1A3-F5AF312890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36" name="Group 3035">
                          <a:extLst>
                            <a:ext uri="{FF2B5EF4-FFF2-40B4-BE49-F238E27FC236}">
                              <a16:creationId xmlns:a16="http://schemas.microsoft.com/office/drawing/2014/main" id="{BE6F29FE-655E-4D6F-AEDB-BFBEF24D87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37" name="Group 3036">
                            <a:extLst>
                              <a:ext uri="{FF2B5EF4-FFF2-40B4-BE49-F238E27FC236}">
                                <a16:creationId xmlns:a16="http://schemas.microsoft.com/office/drawing/2014/main" id="{E003FE3B-BE9A-4123-A6C0-9D129DB6707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41" name="Rectangle 3040">
                              <a:extLst>
                                <a:ext uri="{FF2B5EF4-FFF2-40B4-BE49-F238E27FC236}">
                                  <a16:creationId xmlns:a16="http://schemas.microsoft.com/office/drawing/2014/main" id="{406FBB5A-2EDB-48A6-BABC-FBF99890F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042" name="Rectangle 3041">
                              <a:extLst>
                                <a:ext uri="{FF2B5EF4-FFF2-40B4-BE49-F238E27FC236}">
                                  <a16:creationId xmlns:a16="http://schemas.microsoft.com/office/drawing/2014/main" id="{C9FF8365-F86C-440B-A72F-AD528AC693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38" name="Group 3037">
                            <a:extLst>
                              <a:ext uri="{FF2B5EF4-FFF2-40B4-BE49-F238E27FC236}">
                                <a16:creationId xmlns:a16="http://schemas.microsoft.com/office/drawing/2014/main" id="{73C27593-2352-4630-86AC-5E793A0629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9" name="Rectangle 3038">
                              <a:extLst>
                                <a:ext uri="{FF2B5EF4-FFF2-40B4-BE49-F238E27FC236}">
                                  <a16:creationId xmlns:a16="http://schemas.microsoft.com/office/drawing/2014/main" id="{52C1570D-F382-49B8-9B3C-913660D0B9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040" name="Rectangle 3039">
                              <a:extLst>
                                <a:ext uri="{FF2B5EF4-FFF2-40B4-BE49-F238E27FC236}">
                                  <a16:creationId xmlns:a16="http://schemas.microsoft.com/office/drawing/2014/main" id="{40F1B234-BCFB-4B36-840A-99A21C8879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020" name="Group 3019">
                        <a:extLst>
                          <a:ext uri="{FF2B5EF4-FFF2-40B4-BE49-F238E27FC236}">
                            <a16:creationId xmlns:a16="http://schemas.microsoft.com/office/drawing/2014/main" id="{5B74CA27-7FDC-409F-9147-B74B57FBE7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021" name="Group 3020">
                          <a:extLst>
                            <a:ext uri="{FF2B5EF4-FFF2-40B4-BE49-F238E27FC236}">
                              <a16:creationId xmlns:a16="http://schemas.microsoft.com/office/drawing/2014/main" id="{CE6388E5-D3C3-408A-BE57-248AFA9C41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29" name="Group 3028">
                            <a:extLst>
                              <a:ext uri="{FF2B5EF4-FFF2-40B4-BE49-F238E27FC236}">
                                <a16:creationId xmlns:a16="http://schemas.microsoft.com/office/drawing/2014/main" id="{77C8F058-6F7A-44A2-94E0-44EE732EDE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3" name="Rectangle 3032">
                              <a:extLst>
                                <a:ext uri="{FF2B5EF4-FFF2-40B4-BE49-F238E27FC236}">
                                  <a16:creationId xmlns:a16="http://schemas.microsoft.com/office/drawing/2014/main" id="{FD5BB331-1159-4A1C-B704-A040DD1F53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034" name="Rectangle 3033">
                              <a:extLst>
                                <a:ext uri="{FF2B5EF4-FFF2-40B4-BE49-F238E27FC236}">
                                  <a16:creationId xmlns:a16="http://schemas.microsoft.com/office/drawing/2014/main" id="{F786076A-37A0-4FC8-9F64-2419A33D4A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30" name="Group 3029">
                            <a:extLst>
                              <a:ext uri="{FF2B5EF4-FFF2-40B4-BE49-F238E27FC236}">
                                <a16:creationId xmlns:a16="http://schemas.microsoft.com/office/drawing/2014/main" id="{786931D8-4380-4B9A-839A-A61C2EFF6F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31" name="Rectangle 3030">
                              <a:extLst>
                                <a:ext uri="{FF2B5EF4-FFF2-40B4-BE49-F238E27FC236}">
                                  <a16:creationId xmlns:a16="http://schemas.microsoft.com/office/drawing/2014/main" id="{BB9C0D26-EBAD-45F2-9F3E-91C2A58D14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032" name="Rectangle 3031">
                              <a:extLst>
                                <a:ext uri="{FF2B5EF4-FFF2-40B4-BE49-F238E27FC236}">
                                  <a16:creationId xmlns:a16="http://schemas.microsoft.com/office/drawing/2014/main" id="{75A3A57D-0D77-4E13-9404-B6788767C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22" name="Group 3021">
                          <a:extLst>
                            <a:ext uri="{FF2B5EF4-FFF2-40B4-BE49-F238E27FC236}">
                              <a16:creationId xmlns:a16="http://schemas.microsoft.com/office/drawing/2014/main" id="{7F161B20-EB67-4E62-B80F-AD25914469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23" name="Group 3022">
                            <a:extLst>
                              <a:ext uri="{FF2B5EF4-FFF2-40B4-BE49-F238E27FC236}">
                                <a16:creationId xmlns:a16="http://schemas.microsoft.com/office/drawing/2014/main" id="{DF30C5B8-DBAF-435E-B15C-820446E236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27" name="Rectangle 3026">
                              <a:extLst>
                                <a:ext uri="{FF2B5EF4-FFF2-40B4-BE49-F238E27FC236}">
                                  <a16:creationId xmlns:a16="http://schemas.microsoft.com/office/drawing/2014/main" id="{C3D7AFAA-9F91-4597-9001-D192907E5F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028" name="Rectangle 3027">
                              <a:extLst>
                                <a:ext uri="{FF2B5EF4-FFF2-40B4-BE49-F238E27FC236}">
                                  <a16:creationId xmlns:a16="http://schemas.microsoft.com/office/drawing/2014/main" id="{69D311A2-8780-4DAA-AA51-DCBF15DB54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24" name="Group 3023">
                            <a:extLst>
                              <a:ext uri="{FF2B5EF4-FFF2-40B4-BE49-F238E27FC236}">
                                <a16:creationId xmlns:a16="http://schemas.microsoft.com/office/drawing/2014/main" id="{8B4E5FCE-52B0-4F8B-8FFC-30761E6F4B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25" name="Rectangle 3024">
                              <a:extLst>
                                <a:ext uri="{FF2B5EF4-FFF2-40B4-BE49-F238E27FC236}">
                                  <a16:creationId xmlns:a16="http://schemas.microsoft.com/office/drawing/2014/main" id="{CF6D7CB0-251A-4A03-9837-5DD24E777F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026" name="Rectangle 3025">
                              <a:extLst>
                                <a:ext uri="{FF2B5EF4-FFF2-40B4-BE49-F238E27FC236}">
                                  <a16:creationId xmlns:a16="http://schemas.microsoft.com/office/drawing/2014/main" id="{3BDCCB6F-348D-4192-9F06-0820DEC283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0BB1F0DE-15D5-405D-89AF-1F613DBC0F0A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2759" name="Group 2758">
                  <a:extLst>
                    <a:ext uri="{FF2B5EF4-FFF2-40B4-BE49-F238E27FC236}">
                      <a16:creationId xmlns:a16="http://schemas.microsoft.com/office/drawing/2014/main" id="{175AB4BE-1E50-45A0-84F4-89866120409D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2887" name="Group 2886">
                    <a:extLst>
                      <a:ext uri="{FF2B5EF4-FFF2-40B4-BE49-F238E27FC236}">
                        <a16:creationId xmlns:a16="http://schemas.microsoft.com/office/drawing/2014/main" id="{3186A8E4-51B6-48F0-97D4-890B9B8050F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951" name="Group 2950">
                      <a:extLst>
                        <a:ext uri="{FF2B5EF4-FFF2-40B4-BE49-F238E27FC236}">
                          <a16:creationId xmlns:a16="http://schemas.microsoft.com/office/drawing/2014/main" id="{CF9E1C3A-8518-4121-A5FC-6ABF9429FF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83" name="Group 2982">
                        <a:extLst>
                          <a:ext uri="{FF2B5EF4-FFF2-40B4-BE49-F238E27FC236}">
                            <a16:creationId xmlns:a16="http://schemas.microsoft.com/office/drawing/2014/main" id="{EA74605B-E52F-47C8-B6B3-A145CB389D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99" name="Group 2998">
                          <a:extLst>
                            <a:ext uri="{FF2B5EF4-FFF2-40B4-BE49-F238E27FC236}">
                              <a16:creationId xmlns:a16="http://schemas.microsoft.com/office/drawing/2014/main" id="{A90968E5-C10A-4197-99BE-15BA124E46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07" name="Group 3006">
                            <a:extLst>
                              <a:ext uri="{FF2B5EF4-FFF2-40B4-BE49-F238E27FC236}">
                                <a16:creationId xmlns:a16="http://schemas.microsoft.com/office/drawing/2014/main" id="{89F3A028-1330-4B48-A7D3-95102165A0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11" name="Rectangle 3010">
                              <a:extLst>
                                <a:ext uri="{FF2B5EF4-FFF2-40B4-BE49-F238E27FC236}">
                                  <a16:creationId xmlns:a16="http://schemas.microsoft.com/office/drawing/2014/main" id="{0B8F074D-EC6C-400B-8C5F-2CCAFB0344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012" name="Rectangle 3011">
                              <a:extLst>
                                <a:ext uri="{FF2B5EF4-FFF2-40B4-BE49-F238E27FC236}">
                                  <a16:creationId xmlns:a16="http://schemas.microsoft.com/office/drawing/2014/main" id="{58A9A906-2604-47A3-B266-64CE20528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08" name="Group 3007">
                            <a:extLst>
                              <a:ext uri="{FF2B5EF4-FFF2-40B4-BE49-F238E27FC236}">
                                <a16:creationId xmlns:a16="http://schemas.microsoft.com/office/drawing/2014/main" id="{AA2B6860-1CF3-463A-B383-FA7D171B7C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9" name="Rectangle 3008">
                              <a:extLst>
                                <a:ext uri="{FF2B5EF4-FFF2-40B4-BE49-F238E27FC236}">
                                  <a16:creationId xmlns:a16="http://schemas.microsoft.com/office/drawing/2014/main" id="{29DF8692-4CB5-46E3-BB63-B34F79CA56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010" name="Rectangle 3009">
                              <a:extLst>
                                <a:ext uri="{FF2B5EF4-FFF2-40B4-BE49-F238E27FC236}">
                                  <a16:creationId xmlns:a16="http://schemas.microsoft.com/office/drawing/2014/main" id="{4567ED83-E128-4B9B-8AEC-9086EBA415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000" name="Group 2999">
                          <a:extLst>
                            <a:ext uri="{FF2B5EF4-FFF2-40B4-BE49-F238E27FC236}">
                              <a16:creationId xmlns:a16="http://schemas.microsoft.com/office/drawing/2014/main" id="{FF3D933D-9261-43FD-AE4A-FBDBFED7D64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001" name="Group 3000">
                            <a:extLst>
                              <a:ext uri="{FF2B5EF4-FFF2-40B4-BE49-F238E27FC236}">
                                <a16:creationId xmlns:a16="http://schemas.microsoft.com/office/drawing/2014/main" id="{EEDC2826-C589-4B1C-8B30-AE0A752319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5" name="Rectangle 3004">
                              <a:extLst>
                                <a:ext uri="{FF2B5EF4-FFF2-40B4-BE49-F238E27FC236}">
                                  <a16:creationId xmlns:a16="http://schemas.microsoft.com/office/drawing/2014/main" id="{4AEEDBCD-3A6D-4965-BC89-1DCCC8EDCF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006" name="Rectangle 3005">
                              <a:extLst>
                                <a:ext uri="{FF2B5EF4-FFF2-40B4-BE49-F238E27FC236}">
                                  <a16:creationId xmlns:a16="http://schemas.microsoft.com/office/drawing/2014/main" id="{6E3C5F3A-8CBC-44A3-B57E-8BA150DCDE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002" name="Group 3001">
                            <a:extLst>
                              <a:ext uri="{FF2B5EF4-FFF2-40B4-BE49-F238E27FC236}">
                                <a16:creationId xmlns:a16="http://schemas.microsoft.com/office/drawing/2014/main" id="{E5C73DA4-DA9E-4730-9781-4599584A47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003" name="Rectangle 3002">
                              <a:extLst>
                                <a:ext uri="{FF2B5EF4-FFF2-40B4-BE49-F238E27FC236}">
                                  <a16:creationId xmlns:a16="http://schemas.microsoft.com/office/drawing/2014/main" id="{B62634A7-188B-418F-8F5A-C1514FD1CE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004" name="Rectangle 3003">
                              <a:extLst>
                                <a:ext uri="{FF2B5EF4-FFF2-40B4-BE49-F238E27FC236}">
                                  <a16:creationId xmlns:a16="http://schemas.microsoft.com/office/drawing/2014/main" id="{D7D6B3F0-4A47-43BC-A90A-D9BA3F75B9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84" name="Group 2983">
                        <a:extLst>
                          <a:ext uri="{FF2B5EF4-FFF2-40B4-BE49-F238E27FC236}">
                            <a16:creationId xmlns:a16="http://schemas.microsoft.com/office/drawing/2014/main" id="{FABD6C4A-6D9C-4848-907C-4CF1D21EEC7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85" name="Group 2984">
                          <a:extLst>
                            <a:ext uri="{FF2B5EF4-FFF2-40B4-BE49-F238E27FC236}">
                              <a16:creationId xmlns:a16="http://schemas.microsoft.com/office/drawing/2014/main" id="{00D01F5C-8A5E-4D16-9DAB-0922DB6FA3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93" name="Group 2992">
                            <a:extLst>
                              <a:ext uri="{FF2B5EF4-FFF2-40B4-BE49-F238E27FC236}">
                                <a16:creationId xmlns:a16="http://schemas.microsoft.com/office/drawing/2014/main" id="{E0176EC8-C0A9-4B48-8F98-FA343BB9B8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7" name="Rectangle 2996">
                              <a:extLst>
                                <a:ext uri="{FF2B5EF4-FFF2-40B4-BE49-F238E27FC236}">
                                  <a16:creationId xmlns:a16="http://schemas.microsoft.com/office/drawing/2014/main" id="{5FB65B0D-73E6-4C21-9E1F-B5373C5200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998" name="Rectangle 2997">
                              <a:extLst>
                                <a:ext uri="{FF2B5EF4-FFF2-40B4-BE49-F238E27FC236}">
                                  <a16:creationId xmlns:a16="http://schemas.microsoft.com/office/drawing/2014/main" id="{60A3FAFC-E297-4FCC-9289-6DBA5BE0CB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94" name="Group 2993">
                            <a:extLst>
                              <a:ext uri="{FF2B5EF4-FFF2-40B4-BE49-F238E27FC236}">
                                <a16:creationId xmlns:a16="http://schemas.microsoft.com/office/drawing/2014/main" id="{D3913815-BA78-4F38-BE8A-972E8437C10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5" name="Rectangle 2994">
                              <a:extLst>
                                <a:ext uri="{FF2B5EF4-FFF2-40B4-BE49-F238E27FC236}">
                                  <a16:creationId xmlns:a16="http://schemas.microsoft.com/office/drawing/2014/main" id="{8BC8C5B8-70B7-4FF5-990F-48D796481D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996" name="Rectangle 2995">
                              <a:extLst>
                                <a:ext uri="{FF2B5EF4-FFF2-40B4-BE49-F238E27FC236}">
                                  <a16:creationId xmlns:a16="http://schemas.microsoft.com/office/drawing/2014/main" id="{A5B8D945-304A-44BC-8FAE-3A7E48FB76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86" name="Group 2985">
                          <a:extLst>
                            <a:ext uri="{FF2B5EF4-FFF2-40B4-BE49-F238E27FC236}">
                              <a16:creationId xmlns:a16="http://schemas.microsoft.com/office/drawing/2014/main" id="{C4C942D5-AA5D-4C00-9E3A-81729E8AF0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87" name="Group 2986">
                            <a:extLst>
                              <a:ext uri="{FF2B5EF4-FFF2-40B4-BE49-F238E27FC236}">
                                <a16:creationId xmlns:a16="http://schemas.microsoft.com/office/drawing/2014/main" id="{79CC2B9F-3897-4278-9E8D-C7E71C894D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91" name="Rectangle 2990">
                              <a:extLst>
                                <a:ext uri="{FF2B5EF4-FFF2-40B4-BE49-F238E27FC236}">
                                  <a16:creationId xmlns:a16="http://schemas.microsoft.com/office/drawing/2014/main" id="{72738FE7-12B0-460E-9C63-5F300EBF51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992" name="Rectangle 2991">
                              <a:extLst>
                                <a:ext uri="{FF2B5EF4-FFF2-40B4-BE49-F238E27FC236}">
                                  <a16:creationId xmlns:a16="http://schemas.microsoft.com/office/drawing/2014/main" id="{B55C841D-2E92-4058-B7B8-46D223BC5B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88" name="Group 2987">
                            <a:extLst>
                              <a:ext uri="{FF2B5EF4-FFF2-40B4-BE49-F238E27FC236}">
                                <a16:creationId xmlns:a16="http://schemas.microsoft.com/office/drawing/2014/main" id="{C5C7B66D-9E4F-4A67-BA64-90C89DB854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89" name="Rectangle 2988">
                              <a:extLst>
                                <a:ext uri="{FF2B5EF4-FFF2-40B4-BE49-F238E27FC236}">
                                  <a16:creationId xmlns:a16="http://schemas.microsoft.com/office/drawing/2014/main" id="{4B977F65-0AAB-4E1C-8EE6-EEF61E417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990" name="Rectangle 2989">
                              <a:extLst>
                                <a:ext uri="{FF2B5EF4-FFF2-40B4-BE49-F238E27FC236}">
                                  <a16:creationId xmlns:a16="http://schemas.microsoft.com/office/drawing/2014/main" id="{7C18BFA4-1477-4C26-9F70-37407AF98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952" name="Group 2951">
                      <a:extLst>
                        <a:ext uri="{FF2B5EF4-FFF2-40B4-BE49-F238E27FC236}">
                          <a16:creationId xmlns:a16="http://schemas.microsoft.com/office/drawing/2014/main" id="{DDE0F1CF-4254-43C8-8E3D-4E3EE742F6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53" name="Group 2952">
                        <a:extLst>
                          <a:ext uri="{FF2B5EF4-FFF2-40B4-BE49-F238E27FC236}">
                            <a16:creationId xmlns:a16="http://schemas.microsoft.com/office/drawing/2014/main" id="{86F44784-BD32-4FA5-86EA-BD1E0505F00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69" name="Group 2968">
                          <a:extLst>
                            <a:ext uri="{FF2B5EF4-FFF2-40B4-BE49-F238E27FC236}">
                              <a16:creationId xmlns:a16="http://schemas.microsoft.com/office/drawing/2014/main" id="{8ED9452D-5B7A-4CEB-9FB0-CBA8A71FD8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77" name="Group 2976">
                            <a:extLst>
                              <a:ext uri="{FF2B5EF4-FFF2-40B4-BE49-F238E27FC236}">
                                <a16:creationId xmlns:a16="http://schemas.microsoft.com/office/drawing/2014/main" id="{6E870185-C76F-4840-A2D9-F539C5FA0F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81" name="Rectangle 2980">
                              <a:extLst>
                                <a:ext uri="{FF2B5EF4-FFF2-40B4-BE49-F238E27FC236}">
                                  <a16:creationId xmlns:a16="http://schemas.microsoft.com/office/drawing/2014/main" id="{423DC332-2CC7-46DA-AE41-117DC6E9AF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982" name="Rectangle 2981">
                              <a:extLst>
                                <a:ext uri="{FF2B5EF4-FFF2-40B4-BE49-F238E27FC236}">
                                  <a16:creationId xmlns:a16="http://schemas.microsoft.com/office/drawing/2014/main" id="{AA70C922-1461-47DD-8083-140A6F888B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78" name="Group 2977">
                            <a:extLst>
                              <a:ext uri="{FF2B5EF4-FFF2-40B4-BE49-F238E27FC236}">
                                <a16:creationId xmlns:a16="http://schemas.microsoft.com/office/drawing/2014/main" id="{7B85369C-4E2D-4676-AF4E-ACFADF4959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9" name="Rectangle 2978">
                              <a:extLst>
                                <a:ext uri="{FF2B5EF4-FFF2-40B4-BE49-F238E27FC236}">
                                  <a16:creationId xmlns:a16="http://schemas.microsoft.com/office/drawing/2014/main" id="{E322197D-B07F-4011-A415-8900EA0B7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980" name="Rectangle 2979">
                              <a:extLst>
                                <a:ext uri="{FF2B5EF4-FFF2-40B4-BE49-F238E27FC236}">
                                  <a16:creationId xmlns:a16="http://schemas.microsoft.com/office/drawing/2014/main" id="{325D8D06-156D-4338-85DB-E5E5DD9C1D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70" name="Group 2969">
                          <a:extLst>
                            <a:ext uri="{FF2B5EF4-FFF2-40B4-BE49-F238E27FC236}">
                              <a16:creationId xmlns:a16="http://schemas.microsoft.com/office/drawing/2014/main" id="{0B172875-1307-419A-A0F6-E507D15B1D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71" name="Group 2970">
                            <a:extLst>
                              <a:ext uri="{FF2B5EF4-FFF2-40B4-BE49-F238E27FC236}">
                                <a16:creationId xmlns:a16="http://schemas.microsoft.com/office/drawing/2014/main" id="{B3BA17E6-D718-4829-BDC6-142386D25A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5" name="Rectangle 2974">
                              <a:extLst>
                                <a:ext uri="{FF2B5EF4-FFF2-40B4-BE49-F238E27FC236}">
                                  <a16:creationId xmlns:a16="http://schemas.microsoft.com/office/drawing/2014/main" id="{7C04EA4A-DD8F-48F5-BC31-7699B2048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976" name="Rectangle 2975">
                              <a:extLst>
                                <a:ext uri="{FF2B5EF4-FFF2-40B4-BE49-F238E27FC236}">
                                  <a16:creationId xmlns:a16="http://schemas.microsoft.com/office/drawing/2014/main" id="{7355D9D6-D8BD-4B25-B5A2-345E163968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72" name="Group 2971">
                            <a:extLst>
                              <a:ext uri="{FF2B5EF4-FFF2-40B4-BE49-F238E27FC236}">
                                <a16:creationId xmlns:a16="http://schemas.microsoft.com/office/drawing/2014/main" id="{4E853788-70DB-4920-BA93-BCD81B4FDC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73" name="Rectangle 2972">
                              <a:extLst>
                                <a:ext uri="{FF2B5EF4-FFF2-40B4-BE49-F238E27FC236}">
                                  <a16:creationId xmlns:a16="http://schemas.microsoft.com/office/drawing/2014/main" id="{C9AF0C64-FBC3-4835-BED4-DAC7A6C54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974" name="Rectangle 2973">
                              <a:extLst>
                                <a:ext uri="{FF2B5EF4-FFF2-40B4-BE49-F238E27FC236}">
                                  <a16:creationId xmlns:a16="http://schemas.microsoft.com/office/drawing/2014/main" id="{71A89227-D3AB-4571-ADCB-9D4E65B8B9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54" name="Group 2953">
                        <a:extLst>
                          <a:ext uri="{FF2B5EF4-FFF2-40B4-BE49-F238E27FC236}">
                            <a16:creationId xmlns:a16="http://schemas.microsoft.com/office/drawing/2014/main" id="{635A9EA9-706D-495E-BC05-E30F051C78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55" name="Group 2954">
                          <a:extLst>
                            <a:ext uri="{FF2B5EF4-FFF2-40B4-BE49-F238E27FC236}">
                              <a16:creationId xmlns:a16="http://schemas.microsoft.com/office/drawing/2014/main" id="{933917A5-13DF-4040-AF97-59C6AFE9FF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63" name="Group 2962">
                            <a:extLst>
                              <a:ext uri="{FF2B5EF4-FFF2-40B4-BE49-F238E27FC236}">
                                <a16:creationId xmlns:a16="http://schemas.microsoft.com/office/drawing/2014/main" id="{53DBD39C-404C-4DE6-BB9A-BF5B5B6FCF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7" name="Rectangle 2966">
                              <a:extLst>
                                <a:ext uri="{FF2B5EF4-FFF2-40B4-BE49-F238E27FC236}">
                                  <a16:creationId xmlns:a16="http://schemas.microsoft.com/office/drawing/2014/main" id="{4F64E4E3-95FA-455F-9ACC-B567DA98E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968" name="Rectangle 2967">
                              <a:extLst>
                                <a:ext uri="{FF2B5EF4-FFF2-40B4-BE49-F238E27FC236}">
                                  <a16:creationId xmlns:a16="http://schemas.microsoft.com/office/drawing/2014/main" id="{5B24D66C-06CA-48F6-88E5-410C3EF2F1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64" name="Group 2963">
                            <a:extLst>
                              <a:ext uri="{FF2B5EF4-FFF2-40B4-BE49-F238E27FC236}">
                                <a16:creationId xmlns:a16="http://schemas.microsoft.com/office/drawing/2014/main" id="{1FB8BA2D-E3B5-45D7-828B-4D5514EAD34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5" name="Rectangle 2964">
                              <a:extLst>
                                <a:ext uri="{FF2B5EF4-FFF2-40B4-BE49-F238E27FC236}">
                                  <a16:creationId xmlns:a16="http://schemas.microsoft.com/office/drawing/2014/main" id="{43A5696A-DF96-4C2D-BE62-E66F5E5F46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966" name="Rectangle 2965">
                              <a:extLst>
                                <a:ext uri="{FF2B5EF4-FFF2-40B4-BE49-F238E27FC236}">
                                  <a16:creationId xmlns:a16="http://schemas.microsoft.com/office/drawing/2014/main" id="{4E3A39DE-B26A-4897-8CBF-737987F2BD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56" name="Group 2955">
                          <a:extLst>
                            <a:ext uri="{FF2B5EF4-FFF2-40B4-BE49-F238E27FC236}">
                              <a16:creationId xmlns:a16="http://schemas.microsoft.com/office/drawing/2014/main" id="{D7CDC58D-2436-48C6-ADA2-685B663842B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57" name="Group 2956">
                            <a:extLst>
                              <a:ext uri="{FF2B5EF4-FFF2-40B4-BE49-F238E27FC236}">
                                <a16:creationId xmlns:a16="http://schemas.microsoft.com/office/drawing/2014/main" id="{E7733D27-518C-42D7-84FB-0031A17C013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61" name="Rectangle 2960">
                              <a:extLst>
                                <a:ext uri="{FF2B5EF4-FFF2-40B4-BE49-F238E27FC236}">
                                  <a16:creationId xmlns:a16="http://schemas.microsoft.com/office/drawing/2014/main" id="{29AF5C21-F84D-4C1B-84CD-1F23BA68FE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962" name="Rectangle 2961">
                              <a:extLst>
                                <a:ext uri="{FF2B5EF4-FFF2-40B4-BE49-F238E27FC236}">
                                  <a16:creationId xmlns:a16="http://schemas.microsoft.com/office/drawing/2014/main" id="{6F58D89D-2E40-412A-823C-F7EC801781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58" name="Group 2957">
                            <a:extLst>
                              <a:ext uri="{FF2B5EF4-FFF2-40B4-BE49-F238E27FC236}">
                                <a16:creationId xmlns:a16="http://schemas.microsoft.com/office/drawing/2014/main" id="{DD1AFF36-3298-4EA2-A23C-4C5000270E3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59" name="Rectangle 2958">
                              <a:extLst>
                                <a:ext uri="{FF2B5EF4-FFF2-40B4-BE49-F238E27FC236}">
                                  <a16:creationId xmlns:a16="http://schemas.microsoft.com/office/drawing/2014/main" id="{7CACAB32-348C-4C76-B974-B0EB8480E2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960" name="Rectangle 2959">
                              <a:extLst>
                                <a:ext uri="{FF2B5EF4-FFF2-40B4-BE49-F238E27FC236}">
                                  <a16:creationId xmlns:a16="http://schemas.microsoft.com/office/drawing/2014/main" id="{A96F3BAC-807F-4456-821D-EC275115A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2888" name="Group 2887">
                    <a:extLst>
                      <a:ext uri="{FF2B5EF4-FFF2-40B4-BE49-F238E27FC236}">
                        <a16:creationId xmlns:a16="http://schemas.microsoft.com/office/drawing/2014/main" id="{24C8467A-79CF-4215-B705-21B8EAFAB073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889" name="Group 2888">
                      <a:extLst>
                        <a:ext uri="{FF2B5EF4-FFF2-40B4-BE49-F238E27FC236}">
                          <a16:creationId xmlns:a16="http://schemas.microsoft.com/office/drawing/2014/main" id="{29AC9137-80E2-4431-9886-BAE3C3F283A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921" name="Group 2920">
                        <a:extLst>
                          <a:ext uri="{FF2B5EF4-FFF2-40B4-BE49-F238E27FC236}">
                            <a16:creationId xmlns:a16="http://schemas.microsoft.com/office/drawing/2014/main" id="{3FA62FAC-9F8F-4FF3-A5AF-3CD6ED582C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37" name="Group 2936">
                          <a:extLst>
                            <a:ext uri="{FF2B5EF4-FFF2-40B4-BE49-F238E27FC236}">
                              <a16:creationId xmlns:a16="http://schemas.microsoft.com/office/drawing/2014/main" id="{44795CF6-E5BE-4B48-8914-92A1B734BA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45" name="Group 2944">
                            <a:extLst>
                              <a:ext uri="{FF2B5EF4-FFF2-40B4-BE49-F238E27FC236}">
                                <a16:creationId xmlns:a16="http://schemas.microsoft.com/office/drawing/2014/main" id="{F42B192F-0BDF-46A5-B811-39039959C6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9" name="Rectangle 2948">
                              <a:extLst>
                                <a:ext uri="{FF2B5EF4-FFF2-40B4-BE49-F238E27FC236}">
                                  <a16:creationId xmlns:a16="http://schemas.microsoft.com/office/drawing/2014/main" id="{94A83956-3813-45F0-B734-8D800A98D2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950" name="Rectangle 2949">
                              <a:extLst>
                                <a:ext uri="{FF2B5EF4-FFF2-40B4-BE49-F238E27FC236}">
                                  <a16:creationId xmlns:a16="http://schemas.microsoft.com/office/drawing/2014/main" id="{3C526467-4D22-433C-8BEE-4E6DA9ED59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46" name="Group 2945">
                            <a:extLst>
                              <a:ext uri="{FF2B5EF4-FFF2-40B4-BE49-F238E27FC236}">
                                <a16:creationId xmlns:a16="http://schemas.microsoft.com/office/drawing/2014/main" id="{F791DF9F-88A1-4126-9C50-42197429A14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7" name="Rectangle 2946">
                              <a:extLst>
                                <a:ext uri="{FF2B5EF4-FFF2-40B4-BE49-F238E27FC236}">
                                  <a16:creationId xmlns:a16="http://schemas.microsoft.com/office/drawing/2014/main" id="{4943E34B-1535-4789-BB7B-3E370A8EF2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948" name="Rectangle 2947">
                              <a:extLst>
                                <a:ext uri="{FF2B5EF4-FFF2-40B4-BE49-F238E27FC236}">
                                  <a16:creationId xmlns:a16="http://schemas.microsoft.com/office/drawing/2014/main" id="{5CB2541C-5464-4DB0-A77C-0D34C38A4F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38" name="Group 2937">
                          <a:extLst>
                            <a:ext uri="{FF2B5EF4-FFF2-40B4-BE49-F238E27FC236}">
                              <a16:creationId xmlns:a16="http://schemas.microsoft.com/office/drawing/2014/main" id="{E766DFFF-3834-41A3-8797-562AB4ED50B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39" name="Group 2938">
                            <a:extLst>
                              <a:ext uri="{FF2B5EF4-FFF2-40B4-BE49-F238E27FC236}">
                                <a16:creationId xmlns:a16="http://schemas.microsoft.com/office/drawing/2014/main" id="{A7B91782-F220-4C48-96F8-14DBA11978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3" name="Rectangle 2942">
                              <a:extLst>
                                <a:ext uri="{FF2B5EF4-FFF2-40B4-BE49-F238E27FC236}">
                                  <a16:creationId xmlns:a16="http://schemas.microsoft.com/office/drawing/2014/main" id="{B4DE33A5-4CCD-42D2-9E98-5FD533147D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944" name="Rectangle 2943">
                              <a:extLst>
                                <a:ext uri="{FF2B5EF4-FFF2-40B4-BE49-F238E27FC236}">
                                  <a16:creationId xmlns:a16="http://schemas.microsoft.com/office/drawing/2014/main" id="{6F9098B4-AFC6-4CA1-B920-D271EC52BE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40" name="Group 2939">
                            <a:extLst>
                              <a:ext uri="{FF2B5EF4-FFF2-40B4-BE49-F238E27FC236}">
                                <a16:creationId xmlns:a16="http://schemas.microsoft.com/office/drawing/2014/main" id="{708B8A64-871C-4A2D-85DD-7CE0D2345B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41" name="Rectangle 2940">
                              <a:extLst>
                                <a:ext uri="{FF2B5EF4-FFF2-40B4-BE49-F238E27FC236}">
                                  <a16:creationId xmlns:a16="http://schemas.microsoft.com/office/drawing/2014/main" id="{AAA55260-71E3-4FFC-AF54-34F90D93CA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942" name="Rectangle 2941">
                              <a:extLst>
                                <a:ext uri="{FF2B5EF4-FFF2-40B4-BE49-F238E27FC236}">
                                  <a16:creationId xmlns:a16="http://schemas.microsoft.com/office/drawing/2014/main" id="{738B031E-5C90-4107-960B-A631CC64B4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922" name="Group 2921">
                        <a:extLst>
                          <a:ext uri="{FF2B5EF4-FFF2-40B4-BE49-F238E27FC236}">
                            <a16:creationId xmlns:a16="http://schemas.microsoft.com/office/drawing/2014/main" id="{42DDFA29-E52C-42A8-93C4-9B7C5020D5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23" name="Group 2922">
                          <a:extLst>
                            <a:ext uri="{FF2B5EF4-FFF2-40B4-BE49-F238E27FC236}">
                              <a16:creationId xmlns:a16="http://schemas.microsoft.com/office/drawing/2014/main" id="{772E0F3B-41B1-4973-9005-894F1B9C4F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31" name="Group 2930">
                            <a:extLst>
                              <a:ext uri="{FF2B5EF4-FFF2-40B4-BE49-F238E27FC236}">
                                <a16:creationId xmlns:a16="http://schemas.microsoft.com/office/drawing/2014/main" id="{90A904E8-C75A-4697-A137-3BBFCE8CEF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35" name="Rectangle 2934">
                              <a:extLst>
                                <a:ext uri="{FF2B5EF4-FFF2-40B4-BE49-F238E27FC236}">
                                  <a16:creationId xmlns:a16="http://schemas.microsoft.com/office/drawing/2014/main" id="{B9554575-2087-4B64-8200-EE2BF6531A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936" name="Rectangle 2935">
                              <a:extLst>
                                <a:ext uri="{FF2B5EF4-FFF2-40B4-BE49-F238E27FC236}">
                                  <a16:creationId xmlns:a16="http://schemas.microsoft.com/office/drawing/2014/main" id="{48F85E8A-9100-4C98-B56D-4BF6E9B962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32" name="Group 2931">
                            <a:extLst>
                              <a:ext uri="{FF2B5EF4-FFF2-40B4-BE49-F238E27FC236}">
                                <a16:creationId xmlns:a16="http://schemas.microsoft.com/office/drawing/2014/main" id="{D436D2F9-F4CC-4529-8050-C364AB700C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33" name="Rectangle 2932">
                              <a:extLst>
                                <a:ext uri="{FF2B5EF4-FFF2-40B4-BE49-F238E27FC236}">
                                  <a16:creationId xmlns:a16="http://schemas.microsoft.com/office/drawing/2014/main" id="{1427DDBB-D31C-4456-BF35-46EE213F83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934" name="Rectangle 2933">
                              <a:extLst>
                                <a:ext uri="{FF2B5EF4-FFF2-40B4-BE49-F238E27FC236}">
                                  <a16:creationId xmlns:a16="http://schemas.microsoft.com/office/drawing/2014/main" id="{46963025-6F69-491A-9D98-AB05AAA50A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24" name="Group 2923">
                          <a:extLst>
                            <a:ext uri="{FF2B5EF4-FFF2-40B4-BE49-F238E27FC236}">
                              <a16:creationId xmlns:a16="http://schemas.microsoft.com/office/drawing/2014/main" id="{187DAD6E-27A3-43B3-9782-BD419C23A0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25" name="Group 2924">
                            <a:extLst>
                              <a:ext uri="{FF2B5EF4-FFF2-40B4-BE49-F238E27FC236}">
                                <a16:creationId xmlns:a16="http://schemas.microsoft.com/office/drawing/2014/main" id="{578CE34F-091C-41CE-85FC-AE927F7D6B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29" name="Rectangle 2928">
                              <a:extLst>
                                <a:ext uri="{FF2B5EF4-FFF2-40B4-BE49-F238E27FC236}">
                                  <a16:creationId xmlns:a16="http://schemas.microsoft.com/office/drawing/2014/main" id="{34BD79FA-223C-4542-BFB3-24D39B2635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930" name="Rectangle 2929">
                              <a:extLst>
                                <a:ext uri="{FF2B5EF4-FFF2-40B4-BE49-F238E27FC236}">
                                  <a16:creationId xmlns:a16="http://schemas.microsoft.com/office/drawing/2014/main" id="{85D83D36-D319-4298-9ACC-0678812013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26" name="Group 2925">
                            <a:extLst>
                              <a:ext uri="{FF2B5EF4-FFF2-40B4-BE49-F238E27FC236}">
                                <a16:creationId xmlns:a16="http://schemas.microsoft.com/office/drawing/2014/main" id="{6FC4CA4A-9E35-476A-8DD5-B7D9B663E31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27" name="Rectangle 2926">
                              <a:extLst>
                                <a:ext uri="{FF2B5EF4-FFF2-40B4-BE49-F238E27FC236}">
                                  <a16:creationId xmlns:a16="http://schemas.microsoft.com/office/drawing/2014/main" id="{5D36F075-8CB1-40CC-A89B-AF1D00211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928" name="Rectangle 2927">
                              <a:extLst>
                                <a:ext uri="{FF2B5EF4-FFF2-40B4-BE49-F238E27FC236}">
                                  <a16:creationId xmlns:a16="http://schemas.microsoft.com/office/drawing/2014/main" id="{684C8D23-D064-4583-AB83-2643A5FFA1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890" name="Group 2889">
                      <a:extLst>
                        <a:ext uri="{FF2B5EF4-FFF2-40B4-BE49-F238E27FC236}">
                          <a16:creationId xmlns:a16="http://schemas.microsoft.com/office/drawing/2014/main" id="{8D06CE8C-6994-4032-B9D2-ED317837F9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91" name="Group 2890">
                        <a:extLst>
                          <a:ext uri="{FF2B5EF4-FFF2-40B4-BE49-F238E27FC236}">
                            <a16:creationId xmlns:a16="http://schemas.microsoft.com/office/drawing/2014/main" id="{04D615D0-9770-49B9-8FA2-2F454B94766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907" name="Group 2906">
                          <a:extLst>
                            <a:ext uri="{FF2B5EF4-FFF2-40B4-BE49-F238E27FC236}">
                              <a16:creationId xmlns:a16="http://schemas.microsoft.com/office/drawing/2014/main" id="{4C7E8ACC-0277-4957-BC8B-3A9740F378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15" name="Group 2914">
                            <a:extLst>
                              <a:ext uri="{FF2B5EF4-FFF2-40B4-BE49-F238E27FC236}">
                                <a16:creationId xmlns:a16="http://schemas.microsoft.com/office/drawing/2014/main" id="{3CDBDE03-64EB-4EB9-9F8C-44D8A1BB10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9" name="Rectangle 2918">
                              <a:extLst>
                                <a:ext uri="{FF2B5EF4-FFF2-40B4-BE49-F238E27FC236}">
                                  <a16:creationId xmlns:a16="http://schemas.microsoft.com/office/drawing/2014/main" id="{EB0186C8-7D07-4147-90FE-852F687740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920" name="Rectangle 2919">
                              <a:extLst>
                                <a:ext uri="{FF2B5EF4-FFF2-40B4-BE49-F238E27FC236}">
                                  <a16:creationId xmlns:a16="http://schemas.microsoft.com/office/drawing/2014/main" id="{B13CAB9F-7DF3-4FD1-B7A4-A4D8366085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16" name="Group 2915">
                            <a:extLst>
                              <a:ext uri="{FF2B5EF4-FFF2-40B4-BE49-F238E27FC236}">
                                <a16:creationId xmlns:a16="http://schemas.microsoft.com/office/drawing/2014/main" id="{C178030C-9AA3-4B4E-9346-C41D7BFC90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7" name="Rectangle 2916">
                              <a:extLst>
                                <a:ext uri="{FF2B5EF4-FFF2-40B4-BE49-F238E27FC236}">
                                  <a16:creationId xmlns:a16="http://schemas.microsoft.com/office/drawing/2014/main" id="{5DE8C6C1-CD95-4B9D-BDB1-DFC7E5DA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918" name="Rectangle 2917">
                              <a:extLst>
                                <a:ext uri="{FF2B5EF4-FFF2-40B4-BE49-F238E27FC236}">
                                  <a16:creationId xmlns:a16="http://schemas.microsoft.com/office/drawing/2014/main" id="{94C2B8DA-CDE7-4719-B957-ED99990E35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908" name="Group 2907">
                          <a:extLst>
                            <a:ext uri="{FF2B5EF4-FFF2-40B4-BE49-F238E27FC236}">
                              <a16:creationId xmlns:a16="http://schemas.microsoft.com/office/drawing/2014/main" id="{50B35576-CB44-4FB5-82E7-EE17430766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09" name="Group 2908">
                            <a:extLst>
                              <a:ext uri="{FF2B5EF4-FFF2-40B4-BE49-F238E27FC236}">
                                <a16:creationId xmlns:a16="http://schemas.microsoft.com/office/drawing/2014/main" id="{73873612-07C2-4FC0-9E53-85051F100F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3" name="Rectangle 2912">
                              <a:extLst>
                                <a:ext uri="{FF2B5EF4-FFF2-40B4-BE49-F238E27FC236}">
                                  <a16:creationId xmlns:a16="http://schemas.microsoft.com/office/drawing/2014/main" id="{FBCB0FDD-E5F2-4D1C-A5A1-D0FD83960F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914" name="Rectangle 2913">
                              <a:extLst>
                                <a:ext uri="{FF2B5EF4-FFF2-40B4-BE49-F238E27FC236}">
                                  <a16:creationId xmlns:a16="http://schemas.microsoft.com/office/drawing/2014/main" id="{1314C490-EFA7-4038-944B-A8309537BC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10" name="Group 2909">
                            <a:extLst>
                              <a:ext uri="{FF2B5EF4-FFF2-40B4-BE49-F238E27FC236}">
                                <a16:creationId xmlns:a16="http://schemas.microsoft.com/office/drawing/2014/main" id="{9D255B7B-6910-4CC9-8160-E395A0C174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11" name="Rectangle 2910">
                              <a:extLst>
                                <a:ext uri="{FF2B5EF4-FFF2-40B4-BE49-F238E27FC236}">
                                  <a16:creationId xmlns:a16="http://schemas.microsoft.com/office/drawing/2014/main" id="{F7BDAC27-4C57-41F6-88FF-4E52B59E98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912" name="Rectangle 2911">
                              <a:extLst>
                                <a:ext uri="{FF2B5EF4-FFF2-40B4-BE49-F238E27FC236}">
                                  <a16:creationId xmlns:a16="http://schemas.microsoft.com/office/drawing/2014/main" id="{FA913057-792E-4F35-826D-D8DFFBFDB1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92" name="Group 2891">
                        <a:extLst>
                          <a:ext uri="{FF2B5EF4-FFF2-40B4-BE49-F238E27FC236}">
                            <a16:creationId xmlns:a16="http://schemas.microsoft.com/office/drawing/2014/main" id="{737BA61E-81A4-4D85-84E7-46F96349A5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93" name="Group 2892">
                          <a:extLst>
                            <a:ext uri="{FF2B5EF4-FFF2-40B4-BE49-F238E27FC236}">
                              <a16:creationId xmlns:a16="http://schemas.microsoft.com/office/drawing/2014/main" id="{C34A85E9-6A1C-4227-AA00-DE6DCBE3F4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901" name="Group 2900">
                            <a:extLst>
                              <a:ext uri="{FF2B5EF4-FFF2-40B4-BE49-F238E27FC236}">
                                <a16:creationId xmlns:a16="http://schemas.microsoft.com/office/drawing/2014/main" id="{184A8813-721D-4BDE-B1E9-B782F918E0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05" name="Rectangle 2904">
                              <a:extLst>
                                <a:ext uri="{FF2B5EF4-FFF2-40B4-BE49-F238E27FC236}">
                                  <a16:creationId xmlns:a16="http://schemas.microsoft.com/office/drawing/2014/main" id="{F49A9FE4-FCCC-4D15-8795-F79A8A8265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906" name="Rectangle 2905">
                              <a:extLst>
                                <a:ext uri="{FF2B5EF4-FFF2-40B4-BE49-F238E27FC236}">
                                  <a16:creationId xmlns:a16="http://schemas.microsoft.com/office/drawing/2014/main" id="{E7A1718D-EBE7-4342-8F34-339D9ED44B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902" name="Group 2901">
                            <a:extLst>
                              <a:ext uri="{FF2B5EF4-FFF2-40B4-BE49-F238E27FC236}">
                                <a16:creationId xmlns:a16="http://schemas.microsoft.com/office/drawing/2014/main" id="{3765898C-36E0-4EEB-92B4-FFDA41312D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903" name="Rectangle 2902">
                              <a:extLst>
                                <a:ext uri="{FF2B5EF4-FFF2-40B4-BE49-F238E27FC236}">
                                  <a16:creationId xmlns:a16="http://schemas.microsoft.com/office/drawing/2014/main" id="{27194612-20C5-45B1-9161-D7F4F23B17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904" name="Rectangle 2903">
                              <a:extLst>
                                <a:ext uri="{FF2B5EF4-FFF2-40B4-BE49-F238E27FC236}">
                                  <a16:creationId xmlns:a16="http://schemas.microsoft.com/office/drawing/2014/main" id="{26E49204-3112-4B9A-AF7C-622931B743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94" name="Group 2893">
                          <a:extLst>
                            <a:ext uri="{FF2B5EF4-FFF2-40B4-BE49-F238E27FC236}">
                              <a16:creationId xmlns:a16="http://schemas.microsoft.com/office/drawing/2014/main" id="{E5612A69-D8DE-4CFB-8271-6361102F78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95" name="Group 2894">
                            <a:extLst>
                              <a:ext uri="{FF2B5EF4-FFF2-40B4-BE49-F238E27FC236}">
                                <a16:creationId xmlns:a16="http://schemas.microsoft.com/office/drawing/2014/main" id="{B25C78D9-A3FF-4A72-8265-78B66BE60A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99" name="Rectangle 2898">
                              <a:extLst>
                                <a:ext uri="{FF2B5EF4-FFF2-40B4-BE49-F238E27FC236}">
                                  <a16:creationId xmlns:a16="http://schemas.microsoft.com/office/drawing/2014/main" id="{510B1D64-608A-401B-ABF8-710B9DFD4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900" name="Rectangle 2899">
                              <a:extLst>
                                <a:ext uri="{FF2B5EF4-FFF2-40B4-BE49-F238E27FC236}">
                                  <a16:creationId xmlns:a16="http://schemas.microsoft.com/office/drawing/2014/main" id="{09E8562F-D221-46A5-B450-772EEC8401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96" name="Group 2895">
                            <a:extLst>
                              <a:ext uri="{FF2B5EF4-FFF2-40B4-BE49-F238E27FC236}">
                                <a16:creationId xmlns:a16="http://schemas.microsoft.com/office/drawing/2014/main" id="{5AF30479-739B-49D0-BC14-DA587523BB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97" name="Rectangle 2896">
                              <a:extLst>
                                <a:ext uri="{FF2B5EF4-FFF2-40B4-BE49-F238E27FC236}">
                                  <a16:creationId xmlns:a16="http://schemas.microsoft.com/office/drawing/2014/main" id="{977229A1-DB04-4240-B24C-AA950DC3F1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898" name="Rectangle 2897">
                              <a:extLst>
                                <a:ext uri="{FF2B5EF4-FFF2-40B4-BE49-F238E27FC236}">
                                  <a16:creationId xmlns:a16="http://schemas.microsoft.com/office/drawing/2014/main" id="{923B2842-2FCD-48B7-9026-FA0FD10C97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2760" name="Group 2759">
                  <a:extLst>
                    <a:ext uri="{FF2B5EF4-FFF2-40B4-BE49-F238E27FC236}">
                      <a16:creationId xmlns:a16="http://schemas.microsoft.com/office/drawing/2014/main" id="{4C108AC8-623C-4D65-8597-CB42E24F7EF4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2761" name="Group 2760">
                    <a:extLst>
                      <a:ext uri="{FF2B5EF4-FFF2-40B4-BE49-F238E27FC236}">
                        <a16:creationId xmlns:a16="http://schemas.microsoft.com/office/drawing/2014/main" id="{1B17FA46-C122-47C1-9117-4B15D0A5BBA2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825" name="Group 2824">
                      <a:extLst>
                        <a:ext uri="{FF2B5EF4-FFF2-40B4-BE49-F238E27FC236}">
                          <a16:creationId xmlns:a16="http://schemas.microsoft.com/office/drawing/2014/main" id="{AF9295AC-F79F-426B-9A68-9F0FFE188E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57" name="Group 2856">
                        <a:extLst>
                          <a:ext uri="{FF2B5EF4-FFF2-40B4-BE49-F238E27FC236}">
                            <a16:creationId xmlns:a16="http://schemas.microsoft.com/office/drawing/2014/main" id="{D5237812-6856-40FF-945C-BF3B833D0F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73" name="Group 2872">
                          <a:extLst>
                            <a:ext uri="{FF2B5EF4-FFF2-40B4-BE49-F238E27FC236}">
                              <a16:creationId xmlns:a16="http://schemas.microsoft.com/office/drawing/2014/main" id="{8C1BA265-8248-413F-8457-B2F90B12D3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81" name="Group 2880">
                            <a:extLst>
                              <a:ext uri="{FF2B5EF4-FFF2-40B4-BE49-F238E27FC236}">
                                <a16:creationId xmlns:a16="http://schemas.microsoft.com/office/drawing/2014/main" id="{FD0CFB70-BDD8-488E-8868-AA6308685CC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85" name="Rectangle 2884">
                              <a:extLst>
                                <a:ext uri="{FF2B5EF4-FFF2-40B4-BE49-F238E27FC236}">
                                  <a16:creationId xmlns:a16="http://schemas.microsoft.com/office/drawing/2014/main" id="{95DBF8AC-8AAE-44D8-93B7-FD80726A45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886" name="Rectangle 2885">
                              <a:extLst>
                                <a:ext uri="{FF2B5EF4-FFF2-40B4-BE49-F238E27FC236}">
                                  <a16:creationId xmlns:a16="http://schemas.microsoft.com/office/drawing/2014/main" id="{E19159AF-012A-4F6B-8719-074C46E84C7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82" name="Group 2881">
                            <a:extLst>
                              <a:ext uri="{FF2B5EF4-FFF2-40B4-BE49-F238E27FC236}">
                                <a16:creationId xmlns:a16="http://schemas.microsoft.com/office/drawing/2014/main" id="{1452A0CA-0954-4782-A29F-427BE0278E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83" name="Rectangle 2882">
                              <a:extLst>
                                <a:ext uri="{FF2B5EF4-FFF2-40B4-BE49-F238E27FC236}">
                                  <a16:creationId xmlns:a16="http://schemas.microsoft.com/office/drawing/2014/main" id="{54F77F46-3E6F-4F0D-BE90-0BEB501E24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884" name="Rectangle 2883">
                              <a:extLst>
                                <a:ext uri="{FF2B5EF4-FFF2-40B4-BE49-F238E27FC236}">
                                  <a16:creationId xmlns:a16="http://schemas.microsoft.com/office/drawing/2014/main" id="{A49F6DCE-662E-48D8-B004-D5B705AA0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74" name="Group 2873">
                          <a:extLst>
                            <a:ext uri="{FF2B5EF4-FFF2-40B4-BE49-F238E27FC236}">
                              <a16:creationId xmlns:a16="http://schemas.microsoft.com/office/drawing/2014/main" id="{9CB074C5-8F8A-4153-B3B4-FD8510074E2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75" name="Group 2874">
                            <a:extLst>
                              <a:ext uri="{FF2B5EF4-FFF2-40B4-BE49-F238E27FC236}">
                                <a16:creationId xmlns:a16="http://schemas.microsoft.com/office/drawing/2014/main" id="{11F5073D-4072-484D-92C2-9B7F1BD33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9" name="Rectangle 2878">
                              <a:extLst>
                                <a:ext uri="{FF2B5EF4-FFF2-40B4-BE49-F238E27FC236}">
                                  <a16:creationId xmlns:a16="http://schemas.microsoft.com/office/drawing/2014/main" id="{CBF28DB7-A090-4383-A9D1-B6689B33CD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880" name="Rectangle 2879">
                              <a:extLst>
                                <a:ext uri="{FF2B5EF4-FFF2-40B4-BE49-F238E27FC236}">
                                  <a16:creationId xmlns:a16="http://schemas.microsoft.com/office/drawing/2014/main" id="{A7AB7B8C-1AF6-4973-B68E-640DFFBA1E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76" name="Group 2875">
                            <a:extLst>
                              <a:ext uri="{FF2B5EF4-FFF2-40B4-BE49-F238E27FC236}">
                                <a16:creationId xmlns:a16="http://schemas.microsoft.com/office/drawing/2014/main" id="{4A2F23C7-2EAF-4034-B577-D0A56ACE6AB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7" name="Rectangle 2876">
                              <a:extLst>
                                <a:ext uri="{FF2B5EF4-FFF2-40B4-BE49-F238E27FC236}">
                                  <a16:creationId xmlns:a16="http://schemas.microsoft.com/office/drawing/2014/main" id="{F715D38D-0A2E-4D82-BE08-A9E3093CED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878" name="Rectangle 2877">
                              <a:extLst>
                                <a:ext uri="{FF2B5EF4-FFF2-40B4-BE49-F238E27FC236}">
                                  <a16:creationId xmlns:a16="http://schemas.microsoft.com/office/drawing/2014/main" id="{B84C2507-26E6-4B7D-8E72-B6E1C2D021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58" name="Group 2857">
                        <a:extLst>
                          <a:ext uri="{FF2B5EF4-FFF2-40B4-BE49-F238E27FC236}">
                            <a16:creationId xmlns:a16="http://schemas.microsoft.com/office/drawing/2014/main" id="{5764AAAB-6A1A-4D8A-9EAA-79AF6210810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59" name="Group 2858">
                          <a:extLst>
                            <a:ext uri="{FF2B5EF4-FFF2-40B4-BE49-F238E27FC236}">
                              <a16:creationId xmlns:a16="http://schemas.microsoft.com/office/drawing/2014/main" id="{2001CA68-EA10-4107-A813-6006ADC5FE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67" name="Group 2866">
                            <a:extLst>
                              <a:ext uri="{FF2B5EF4-FFF2-40B4-BE49-F238E27FC236}">
                                <a16:creationId xmlns:a16="http://schemas.microsoft.com/office/drawing/2014/main" id="{741C82A6-BA55-4350-A627-BB62D619A9E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71" name="Rectangle 2870">
                              <a:extLst>
                                <a:ext uri="{FF2B5EF4-FFF2-40B4-BE49-F238E27FC236}">
                                  <a16:creationId xmlns:a16="http://schemas.microsoft.com/office/drawing/2014/main" id="{DB601CAB-8CAD-417B-8483-6E54CD0F2E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872" name="Rectangle 2871">
                              <a:extLst>
                                <a:ext uri="{FF2B5EF4-FFF2-40B4-BE49-F238E27FC236}">
                                  <a16:creationId xmlns:a16="http://schemas.microsoft.com/office/drawing/2014/main" id="{951F3B53-DB72-4008-BAFC-8EC288138A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68" name="Group 2867">
                            <a:extLst>
                              <a:ext uri="{FF2B5EF4-FFF2-40B4-BE49-F238E27FC236}">
                                <a16:creationId xmlns:a16="http://schemas.microsoft.com/office/drawing/2014/main" id="{75D996F1-8853-4D85-B269-5A3F2D08EC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9" name="Rectangle 2868">
                              <a:extLst>
                                <a:ext uri="{FF2B5EF4-FFF2-40B4-BE49-F238E27FC236}">
                                  <a16:creationId xmlns:a16="http://schemas.microsoft.com/office/drawing/2014/main" id="{14519682-4664-4694-B72E-3B9EAF2867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870" name="Rectangle 2869">
                              <a:extLst>
                                <a:ext uri="{FF2B5EF4-FFF2-40B4-BE49-F238E27FC236}">
                                  <a16:creationId xmlns:a16="http://schemas.microsoft.com/office/drawing/2014/main" id="{BA6ABAE4-7BAD-48E8-A4F6-A10EB24DDD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60" name="Group 2859">
                          <a:extLst>
                            <a:ext uri="{FF2B5EF4-FFF2-40B4-BE49-F238E27FC236}">
                              <a16:creationId xmlns:a16="http://schemas.microsoft.com/office/drawing/2014/main" id="{1BD9DB01-0578-4195-AE8D-02524F00BF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61" name="Group 2860">
                            <a:extLst>
                              <a:ext uri="{FF2B5EF4-FFF2-40B4-BE49-F238E27FC236}">
                                <a16:creationId xmlns:a16="http://schemas.microsoft.com/office/drawing/2014/main" id="{B73CA17A-C7FE-4964-889D-CD0A33C82C2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5" name="Rectangle 2864">
                              <a:extLst>
                                <a:ext uri="{FF2B5EF4-FFF2-40B4-BE49-F238E27FC236}">
                                  <a16:creationId xmlns:a16="http://schemas.microsoft.com/office/drawing/2014/main" id="{42E71DF4-BF26-4CE3-99D7-08D39B73EA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866" name="Rectangle 2865">
                              <a:extLst>
                                <a:ext uri="{FF2B5EF4-FFF2-40B4-BE49-F238E27FC236}">
                                  <a16:creationId xmlns:a16="http://schemas.microsoft.com/office/drawing/2014/main" id="{FCFFEBC9-17D5-4E9A-9515-AA84FE4788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62" name="Group 2861">
                            <a:extLst>
                              <a:ext uri="{FF2B5EF4-FFF2-40B4-BE49-F238E27FC236}">
                                <a16:creationId xmlns:a16="http://schemas.microsoft.com/office/drawing/2014/main" id="{2AE55FB7-641A-4B10-95B8-3C05960778C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63" name="Rectangle 2862">
                              <a:extLst>
                                <a:ext uri="{FF2B5EF4-FFF2-40B4-BE49-F238E27FC236}">
                                  <a16:creationId xmlns:a16="http://schemas.microsoft.com/office/drawing/2014/main" id="{095F995E-649F-4797-8307-11780AF1C3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864" name="Rectangle 2863">
                              <a:extLst>
                                <a:ext uri="{FF2B5EF4-FFF2-40B4-BE49-F238E27FC236}">
                                  <a16:creationId xmlns:a16="http://schemas.microsoft.com/office/drawing/2014/main" id="{306827DB-387E-42A6-860B-397AFD5175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826" name="Group 2825">
                      <a:extLst>
                        <a:ext uri="{FF2B5EF4-FFF2-40B4-BE49-F238E27FC236}">
                          <a16:creationId xmlns:a16="http://schemas.microsoft.com/office/drawing/2014/main" id="{5BB60C65-CD04-4EBC-B0A6-04E8BE5CC0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827" name="Group 2826">
                        <a:extLst>
                          <a:ext uri="{FF2B5EF4-FFF2-40B4-BE49-F238E27FC236}">
                            <a16:creationId xmlns:a16="http://schemas.microsoft.com/office/drawing/2014/main" id="{89905B88-A01F-47E2-A877-24989E1917F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43" name="Group 2842">
                          <a:extLst>
                            <a:ext uri="{FF2B5EF4-FFF2-40B4-BE49-F238E27FC236}">
                              <a16:creationId xmlns:a16="http://schemas.microsoft.com/office/drawing/2014/main" id="{DAAF738C-AAFE-4355-895D-B799E6EC62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51" name="Group 2850">
                            <a:extLst>
                              <a:ext uri="{FF2B5EF4-FFF2-40B4-BE49-F238E27FC236}">
                                <a16:creationId xmlns:a16="http://schemas.microsoft.com/office/drawing/2014/main" id="{72FC8DD9-9409-4624-8D8E-85446E6461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55" name="Rectangle 2854">
                              <a:extLst>
                                <a:ext uri="{FF2B5EF4-FFF2-40B4-BE49-F238E27FC236}">
                                  <a16:creationId xmlns:a16="http://schemas.microsoft.com/office/drawing/2014/main" id="{C39AB707-7B8C-43AB-BAB6-5CD0F95963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856" name="Rectangle 2855">
                              <a:extLst>
                                <a:ext uri="{FF2B5EF4-FFF2-40B4-BE49-F238E27FC236}">
                                  <a16:creationId xmlns:a16="http://schemas.microsoft.com/office/drawing/2014/main" id="{DD52FCEE-40C7-4F71-9475-441CBFA772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52" name="Group 2851">
                            <a:extLst>
                              <a:ext uri="{FF2B5EF4-FFF2-40B4-BE49-F238E27FC236}">
                                <a16:creationId xmlns:a16="http://schemas.microsoft.com/office/drawing/2014/main" id="{179C965E-F24D-461A-9116-45A7F25402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53" name="Rectangle 2852">
                              <a:extLst>
                                <a:ext uri="{FF2B5EF4-FFF2-40B4-BE49-F238E27FC236}">
                                  <a16:creationId xmlns:a16="http://schemas.microsoft.com/office/drawing/2014/main" id="{4077A7EE-E4B7-4D07-AB1E-8337285907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854" name="Rectangle 2853">
                              <a:extLst>
                                <a:ext uri="{FF2B5EF4-FFF2-40B4-BE49-F238E27FC236}">
                                  <a16:creationId xmlns:a16="http://schemas.microsoft.com/office/drawing/2014/main" id="{7CA64EFF-8281-4834-8370-6568940975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44" name="Group 2843">
                          <a:extLst>
                            <a:ext uri="{FF2B5EF4-FFF2-40B4-BE49-F238E27FC236}">
                              <a16:creationId xmlns:a16="http://schemas.microsoft.com/office/drawing/2014/main" id="{61E6DD6B-09F4-4754-A0D7-1415A24C09C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45" name="Group 2844">
                            <a:extLst>
                              <a:ext uri="{FF2B5EF4-FFF2-40B4-BE49-F238E27FC236}">
                                <a16:creationId xmlns:a16="http://schemas.microsoft.com/office/drawing/2014/main" id="{5BD1B35B-A737-4A40-B724-A292BFA2156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9" name="Rectangle 2848">
                              <a:extLst>
                                <a:ext uri="{FF2B5EF4-FFF2-40B4-BE49-F238E27FC236}">
                                  <a16:creationId xmlns:a16="http://schemas.microsoft.com/office/drawing/2014/main" id="{5530073D-2A33-4E7F-8501-B45A327608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850" name="Rectangle 2849">
                              <a:extLst>
                                <a:ext uri="{FF2B5EF4-FFF2-40B4-BE49-F238E27FC236}">
                                  <a16:creationId xmlns:a16="http://schemas.microsoft.com/office/drawing/2014/main" id="{EA3BDAC7-EDBD-4739-9A8A-BCF6C98631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46" name="Group 2845">
                            <a:extLst>
                              <a:ext uri="{FF2B5EF4-FFF2-40B4-BE49-F238E27FC236}">
                                <a16:creationId xmlns:a16="http://schemas.microsoft.com/office/drawing/2014/main" id="{326F77B7-3E56-473A-938E-1B4928A246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7" name="Rectangle 2846">
                              <a:extLst>
                                <a:ext uri="{FF2B5EF4-FFF2-40B4-BE49-F238E27FC236}">
                                  <a16:creationId xmlns:a16="http://schemas.microsoft.com/office/drawing/2014/main" id="{120BDCE6-4C5B-4E08-BEE5-BED55CC5D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848" name="Rectangle 2847">
                              <a:extLst>
                                <a:ext uri="{FF2B5EF4-FFF2-40B4-BE49-F238E27FC236}">
                                  <a16:creationId xmlns:a16="http://schemas.microsoft.com/office/drawing/2014/main" id="{E4D5BB76-4DF9-4149-A4DC-5EF2457758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828" name="Group 2827">
                        <a:extLst>
                          <a:ext uri="{FF2B5EF4-FFF2-40B4-BE49-F238E27FC236}">
                            <a16:creationId xmlns:a16="http://schemas.microsoft.com/office/drawing/2014/main" id="{C5CCAA9B-4E34-4C1F-BA1E-DA6D1232AA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29" name="Group 2828">
                          <a:extLst>
                            <a:ext uri="{FF2B5EF4-FFF2-40B4-BE49-F238E27FC236}">
                              <a16:creationId xmlns:a16="http://schemas.microsoft.com/office/drawing/2014/main" id="{419BEE22-493C-4633-A961-135EA4D981F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37" name="Group 2836">
                            <a:extLst>
                              <a:ext uri="{FF2B5EF4-FFF2-40B4-BE49-F238E27FC236}">
                                <a16:creationId xmlns:a16="http://schemas.microsoft.com/office/drawing/2014/main" id="{2848A5A5-7BDA-4693-8922-BA0F9DC712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41" name="Rectangle 2840">
                              <a:extLst>
                                <a:ext uri="{FF2B5EF4-FFF2-40B4-BE49-F238E27FC236}">
                                  <a16:creationId xmlns:a16="http://schemas.microsoft.com/office/drawing/2014/main" id="{EE1907C2-9A11-4C03-B72B-FED203DD9D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842" name="Rectangle 2841">
                              <a:extLst>
                                <a:ext uri="{FF2B5EF4-FFF2-40B4-BE49-F238E27FC236}">
                                  <a16:creationId xmlns:a16="http://schemas.microsoft.com/office/drawing/2014/main" id="{E3204A77-2A5A-403C-B69C-44DB714B92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38" name="Group 2837">
                            <a:extLst>
                              <a:ext uri="{FF2B5EF4-FFF2-40B4-BE49-F238E27FC236}">
                                <a16:creationId xmlns:a16="http://schemas.microsoft.com/office/drawing/2014/main" id="{C0150171-F83F-46E4-9F2C-599DDCA696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9" name="Rectangle 2838">
                              <a:extLst>
                                <a:ext uri="{FF2B5EF4-FFF2-40B4-BE49-F238E27FC236}">
                                  <a16:creationId xmlns:a16="http://schemas.microsoft.com/office/drawing/2014/main" id="{02CAE3A3-791C-4F2D-8537-E86482698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840" name="Rectangle 2839">
                              <a:extLst>
                                <a:ext uri="{FF2B5EF4-FFF2-40B4-BE49-F238E27FC236}">
                                  <a16:creationId xmlns:a16="http://schemas.microsoft.com/office/drawing/2014/main" id="{CFB8891E-EE0C-4B51-AF2F-8400D37787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30" name="Group 2829">
                          <a:extLst>
                            <a:ext uri="{FF2B5EF4-FFF2-40B4-BE49-F238E27FC236}">
                              <a16:creationId xmlns:a16="http://schemas.microsoft.com/office/drawing/2014/main" id="{F8611B27-35C2-4D94-98B9-5640CE2C000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31" name="Group 2830">
                            <a:extLst>
                              <a:ext uri="{FF2B5EF4-FFF2-40B4-BE49-F238E27FC236}">
                                <a16:creationId xmlns:a16="http://schemas.microsoft.com/office/drawing/2014/main" id="{313A5036-0846-4631-B91D-092CFC26A6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5" name="Rectangle 2834">
                              <a:extLst>
                                <a:ext uri="{FF2B5EF4-FFF2-40B4-BE49-F238E27FC236}">
                                  <a16:creationId xmlns:a16="http://schemas.microsoft.com/office/drawing/2014/main" id="{E2576C2C-C114-4E6A-9EF7-38C99F69C1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836" name="Rectangle 2835">
                              <a:extLst>
                                <a:ext uri="{FF2B5EF4-FFF2-40B4-BE49-F238E27FC236}">
                                  <a16:creationId xmlns:a16="http://schemas.microsoft.com/office/drawing/2014/main" id="{5E663EF7-6DF7-48E8-A5C2-9480E87638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32" name="Group 2831">
                            <a:extLst>
                              <a:ext uri="{FF2B5EF4-FFF2-40B4-BE49-F238E27FC236}">
                                <a16:creationId xmlns:a16="http://schemas.microsoft.com/office/drawing/2014/main" id="{8791C217-495D-495D-BBDD-275D3705BA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33" name="Rectangle 2832">
                              <a:extLst>
                                <a:ext uri="{FF2B5EF4-FFF2-40B4-BE49-F238E27FC236}">
                                  <a16:creationId xmlns:a16="http://schemas.microsoft.com/office/drawing/2014/main" id="{25108D9F-ED39-4E90-8C13-FA70F215B5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834" name="Rectangle 2833">
                              <a:extLst>
                                <a:ext uri="{FF2B5EF4-FFF2-40B4-BE49-F238E27FC236}">
                                  <a16:creationId xmlns:a16="http://schemas.microsoft.com/office/drawing/2014/main" id="{FE1F885B-579D-4B79-ACDF-E6929DF111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2762" name="Group 2761">
                    <a:extLst>
                      <a:ext uri="{FF2B5EF4-FFF2-40B4-BE49-F238E27FC236}">
                        <a16:creationId xmlns:a16="http://schemas.microsoft.com/office/drawing/2014/main" id="{80ACC2FD-DF1D-4B87-A5DC-59256B5F120A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2763" name="Group 2762">
                      <a:extLst>
                        <a:ext uri="{FF2B5EF4-FFF2-40B4-BE49-F238E27FC236}">
                          <a16:creationId xmlns:a16="http://schemas.microsoft.com/office/drawing/2014/main" id="{51ABEF39-6F3A-4A40-8A22-021FE199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795" name="Group 2794">
                        <a:extLst>
                          <a:ext uri="{FF2B5EF4-FFF2-40B4-BE49-F238E27FC236}">
                            <a16:creationId xmlns:a16="http://schemas.microsoft.com/office/drawing/2014/main" id="{B8AF6760-C730-4D0E-A5E9-FC28D5B368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811" name="Group 2810">
                          <a:extLst>
                            <a:ext uri="{FF2B5EF4-FFF2-40B4-BE49-F238E27FC236}">
                              <a16:creationId xmlns:a16="http://schemas.microsoft.com/office/drawing/2014/main" id="{46B99DAE-CCF9-4F6C-B8E2-93215DD6D3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19" name="Group 2818">
                            <a:extLst>
                              <a:ext uri="{FF2B5EF4-FFF2-40B4-BE49-F238E27FC236}">
                                <a16:creationId xmlns:a16="http://schemas.microsoft.com/office/drawing/2014/main" id="{DDFE7AD5-6D8E-4A4D-ADEB-7E89B6F70F3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23" name="Rectangle 2822">
                              <a:extLst>
                                <a:ext uri="{FF2B5EF4-FFF2-40B4-BE49-F238E27FC236}">
                                  <a16:creationId xmlns:a16="http://schemas.microsoft.com/office/drawing/2014/main" id="{6E03B505-BFA9-4B5E-A0DB-69923BF94C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2824" name="Rectangle 2823">
                              <a:extLst>
                                <a:ext uri="{FF2B5EF4-FFF2-40B4-BE49-F238E27FC236}">
                                  <a16:creationId xmlns:a16="http://schemas.microsoft.com/office/drawing/2014/main" id="{D91D880E-0820-4B48-AD91-F704A50CC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20" name="Group 2819">
                            <a:extLst>
                              <a:ext uri="{FF2B5EF4-FFF2-40B4-BE49-F238E27FC236}">
                                <a16:creationId xmlns:a16="http://schemas.microsoft.com/office/drawing/2014/main" id="{9F4C7437-B033-4490-890B-FC7C5E6673F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21" name="Rectangle 2820">
                              <a:extLst>
                                <a:ext uri="{FF2B5EF4-FFF2-40B4-BE49-F238E27FC236}">
                                  <a16:creationId xmlns:a16="http://schemas.microsoft.com/office/drawing/2014/main" id="{09F8015F-9014-4D4A-9886-50E009CE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2822" name="Rectangle 2821">
                              <a:extLst>
                                <a:ext uri="{FF2B5EF4-FFF2-40B4-BE49-F238E27FC236}">
                                  <a16:creationId xmlns:a16="http://schemas.microsoft.com/office/drawing/2014/main" id="{DD359E29-B88A-4C3C-BC58-A1C07511EC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812" name="Group 2811">
                          <a:extLst>
                            <a:ext uri="{FF2B5EF4-FFF2-40B4-BE49-F238E27FC236}">
                              <a16:creationId xmlns:a16="http://schemas.microsoft.com/office/drawing/2014/main" id="{1861C236-FC9E-4074-914D-EF7362B45A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13" name="Group 2812">
                            <a:extLst>
                              <a:ext uri="{FF2B5EF4-FFF2-40B4-BE49-F238E27FC236}">
                                <a16:creationId xmlns:a16="http://schemas.microsoft.com/office/drawing/2014/main" id="{495F573F-6262-4BE3-BE60-5BEBD761232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17" name="Rectangle 2816">
                              <a:extLst>
                                <a:ext uri="{FF2B5EF4-FFF2-40B4-BE49-F238E27FC236}">
                                  <a16:creationId xmlns:a16="http://schemas.microsoft.com/office/drawing/2014/main" id="{53E946B3-5CA6-43FB-AFE4-108B6603D3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2818" name="Rectangle 2817">
                              <a:extLst>
                                <a:ext uri="{FF2B5EF4-FFF2-40B4-BE49-F238E27FC236}">
                                  <a16:creationId xmlns:a16="http://schemas.microsoft.com/office/drawing/2014/main" id="{E2A0D914-35C9-4758-B56B-4713F9BDD1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14" name="Group 2813">
                            <a:extLst>
                              <a:ext uri="{FF2B5EF4-FFF2-40B4-BE49-F238E27FC236}">
                                <a16:creationId xmlns:a16="http://schemas.microsoft.com/office/drawing/2014/main" id="{7A751B7A-1408-4EEC-889F-9C85F68DB1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15" name="Rectangle 2814">
                              <a:extLst>
                                <a:ext uri="{FF2B5EF4-FFF2-40B4-BE49-F238E27FC236}">
                                  <a16:creationId xmlns:a16="http://schemas.microsoft.com/office/drawing/2014/main" id="{C07921E8-29F9-4E48-A639-DE61B8F229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2816" name="Rectangle 2815">
                              <a:extLst>
                                <a:ext uri="{FF2B5EF4-FFF2-40B4-BE49-F238E27FC236}">
                                  <a16:creationId xmlns:a16="http://schemas.microsoft.com/office/drawing/2014/main" id="{7C0EE37D-9569-480A-823A-A5473994BC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796" name="Group 2795">
                        <a:extLst>
                          <a:ext uri="{FF2B5EF4-FFF2-40B4-BE49-F238E27FC236}">
                            <a16:creationId xmlns:a16="http://schemas.microsoft.com/office/drawing/2014/main" id="{62C05590-7F1C-4412-9C61-6DC6D9BA7E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97" name="Group 2796">
                          <a:extLst>
                            <a:ext uri="{FF2B5EF4-FFF2-40B4-BE49-F238E27FC236}">
                              <a16:creationId xmlns:a16="http://schemas.microsoft.com/office/drawing/2014/main" id="{43B7E099-4B33-49C8-B649-84502260DBA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805" name="Group 2804">
                            <a:extLst>
                              <a:ext uri="{FF2B5EF4-FFF2-40B4-BE49-F238E27FC236}">
                                <a16:creationId xmlns:a16="http://schemas.microsoft.com/office/drawing/2014/main" id="{7C793450-23FB-4FBB-A0B2-D3DB5A5DF22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9" name="Rectangle 2808">
                              <a:extLst>
                                <a:ext uri="{FF2B5EF4-FFF2-40B4-BE49-F238E27FC236}">
                                  <a16:creationId xmlns:a16="http://schemas.microsoft.com/office/drawing/2014/main" id="{8F6418F4-FECA-4BF3-9B27-DF1C30ABBA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2810" name="Rectangle 2809">
                              <a:extLst>
                                <a:ext uri="{FF2B5EF4-FFF2-40B4-BE49-F238E27FC236}">
                                  <a16:creationId xmlns:a16="http://schemas.microsoft.com/office/drawing/2014/main" id="{90AE3BF4-2FDE-4DBB-A99F-4D2C33A992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06" name="Group 2805">
                            <a:extLst>
                              <a:ext uri="{FF2B5EF4-FFF2-40B4-BE49-F238E27FC236}">
                                <a16:creationId xmlns:a16="http://schemas.microsoft.com/office/drawing/2014/main" id="{C90B85BD-A887-4C3C-9CAD-09EEFD63E8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7" name="Rectangle 2806">
                              <a:extLst>
                                <a:ext uri="{FF2B5EF4-FFF2-40B4-BE49-F238E27FC236}">
                                  <a16:creationId xmlns:a16="http://schemas.microsoft.com/office/drawing/2014/main" id="{E5F35307-0E8F-4EC1-B33A-C7B51DA810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2808" name="Rectangle 2807">
                              <a:extLst>
                                <a:ext uri="{FF2B5EF4-FFF2-40B4-BE49-F238E27FC236}">
                                  <a16:creationId xmlns:a16="http://schemas.microsoft.com/office/drawing/2014/main" id="{52259098-0007-4AEF-96AA-381ED4E715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98" name="Group 2797">
                          <a:extLst>
                            <a:ext uri="{FF2B5EF4-FFF2-40B4-BE49-F238E27FC236}">
                              <a16:creationId xmlns:a16="http://schemas.microsoft.com/office/drawing/2014/main" id="{97AAE218-9D69-412B-A228-6B9332BD01D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99" name="Group 2798">
                            <a:extLst>
                              <a:ext uri="{FF2B5EF4-FFF2-40B4-BE49-F238E27FC236}">
                                <a16:creationId xmlns:a16="http://schemas.microsoft.com/office/drawing/2014/main" id="{B4B22C95-133B-4777-BB58-D7C466FABF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3" name="Rectangle 2802">
                              <a:extLst>
                                <a:ext uri="{FF2B5EF4-FFF2-40B4-BE49-F238E27FC236}">
                                  <a16:creationId xmlns:a16="http://schemas.microsoft.com/office/drawing/2014/main" id="{C3840B95-8B69-4B87-A0BC-8188E62935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2804" name="Rectangle 2803">
                              <a:extLst>
                                <a:ext uri="{FF2B5EF4-FFF2-40B4-BE49-F238E27FC236}">
                                  <a16:creationId xmlns:a16="http://schemas.microsoft.com/office/drawing/2014/main" id="{ED8CA84E-0734-45C4-A54B-F0A2ABA508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800" name="Group 2799">
                            <a:extLst>
                              <a:ext uri="{FF2B5EF4-FFF2-40B4-BE49-F238E27FC236}">
                                <a16:creationId xmlns:a16="http://schemas.microsoft.com/office/drawing/2014/main" id="{E77EBE80-09AD-4CEA-850E-672CA6080C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801" name="Rectangle 2800">
                              <a:extLst>
                                <a:ext uri="{FF2B5EF4-FFF2-40B4-BE49-F238E27FC236}">
                                  <a16:creationId xmlns:a16="http://schemas.microsoft.com/office/drawing/2014/main" id="{706E6DD5-5594-4049-9344-B4BD52C80D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2802" name="Rectangle 2801">
                              <a:extLst>
                                <a:ext uri="{FF2B5EF4-FFF2-40B4-BE49-F238E27FC236}">
                                  <a16:creationId xmlns:a16="http://schemas.microsoft.com/office/drawing/2014/main" id="{6808D942-3561-4D51-B8DE-B1B4D550AA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2764" name="Group 2763">
                      <a:extLst>
                        <a:ext uri="{FF2B5EF4-FFF2-40B4-BE49-F238E27FC236}">
                          <a16:creationId xmlns:a16="http://schemas.microsoft.com/office/drawing/2014/main" id="{6A401ABE-CC14-47EB-AFD1-908561113F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2765" name="Group 2764">
                        <a:extLst>
                          <a:ext uri="{FF2B5EF4-FFF2-40B4-BE49-F238E27FC236}">
                            <a16:creationId xmlns:a16="http://schemas.microsoft.com/office/drawing/2014/main" id="{9D328005-2584-49F0-B7C2-748FD23360D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81" name="Group 2780">
                          <a:extLst>
                            <a:ext uri="{FF2B5EF4-FFF2-40B4-BE49-F238E27FC236}">
                              <a16:creationId xmlns:a16="http://schemas.microsoft.com/office/drawing/2014/main" id="{34D13775-6769-4A7A-8307-14F565D4C4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89" name="Group 2788">
                            <a:extLst>
                              <a:ext uri="{FF2B5EF4-FFF2-40B4-BE49-F238E27FC236}">
                                <a16:creationId xmlns:a16="http://schemas.microsoft.com/office/drawing/2014/main" id="{9DAADD0A-813E-43E1-B500-9BD15F09E70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93" name="Rectangle 2792">
                              <a:extLst>
                                <a:ext uri="{FF2B5EF4-FFF2-40B4-BE49-F238E27FC236}">
                                  <a16:creationId xmlns:a16="http://schemas.microsoft.com/office/drawing/2014/main" id="{6D7BC27C-997F-4842-820B-E427583A56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2794" name="Rectangle 2793">
                              <a:extLst>
                                <a:ext uri="{FF2B5EF4-FFF2-40B4-BE49-F238E27FC236}">
                                  <a16:creationId xmlns:a16="http://schemas.microsoft.com/office/drawing/2014/main" id="{4E4D083F-75BE-44CC-B058-1648DB5A0D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90" name="Group 2789">
                            <a:extLst>
                              <a:ext uri="{FF2B5EF4-FFF2-40B4-BE49-F238E27FC236}">
                                <a16:creationId xmlns:a16="http://schemas.microsoft.com/office/drawing/2014/main" id="{E6DF1BF3-ECC1-4F44-91CC-0460911A8F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91" name="Rectangle 2790">
                              <a:extLst>
                                <a:ext uri="{FF2B5EF4-FFF2-40B4-BE49-F238E27FC236}">
                                  <a16:creationId xmlns:a16="http://schemas.microsoft.com/office/drawing/2014/main" id="{DDA85053-DB98-4359-A54F-1C705E7F90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2792" name="Rectangle 2791">
                              <a:extLst>
                                <a:ext uri="{FF2B5EF4-FFF2-40B4-BE49-F238E27FC236}">
                                  <a16:creationId xmlns:a16="http://schemas.microsoft.com/office/drawing/2014/main" id="{7587F9C4-147D-4ACF-8D60-BE0B332DA7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82" name="Group 2781">
                          <a:extLst>
                            <a:ext uri="{FF2B5EF4-FFF2-40B4-BE49-F238E27FC236}">
                              <a16:creationId xmlns:a16="http://schemas.microsoft.com/office/drawing/2014/main" id="{9FC7A214-B5CD-4F17-9598-020954847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83" name="Group 2782">
                            <a:extLst>
                              <a:ext uri="{FF2B5EF4-FFF2-40B4-BE49-F238E27FC236}">
                                <a16:creationId xmlns:a16="http://schemas.microsoft.com/office/drawing/2014/main" id="{0035A472-C32E-41FC-A161-9A939C497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87" name="Rectangle 2786">
                              <a:extLst>
                                <a:ext uri="{FF2B5EF4-FFF2-40B4-BE49-F238E27FC236}">
                                  <a16:creationId xmlns:a16="http://schemas.microsoft.com/office/drawing/2014/main" id="{02E329BE-7664-463E-A43C-334714E48F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2788" name="Rectangle 2787">
                              <a:extLst>
                                <a:ext uri="{FF2B5EF4-FFF2-40B4-BE49-F238E27FC236}">
                                  <a16:creationId xmlns:a16="http://schemas.microsoft.com/office/drawing/2014/main" id="{487E8A4F-3E8C-4F94-B1ED-D05D275679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84" name="Group 2783">
                            <a:extLst>
                              <a:ext uri="{FF2B5EF4-FFF2-40B4-BE49-F238E27FC236}">
                                <a16:creationId xmlns:a16="http://schemas.microsoft.com/office/drawing/2014/main" id="{44CAED49-6FFC-4A92-939A-FF075577F4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85" name="Rectangle 2784">
                              <a:extLst>
                                <a:ext uri="{FF2B5EF4-FFF2-40B4-BE49-F238E27FC236}">
                                  <a16:creationId xmlns:a16="http://schemas.microsoft.com/office/drawing/2014/main" id="{A2FBA574-F7B4-4B47-9B76-83041E99F6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2786" name="Rectangle 2785">
                              <a:extLst>
                                <a:ext uri="{FF2B5EF4-FFF2-40B4-BE49-F238E27FC236}">
                                  <a16:creationId xmlns:a16="http://schemas.microsoft.com/office/drawing/2014/main" id="{E0E38FCD-5DBD-4AE9-A875-708C49A5C6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766" name="Group 2765">
                        <a:extLst>
                          <a:ext uri="{FF2B5EF4-FFF2-40B4-BE49-F238E27FC236}">
                            <a16:creationId xmlns:a16="http://schemas.microsoft.com/office/drawing/2014/main" id="{DF681251-176B-4EC9-8B5B-881274CAA4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2767" name="Group 2766">
                          <a:extLst>
                            <a:ext uri="{FF2B5EF4-FFF2-40B4-BE49-F238E27FC236}">
                              <a16:creationId xmlns:a16="http://schemas.microsoft.com/office/drawing/2014/main" id="{14CACC08-59A0-4529-BD41-E2C737CCA1E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75" name="Group 2774">
                            <a:extLst>
                              <a:ext uri="{FF2B5EF4-FFF2-40B4-BE49-F238E27FC236}">
                                <a16:creationId xmlns:a16="http://schemas.microsoft.com/office/drawing/2014/main" id="{214526B2-9814-48C0-9BF9-2A42B76917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9" name="Rectangle 2778">
                              <a:extLst>
                                <a:ext uri="{FF2B5EF4-FFF2-40B4-BE49-F238E27FC236}">
                                  <a16:creationId xmlns:a16="http://schemas.microsoft.com/office/drawing/2014/main" id="{F4ACF4F2-9E10-426C-BD34-14CCC33AF2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2780" name="Rectangle 2779">
                              <a:extLst>
                                <a:ext uri="{FF2B5EF4-FFF2-40B4-BE49-F238E27FC236}">
                                  <a16:creationId xmlns:a16="http://schemas.microsoft.com/office/drawing/2014/main" id="{D99A91D2-100F-4BDB-A34E-DE442E304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76" name="Group 2775">
                            <a:extLst>
                              <a:ext uri="{FF2B5EF4-FFF2-40B4-BE49-F238E27FC236}">
                                <a16:creationId xmlns:a16="http://schemas.microsoft.com/office/drawing/2014/main" id="{CE72CB40-6CD9-4C82-AFE7-98470205E3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7" name="Rectangle 2776">
                              <a:extLst>
                                <a:ext uri="{FF2B5EF4-FFF2-40B4-BE49-F238E27FC236}">
                                  <a16:creationId xmlns:a16="http://schemas.microsoft.com/office/drawing/2014/main" id="{C7AE7EF2-3734-4C4D-BCD1-CD3433B7CC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2778" name="Rectangle 2777">
                              <a:extLst>
                                <a:ext uri="{FF2B5EF4-FFF2-40B4-BE49-F238E27FC236}">
                                  <a16:creationId xmlns:a16="http://schemas.microsoft.com/office/drawing/2014/main" id="{5CD971CA-338B-49A3-9548-224762E44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2768" name="Group 2767">
                          <a:extLst>
                            <a:ext uri="{FF2B5EF4-FFF2-40B4-BE49-F238E27FC236}">
                              <a16:creationId xmlns:a16="http://schemas.microsoft.com/office/drawing/2014/main" id="{363A8415-9A2E-4894-B144-A365D1B02E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2769" name="Group 2768">
                            <a:extLst>
                              <a:ext uri="{FF2B5EF4-FFF2-40B4-BE49-F238E27FC236}">
                                <a16:creationId xmlns:a16="http://schemas.microsoft.com/office/drawing/2014/main" id="{90403278-F25F-4156-BC05-666DE487F0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3" name="Rectangle 2772">
                              <a:extLst>
                                <a:ext uri="{FF2B5EF4-FFF2-40B4-BE49-F238E27FC236}">
                                  <a16:creationId xmlns:a16="http://schemas.microsoft.com/office/drawing/2014/main" id="{11A23FE9-51CC-4A4F-AD0A-9594E3C25F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2774" name="Rectangle 2773">
                              <a:extLst>
                                <a:ext uri="{FF2B5EF4-FFF2-40B4-BE49-F238E27FC236}">
                                  <a16:creationId xmlns:a16="http://schemas.microsoft.com/office/drawing/2014/main" id="{083BD535-C14F-43EB-89D7-7BE7947475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2770" name="Group 2769">
                            <a:extLst>
                              <a:ext uri="{FF2B5EF4-FFF2-40B4-BE49-F238E27FC236}">
                                <a16:creationId xmlns:a16="http://schemas.microsoft.com/office/drawing/2014/main" id="{E107413F-26B3-475F-A1F9-52C1A6798E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2771" name="Rectangle 2770">
                              <a:extLst>
                                <a:ext uri="{FF2B5EF4-FFF2-40B4-BE49-F238E27FC236}">
                                  <a16:creationId xmlns:a16="http://schemas.microsoft.com/office/drawing/2014/main" id="{C7EC0EB9-B988-43AB-9F5A-C538C51996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2772" name="Rectangle 2771">
                              <a:extLst>
                                <a:ext uri="{FF2B5EF4-FFF2-40B4-BE49-F238E27FC236}">
                                  <a16:creationId xmlns:a16="http://schemas.microsoft.com/office/drawing/2014/main" id="{81D3CEDD-BDB6-427A-BB59-7636826BB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  <p:grpSp>
          <p:nvGrpSpPr>
            <p:cNvPr id="3267" name="Group 3266">
              <a:extLst>
                <a:ext uri="{FF2B5EF4-FFF2-40B4-BE49-F238E27FC236}">
                  <a16:creationId xmlns:a16="http://schemas.microsoft.com/office/drawing/2014/main" id="{C5E52BC6-1856-4B18-AE9C-4F4A34B6D973}"/>
                </a:ext>
              </a:extLst>
            </p:cNvPr>
            <p:cNvGrpSpPr/>
            <p:nvPr/>
          </p:nvGrpSpPr>
          <p:grpSpPr>
            <a:xfrm>
              <a:off x="56543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3268" name="Group 3267">
                <a:extLst>
                  <a:ext uri="{FF2B5EF4-FFF2-40B4-BE49-F238E27FC236}">
                    <a16:creationId xmlns:a16="http://schemas.microsoft.com/office/drawing/2014/main" id="{DB8411CF-C388-46DA-8E73-F98912F2D66B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524" name="Group 3523">
                  <a:extLst>
                    <a:ext uri="{FF2B5EF4-FFF2-40B4-BE49-F238E27FC236}">
                      <a16:creationId xmlns:a16="http://schemas.microsoft.com/office/drawing/2014/main" id="{7F5709EA-BEDF-48EE-A0E2-8071CAF47F4F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652" name="Group 3651">
                    <a:extLst>
                      <a:ext uri="{FF2B5EF4-FFF2-40B4-BE49-F238E27FC236}">
                        <a16:creationId xmlns:a16="http://schemas.microsoft.com/office/drawing/2014/main" id="{D24A0A13-1556-4340-A501-AD1F0EFF898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716" name="Group 3715">
                      <a:extLst>
                        <a:ext uri="{FF2B5EF4-FFF2-40B4-BE49-F238E27FC236}">
                          <a16:creationId xmlns:a16="http://schemas.microsoft.com/office/drawing/2014/main" id="{89B94036-12A3-4213-BB46-0717F5D261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48" name="Group 3747">
                        <a:extLst>
                          <a:ext uri="{FF2B5EF4-FFF2-40B4-BE49-F238E27FC236}">
                            <a16:creationId xmlns:a16="http://schemas.microsoft.com/office/drawing/2014/main" id="{D965271A-3328-4704-A7BB-1B7C1A8D7E4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64" name="Group 3763">
                          <a:extLst>
                            <a:ext uri="{FF2B5EF4-FFF2-40B4-BE49-F238E27FC236}">
                              <a16:creationId xmlns:a16="http://schemas.microsoft.com/office/drawing/2014/main" id="{CBB287FF-2B6D-4BE4-9B4C-EEDFFCAD7B8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72" name="Group 3771">
                            <a:extLst>
                              <a:ext uri="{FF2B5EF4-FFF2-40B4-BE49-F238E27FC236}">
                                <a16:creationId xmlns:a16="http://schemas.microsoft.com/office/drawing/2014/main" id="{5E072CD8-70DC-4B82-9DA8-E23322F662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6" name="Rectangle 3775">
                              <a:extLst>
                                <a:ext uri="{FF2B5EF4-FFF2-40B4-BE49-F238E27FC236}">
                                  <a16:creationId xmlns:a16="http://schemas.microsoft.com/office/drawing/2014/main" id="{712199C5-6FDB-49F4-8914-20C147EEB5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777" name="Rectangle 3776">
                              <a:extLst>
                                <a:ext uri="{FF2B5EF4-FFF2-40B4-BE49-F238E27FC236}">
                                  <a16:creationId xmlns:a16="http://schemas.microsoft.com/office/drawing/2014/main" id="{D45DCF80-0E8C-43A9-BAA9-0CAB1F8F2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73" name="Group 3772">
                            <a:extLst>
                              <a:ext uri="{FF2B5EF4-FFF2-40B4-BE49-F238E27FC236}">
                                <a16:creationId xmlns:a16="http://schemas.microsoft.com/office/drawing/2014/main" id="{B0108169-2CA6-4B1F-A7D4-AB8A6A6EA4A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4" name="Rectangle 3773">
                              <a:extLst>
                                <a:ext uri="{FF2B5EF4-FFF2-40B4-BE49-F238E27FC236}">
                                  <a16:creationId xmlns:a16="http://schemas.microsoft.com/office/drawing/2014/main" id="{FC99C732-6FCF-4CC7-A6F9-5D37228AE3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775" name="Rectangle 3774">
                              <a:extLst>
                                <a:ext uri="{FF2B5EF4-FFF2-40B4-BE49-F238E27FC236}">
                                  <a16:creationId xmlns:a16="http://schemas.microsoft.com/office/drawing/2014/main" id="{504743C4-122E-4B35-A6C7-3B546850EC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65" name="Group 3764">
                          <a:extLst>
                            <a:ext uri="{FF2B5EF4-FFF2-40B4-BE49-F238E27FC236}">
                              <a16:creationId xmlns:a16="http://schemas.microsoft.com/office/drawing/2014/main" id="{B1C0F191-AE5D-4904-B724-287056F236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66" name="Group 3765">
                            <a:extLst>
                              <a:ext uri="{FF2B5EF4-FFF2-40B4-BE49-F238E27FC236}">
                                <a16:creationId xmlns:a16="http://schemas.microsoft.com/office/drawing/2014/main" id="{EC3F3D7F-007F-4B95-90C1-786D602536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70" name="Rectangle 3769">
                              <a:extLst>
                                <a:ext uri="{FF2B5EF4-FFF2-40B4-BE49-F238E27FC236}">
                                  <a16:creationId xmlns:a16="http://schemas.microsoft.com/office/drawing/2014/main" id="{A323537E-00CA-4316-AFE4-7737BCE807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771" name="Rectangle 3770">
                              <a:extLst>
                                <a:ext uri="{FF2B5EF4-FFF2-40B4-BE49-F238E27FC236}">
                                  <a16:creationId xmlns:a16="http://schemas.microsoft.com/office/drawing/2014/main" id="{F3E99262-007A-41D8-8B5E-8894CAEA6C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67" name="Group 3766">
                            <a:extLst>
                              <a:ext uri="{FF2B5EF4-FFF2-40B4-BE49-F238E27FC236}">
                                <a16:creationId xmlns:a16="http://schemas.microsoft.com/office/drawing/2014/main" id="{04838A83-A2DF-4D0C-BB2F-91C1D6816E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8" name="Rectangle 3767">
                              <a:extLst>
                                <a:ext uri="{FF2B5EF4-FFF2-40B4-BE49-F238E27FC236}">
                                  <a16:creationId xmlns:a16="http://schemas.microsoft.com/office/drawing/2014/main" id="{EC540FD6-071B-4C36-A7FE-594358C74F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769" name="Rectangle 3768">
                              <a:extLst>
                                <a:ext uri="{FF2B5EF4-FFF2-40B4-BE49-F238E27FC236}">
                                  <a16:creationId xmlns:a16="http://schemas.microsoft.com/office/drawing/2014/main" id="{C0E13FF1-97E6-455E-9AE0-6220BBC3D8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49" name="Group 3748">
                        <a:extLst>
                          <a:ext uri="{FF2B5EF4-FFF2-40B4-BE49-F238E27FC236}">
                            <a16:creationId xmlns:a16="http://schemas.microsoft.com/office/drawing/2014/main" id="{8A69BF89-FE7F-4A66-91CB-8CAFE8B06A4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50" name="Group 3749">
                          <a:extLst>
                            <a:ext uri="{FF2B5EF4-FFF2-40B4-BE49-F238E27FC236}">
                              <a16:creationId xmlns:a16="http://schemas.microsoft.com/office/drawing/2014/main" id="{B10C2E09-767B-49F0-95CB-AA892402EEC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58" name="Group 3757">
                            <a:extLst>
                              <a:ext uri="{FF2B5EF4-FFF2-40B4-BE49-F238E27FC236}">
                                <a16:creationId xmlns:a16="http://schemas.microsoft.com/office/drawing/2014/main" id="{FC61BF98-7D32-4C67-BF97-2CA8443EAC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2" name="Rectangle 3761">
                              <a:extLst>
                                <a:ext uri="{FF2B5EF4-FFF2-40B4-BE49-F238E27FC236}">
                                  <a16:creationId xmlns:a16="http://schemas.microsoft.com/office/drawing/2014/main" id="{EBA4E857-8D27-4901-BD5C-11322A0FCB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763" name="Rectangle 3762">
                              <a:extLst>
                                <a:ext uri="{FF2B5EF4-FFF2-40B4-BE49-F238E27FC236}">
                                  <a16:creationId xmlns:a16="http://schemas.microsoft.com/office/drawing/2014/main" id="{6CD3CFE2-40B2-4A87-9105-2988B8ACDC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59" name="Group 3758">
                            <a:extLst>
                              <a:ext uri="{FF2B5EF4-FFF2-40B4-BE49-F238E27FC236}">
                                <a16:creationId xmlns:a16="http://schemas.microsoft.com/office/drawing/2014/main" id="{DD3FF746-ABFA-4E54-8712-2E971DF327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60" name="Rectangle 3759">
                              <a:extLst>
                                <a:ext uri="{FF2B5EF4-FFF2-40B4-BE49-F238E27FC236}">
                                  <a16:creationId xmlns:a16="http://schemas.microsoft.com/office/drawing/2014/main" id="{955876A8-0357-4F0B-95B7-008424EB5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761" name="Rectangle 3760">
                              <a:extLst>
                                <a:ext uri="{FF2B5EF4-FFF2-40B4-BE49-F238E27FC236}">
                                  <a16:creationId xmlns:a16="http://schemas.microsoft.com/office/drawing/2014/main" id="{C03D997C-1815-42ED-AF2F-1E7CC7C787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51" name="Group 3750">
                          <a:extLst>
                            <a:ext uri="{FF2B5EF4-FFF2-40B4-BE49-F238E27FC236}">
                              <a16:creationId xmlns:a16="http://schemas.microsoft.com/office/drawing/2014/main" id="{2E2755D0-06FD-4EFA-9F1A-E9160CB8EE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52" name="Group 3751">
                            <a:extLst>
                              <a:ext uri="{FF2B5EF4-FFF2-40B4-BE49-F238E27FC236}">
                                <a16:creationId xmlns:a16="http://schemas.microsoft.com/office/drawing/2014/main" id="{CFF13611-859C-481A-8E8A-C3A33FC2B2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56" name="Rectangle 3755">
                              <a:extLst>
                                <a:ext uri="{FF2B5EF4-FFF2-40B4-BE49-F238E27FC236}">
                                  <a16:creationId xmlns:a16="http://schemas.microsoft.com/office/drawing/2014/main" id="{F6915886-4229-4426-9203-EA9202BF4B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757" name="Rectangle 3756">
                              <a:extLst>
                                <a:ext uri="{FF2B5EF4-FFF2-40B4-BE49-F238E27FC236}">
                                  <a16:creationId xmlns:a16="http://schemas.microsoft.com/office/drawing/2014/main" id="{DC3DA7CE-85FD-4E28-962B-DD6CAE6CAB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53" name="Group 3752">
                            <a:extLst>
                              <a:ext uri="{FF2B5EF4-FFF2-40B4-BE49-F238E27FC236}">
                                <a16:creationId xmlns:a16="http://schemas.microsoft.com/office/drawing/2014/main" id="{BBD68E7E-DF39-4191-BDDE-3771CDB676C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54" name="Rectangle 3753">
                              <a:extLst>
                                <a:ext uri="{FF2B5EF4-FFF2-40B4-BE49-F238E27FC236}">
                                  <a16:creationId xmlns:a16="http://schemas.microsoft.com/office/drawing/2014/main" id="{F00857C4-01FC-427F-8838-025D222807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755" name="Rectangle 3754">
                              <a:extLst>
                                <a:ext uri="{FF2B5EF4-FFF2-40B4-BE49-F238E27FC236}">
                                  <a16:creationId xmlns:a16="http://schemas.microsoft.com/office/drawing/2014/main" id="{3EC57436-CA42-4498-AB3A-ECA4115ED4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717" name="Group 3716">
                      <a:extLst>
                        <a:ext uri="{FF2B5EF4-FFF2-40B4-BE49-F238E27FC236}">
                          <a16:creationId xmlns:a16="http://schemas.microsoft.com/office/drawing/2014/main" id="{4AB31806-AB14-4132-AC9C-6BB78D5249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18" name="Group 3717">
                        <a:extLst>
                          <a:ext uri="{FF2B5EF4-FFF2-40B4-BE49-F238E27FC236}">
                            <a16:creationId xmlns:a16="http://schemas.microsoft.com/office/drawing/2014/main" id="{E1EB60D6-D86B-422F-B8DF-7E75A732DD0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34" name="Group 3733">
                          <a:extLst>
                            <a:ext uri="{FF2B5EF4-FFF2-40B4-BE49-F238E27FC236}">
                              <a16:creationId xmlns:a16="http://schemas.microsoft.com/office/drawing/2014/main" id="{EF504DFB-0F59-4465-BD84-DB25503B60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42" name="Group 3741">
                            <a:extLst>
                              <a:ext uri="{FF2B5EF4-FFF2-40B4-BE49-F238E27FC236}">
                                <a16:creationId xmlns:a16="http://schemas.microsoft.com/office/drawing/2014/main" id="{93967A81-E7A8-4316-AB9E-F5B87CCC6E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6" name="Rectangle 3745">
                              <a:extLst>
                                <a:ext uri="{FF2B5EF4-FFF2-40B4-BE49-F238E27FC236}">
                                  <a16:creationId xmlns:a16="http://schemas.microsoft.com/office/drawing/2014/main" id="{C2279F37-2115-4F44-A1F1-160F7A471C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747" name="Rectangle 3746">
                              <a:extLst>
                                <a:ext uri="{FF2B5EF4-FFF2-40B4-BE49-F238E27FC236}">
                                  <a16:creationId xmlns:a16="http://schemas.microsoft.com/office/drawing/2014/main" id="{AB59914E-9F6B-4805-B4C2-55D1CCA8B5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43" name="Group 3742">
                            <a:extLst>
                              <a:ext uri="{FF2B5EF4-FFF2-40B4-BE49-F238E27FC236}">
                                <a16:creationId xmlns:a16="http://schemas.microsoft.com/office/drawing/2014/main" id="{A096FD80-F5F7-4511-9570-C96A980C5C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4" name="Rectangle 3743">
                              <a:extLst>
                                <a:ext uri="{FF2B5EF4-FFF2-40B4-BE49-F238E27FC236}">
                                  <a16:creationId xmlns:a16="http://schemas.microsoft.com/office/drawing/2014/main" id="{9CA8C806-8B7F-404B-A9A1-0E5E719064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745" name="Rectangle 3744">
                              <a:extLst>
                                <a:ext uri="{FF2B5EF4-FFF2-40B4-BE49-F238E27FC236}">
                                  <a16:creationId xmlns:a16="http://schemas.microsoft.com/office/drawing/2014/main" id="{A0FCEBAA-E7D0-4C6E-87D6-03B16776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35" name="Group 3734">
                          <a:extLst>
                            <a:ext uri="{FF2B5EF4-FFF2-40B4-BE49-F238E27FC236}">
                              <a16:creationId xmlns:a16="http://schemas.microsoft.com/office/drawing/2014/main" id="{CA02F938-685D-48C0-99A2-6A1B6CD355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36" name="Group 3735">
                            <a:extLst>
                              <a:ext uri="{FF2B5EF4-FFF2-40B4-BE49-F238E27FC236}">
                                <a16:creationId xmlns:a16="http://schemas.microsoft.com/office/drawing/2014/main" id="{5CBAF10B-D51C-46CB-8475-4E25B121B6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40" name="Rectangle 3739">
                              <a:extLst>
                                <a:ext uri="{FF2B5EF4-FFF2-40B4-BE49-F238E27FC236}">
                                  <a16:creationId xmlns:a16="http://schemas.microsoft.com/office/drawing/2014/main" id="{DD273BEF-9ACD-4D2F-8B26-3E0C0D0BE5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741" name="Rectangle 3740">
                              <a:extLst>
                                <a:ext uri="{FF2B5EF4-FFF2-40B4-BE49-F238E27FC236}">
                                  <a16:creationId xmlns:a16="http://schemas.microsoft.com/office/drawing/2014/main" id="{8CCD45D8-605F-4D7B-B0AB-B221371ED4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37" name="Group 3736">
                            <a:extLst>
                              <a:ext uri="{FF2B5EF4-FFF2-40B4-BE49-F238E27FC236}">
                                <a16:creationId xmlns:a16="http://schemas.microsoft.com/office/drawing/2014/main" id="{17852B86-04B7-4BFB-BD05-8B71E59B0D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8" name="Rectangle 3737">
                              <a:extLst>
                                <a:ext uri="{FF2B5EF4-FFF2-40B4-BE49-F238E27FC236}">
                                  <a16:creationId xmlns:a16="http://schemas.microsoft.com/office/drawing/2014/main" id="{6DD90EA5-A5CB-40E6-BD4B-35F5CAC94C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739" name="Rectangle 3738">
                              <a:extLst>
                                <a:ext uri="{FF2B5EF4-FFF2-40B4-BE49-F238E27FC236}">
                                  <a16:creationId xmlns:a16="http://schemas.microsoft.com/office/drawing/2014/main" id="{EFB4D4D8-AF3D-494D-B80A-11AC0FBA35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19" name="Group 3718">
                        <a:extLst>
                          <a:ext uri="{FF2B5EF4-FFF2-40B4-BE49-F238E27FC236}">
                            <a16:creationId xmlns:a16="http://schemas.microsoft.com/office/drawing/2014/main" id="{36030EAF-6B38-4BA9-817E-20B090C6CD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20" name="Group 3719">
                          <a:extLst>
                            <a:ext uri="{FF2B5EF4-FFF2-40B4-BE49-F238E27FC236}">
                              <a16:creationId xmlns:a16="http://schemas.microsoft.com/office/drawing/2014/main" id="{38842854-C9D7-4627-89C4-027D1548F2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28" name="Group 3727">
                            <a:extLst>
                              <a:ext uri="{FF2B5EF4-FFF2-40B4-BE49-F238E27FC236}">
                                <a16:creationId xmlns:a16="http://schemas.microsoft.com/office/drawing/2014/main" id="{08D60B4D-F901-4DA9-B657-69638735FE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2" name="Rectangle 3731">
                              <a:extLst>
                                <a:ext uri="{FF2B5EF4-FFF2-40B4-BE49-F238E27FC236}">
                                  <a16:creationId xmlns:a16="http://schemas.microsoft.com/office/drawing/2014/main" id="{35D60000-3313-4157-BAE1-64748C903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733" name="Rectangle 3732">
                              <a:extLst>
                                <a:ext uri="{FF2B5EF4-FFF2-40B4-BE49-F238E27FC236}">
                                  <a16:creationId xmlns:a16="http://schemas.microsoft.com/office/drawing/2014/main" id="{067E802C-78B3-40F6-BEF5-F8FCEC7C83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29" name="Group 3728">
                            <a:extLst>
                              <a:ext uri="{FF2B5EF4-FFF2-40B4-BE49-F238E27FC236}">
                                <a16:creationId xmlns:a16="http://schemas.microsoft.com/office/drawing/2014/main" id="{536E925B-D7F9-4F9A-8447-D1CCDC1EF4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30" name="Rectangle 3729">
                              <a:extLst>
                                <a:ext uri="{FF2B5EF4-FFF2-40B4-BE49-F238E27FC236}">
                                  <a16:creationId xmlns:a16="http://schemas.microsoft.com/office/drawing/2014/main" id="{CB76AD1A-C7F7-4953-BB40-2A6B79DD63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731" name="Rectangle 3730">
                              <a:extLst>
                                <a:ext uri="{FF2B5EF4-FFF2-40B4-BE49-F238E27FC236}">
                                  <a16:creationId xmlns:a16="http://schemas.microsoft.com/office/drawing/2014/main" id="{1C170EB9-5615-473C-9E0C-0E0037EE0B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21" name="Group 3720">
                          <a:extLst>
                            <a:ext uri="{FF2B5EF4-FFF2-40B4-BE49-F238E27FC236}">
                              <a16:creationId xmlns:a16="http://schemas.microsoft.com/office/drawing/2014/main" id="{E116DB22-6D7E-45F3-ADF3-430EC78575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22" name="Group 3721">
                            <a:extLst>
                              <a:ext uri="{FF2B5EF4-FFF2-40B4-BE49-F238E27FC236}">
                                <a16:creationId xmlns:a16="http://schemas.microsoft.com/office/drawing/2014/main" id="{0679E5C7-9FFE-4748-8012-8F5434D200B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26" name="Rectangle 3725">
                              <a:extLst>
                                <a:ext uri="{FF2B5EF4-FFF2-40B4-BE49-F238E27FC236}">
                                  <a16:creationId xmlns:a16="http://schemas.microsoft.com/office/drawing/2014/main" id="{DED968AA-2F0B-41D9-81E3-75FD9E9D16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727" name="Rectangle 3726">
                              <a:extLst>
                                <a:ext uri="{FF2B5EF4-FFF2-40B4-BE49-F238E27FC236}">
                                  <a16:creationId xmlns:a16="http://schemas.microsoft.com/office/drawing/2014/main" id="{20CF1D4C-4A69-480B-9A6A-1D39318717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23" name="Group 3722">
                            <a:extLst>
                              <a:ext uri="{FF2B5EF4-FFF2-40B4-BE49-F238E27FC236}">
                                <a16:creationId xmlns:a16="http://schemas.microsoft.com/office/drawing/2014/main" id="{797FE5BB-0C17-4561-8BD6-A38E6FBFD54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24" name="Rectangle 3723">
                              <a:extLst>
                                <a:ext uri="{FF2B5EF4-FFF2-40B4-BE49-F238E27FC236}">
                                  <a16:creationId xmlns:a16="http://schemas.microsoft.com/office/drawing/2014/main" id="{D15FD0F2-03BB-4F0E-ABE8-13A4DB20DD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725" name="Rectangle 3724">
                              <a:extLst>
                                <a:ext uri="{FF2B5EF4-FFF2-40B4-BE49-F238E27FC236}">
                                  <a16:creationId xmlns:a16="http://schemas.microsoft.com/office/drawing/2014/main" id="{3CD3BC9D-69D5-4455-AAD9-F8838C60AB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653" name="Group 3652">
                    <a:extLst>
                      <a:ext uri="{FF2B5EF4-FFF2-40B4-BE49-F238E27FC236}">
                        <a16:creationId xmlns:a16="http://schemas.microsoft.com/office/drawing/2014/main" id="{0723D02A-49A9-4F50-982B-FB8B54F7C267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654" name="Group 3653">
                      <a:extLst>
                        <a:ext uri="{FF2B5EF4-FFF2-40B4-BE49-F238E27FC236}">
                          <a16:creationId xmlns:a16="http://schemas.microsoft.com/office/drawing/2014/main" id="{3977C0EB-A00B-444F-A86A-A157A9C82B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86" name="Group 3685">
                        <a:extLst>
                          <a:ext uri="{FF2B5EF4-FFF2-40B4-BE49-F238E27FC236}">
                            <a16:creationId xmlns:a16="http://schemas.microsoft.com/office/drawing/2014/main" id="{D59DE9F0-7E0A-4E56-AADC-B757F4C99C1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02" name="Group 3701">
                          <a:extLst>
                            <a:ext uri="{FF2B5EF4-FFF2-40B4-BE49-F238E27FC236}">
                              <a16:creationId xmlns:a16="http://schemas.microsoft.com/office/drawing/2014/main" id="{2A5F8718-4A88-4675-BC57-E22A9FBF594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10" name="Group 3709">
                            <a:extLst>
                              <a:ext uri="{FF2B5EF4-FFF2-40B4-BE49-F238E27FC236}">
                                <a16:creationId xmlns:a16="http://schemas.microsoft.com/office/drawing/2014/main" id="{2EA700FB-E515-491A-9DC1-96C79955F5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14" name="Rectangle 3713">
                              <a:extLst>
                                <a:ext uri="{FF2B5EF4-FFF2-40B4-BE49-F238E27FC236}">
                                  <a16:creationId xmlns:a16="http://schemas.microsoft.com/office/drawing/2014/main" id="{B89123D0-24D6-4D08-8037-2B233537AD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715" name="Rectangle 3714">
                              <a:extLst>
                                <a:ext uri="{FF2B5EF4-FFF2-40B4-BE49-F238E27FC236}">
                                  <a16:creationId xmlns:a16="http://schemas.microsoft.com/office/drawing/2014/main" id="{24CC43EC-AF9E-4E86-80C2-238603E05E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11" name="Group 3710">
                            <a:extLst>
                              <a:ext uri="{FF2B5EF4-FFF2-40B4-BE49-F238E27FC236}">
                                <a16:creationId xmlns:a16="http://schemas.microsoft.com/office/drawing/2014/main" id="{DA913328-2DD8-4C03-9B09-9A29DC17FD5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12" name="Rectangle 3711">
                              <a:extLst>
                                <a:ext uri="{FF2B5EF4-FFF2-40B4-BE49-F238E27FC236}">
                                  <a16:creationId xmlns:a16="http://schemas.microsoft.com/office/drawing/2014/main" id="{8BF5679F-B24E-4F31-82FF-1264E6940A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713" name="Rectangle 3712">
                              <a:extLst>
                                <a:ext uri="{FF2B5EF4-FFF2-40B4-BE49-F238E27FC236}">
                                  <a16:creationId xmlns:a16="http://schemas.microsoft.com/office/drawing/2014/main" id="{72BD9A69-3ABA-4EAA-9106-C180CDF480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03" name="Group 3702">
                          <a:extLst>
                            <a:ext uri="{FF2B5EF4-FFF2-40B4-BE49-F238E27FC236}">
                              <a16:creationId xmlns:a16="http://schemas.microsoft.com/office/drawing/2014/main" id="{4F172400-78C7-483F-B265-42E4FB96F0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04" name="Group 3703">
                            <a:extLst>
                              <a:ext uri="{FF2B5EF4-FFF2-40B4-BE49-F238E27FC236}">
                                <a16:creationId xmlns:a16="http://schemas.microsoft.com/office/drawing/2014/main" id="{2D189C3A-0054-4423-8AA6-5C64612958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8" name="Rectangle 3707">
                              <a:extLst>
                                <a:ext uri="{FF2B5EF4-FFF2-40B4-BE49-F238E27FC236}">
                                  <a16:creationId xmlns:a16="http://schemas.microsoft.com/office/drawing/2014/main" id="{1F5C4606-D581-4C76-BAAD-55131B02A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709" name="Rectangle 3708">
                              <a:extLst>
                                <a:ext uri="{FF2B5EF4-FFF2-40B4-BE49-F238E27FC236}">
                                  <a16:creationId xmlns:a16="http://schemas.microsoft.com/office/drawing/2014/main" id="{80D9209E-9E01-43E3-A267-937B429DFD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05" name="Group 3704">
                            <a:extLst>
                              <a:ext uri="{FF2B5EF4-FFF2-40B4-BE49-F238E27FC236}">
                                <a16:creationId xmlns:a16="http://schemas.microsoft.com/office/drawing/2014/main" id="{512670D1-0BC2-4F96-8D3D-2DE9CC4616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6" name="Rectangle 3705">
                              <a:extLst>
                                <a:ext uri="{FF2B5EF4-FFF2-40B4-BE49-F238E27FC236}">
                                  <a16:creationId xmlns:a16="http://schemas.microsoft.com/office/drawing/2014/main" id="{0121DA71-F17F-4D04-BBDB-5AE338C2D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707" name="Rectangle 3706">
                              <a:extLst>
                                <a:ext uri="{FF2B5EF4-FFF2-40B4-BE49-F238E27FC236}">
                                  <a16:creationId xmlns:a16="http://schemas.microsoft.com/office/drawing/2014/main" id="{0138D292-08F3-4F18-96E9-351D292E0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87" name="Group 3686">
                        <a:extLst>
                          <a:ext uri="{FF2B5EF4-FFF2-40B4-BE49-F238E27FC236}">
                            <a16:creationId xmlns:a16="http://schemas.microsoft.com/office/drawing/2014/main" id="{0FE8B098-1E95-4A3B-86FA-9323A8A15A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88" name="Group 3687">
                          <a:extLst>
                            <a:ext uri="{FF2B5EF4-FFF2-40B4-BE49-F238E27FC236}">
                              <a16:creationId xmlns:a16="http://schemas.microsoft.com/office/drawing/2014/main" id="{4152C806-D6A4-4D05-839D-2399DF8EFB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96" name="Group 3695">
                            <a:extLst>
                              <a:ext uri="{FF2B5EF4-FFF2-40B4-BE49-F238E27FC236}">
                                <a16:creationId xmlns:a16="http://schemas.microsoft.com/office/drawing/2014/main" id="{304718E7-9F54-41F5-8EF9-8185F8F5C0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00" name="Rectangle 3699">
                              <a:extLst>
                                <a:ext uri="{FF2B5EF4-FFF2-40B4-BE49-F238E27FC236}">
                                  <a16:creationId xmlns:a16="http://schemas.microsoft.com/office/drawing/2014/main" id="{B38C4F10-C194-46C1-A062-B1B5A50A75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701" name="Rectangle 3700">
                              <a:extLst>
                                <a:ext uri="{FF2B5EF4-FFF2-40B4-BE49-F238E27FC236}">
                                  <a16:creationId xmlns:a16="http://schemas.microsoft.com/office/drawing/2014/main" id="{F5E46998-4B93-4C04-B1B9-4CB05C0B79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97" name="Group 3696">
                            <a:extLst>
                              <a:ext uri="{FF2B5EF4-FFF2-40B4-BE49-F238E27FC236}">
                                <a16:creationId xmlns:a16="http://schemas.microsoft.com/office/drawing/2014/main" id="{55565D20-EC4B-4996-A686-90A121821BA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8" name="Rectangle 3697">
                              <a:extLst>
                                <a:ext uri="{FF2B5EF4-FFF2-40B4-BE49-F238E27FC236}">
                                  <a16:creationId xmlns:a16="http://schemas.microsoft.com/office/drawing/2014/main" id="{5B5E0CF4-AB00-4055-9291-03125406CC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699" name="Rectangle 3698">
                              <a:extLst>
                                <a:ext uri="{FF2B5EF4-FFF2-40B4-BE49-F238E27FC236}">
                                  <a16:creationId xmlns:a16="http://schemas.microsoft.com/office/drawing/2014/main" id="{5A4D3113-DDA7-4EAF-A8E2-9EB516A594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89" name="Group 3688">
                          <a:extLst>
                            <a:ext uri="{FF2B5EF4-FFF2-40B4-BE49-F238E27FC236}">
                              <a16:creationId xmlns:a16="http://schemas.microsoft.com/office/drawing/2014/main" id="{2C1C5565-D425-4C78-A198-8CE6F69A40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90" name="Group 3689">
                            <a:extLst>
                              <a:ext uri="{FF2B5EF4-FFF2-40B4-BE49-F238E27FC236}">
                                <a16:creationId xmlns:a16="http://schemas.microsoft.com/office/drawing/2014/main" id="{68BCDC71-E79A-4C1E-BC2D-F0C6074644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4" name="Rectangle 3693">
                              <a:extLst>
                                <a:ext uri="{FF2B5EF4-FFF2-40B4-BE49-F238E27FC236}">
                                  <a16:creationId xmlns:a16="http://schemas.microsoft.com/office/drawing/2014/main" id="{B4BCE65B-246F-490A-959D-40BB993383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695" name="Rectangle 3694">
                              <a:extLst>
                                <a:ext uri="{FF2B5EF4-FFF2-40B4-BE49-F238E27FC236}">
                                  <a16:creationId xmlns:a16="http://schemas.microsoft.com/office/drawing/2014/main" id="{42EF311F-7EA1-4733-83E5-DDACF2026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91" name="Group 3690">
                            <a:extLst>
                              <a:ext uri="{FF2B5EF4-FFF2-40B4-BE49-F238E27FC236}">
                                <a16:creationId xmlns:a16="http://schemas.microsoft.com/office/drawing/2014/main" id="{134DCDE3-2EB9-48AC-8ABA-7F1D6D153FF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92" name="Rectangle 3691">
                              <a:extLst>
                                <a:ext uri="{FF2B5EF4-FFF2-40B4-BE49-F238E27FC236}">
                                  <a16:creationId xmlns:a16="http://schemas.microsoft.com/office/drawing/2014/main" id="{638ACCC5-2888-4FDC-AC47-0D48AB7C75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693" name="Rectangle 3692">
                              <a:extLst>
                                <a:ext uri="{FF2B5EF4-FFF2-40B4-BE49-F238E27FC236}">
                                  <a16:creationId xmlns:a16="http://schemas.microsoft.com/office/drawing/2014/main" id="{CF2AE4C9-1CBA-4935-A05C-F72A75EC24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655" name="Group 3654">
                      <a:extLst>
                        <a:ext uri="{FF2B5EF4-FFF2-40B4-BE49-F238E27FC236}">
                          <a16:creationId xmlns:a16="http://schemas.microsoft.com/office/drawing/2014/main" id="{DBA833B0-8CE9-481F-918A-51032FF5F3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56" name="Group 3655">
                        <a:extLst>
                          <a:ext uri="{FF2B5EF4-FFF2-40B4-BE49-F238E27FC236}">
                            <a16:creationId xmlns:a16="http://schemas.microsoft.com/office/drawing/2014/main" id="{8412852E-C98E-4A05-BA6D-9B0B28618F7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72" name="Group 3671">
                          <a:extLst>
                            <a:ext uri="{FF2B5EF4-FFF2-40B4-BE49-F238E27FC236}">
                              <a16:creationId xmlns:a16="http://schemas.microsoft.com/office/drawing/2014/main" id="{DDCBCAE2-03BC-42A1-89BA-A7B43D4C61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80" name="Group 3679">
                            <a:extLst>
                              <a:ext uri="{FF2B5EF4-FFF2-40B4-BE49-F238E27FC236}">
                                <a16:creationId xmlns:a16="http://schemas.microsoft.com/office/drawing/2014/main" id="{7AFD1BBF-3BD5-473A-BDB1-F3CA039587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84" name="Rectangle 3683">
                              <a:extLst>
                                <a:ext uri="{FF2B5EF4-FFF2-40B4-BE49-F238E27FC236}">
                                  <a16:creationId xmlns:a16="http://schemas.microsoft.com/office/drawing/2014/main" id="{4B1AFC70-05B6-42FC-AF2C-F588E4A12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685" name="Rectangle 3684">
                              <a:extLst>
                                <a:ext uri="{FF2B5EF4-FFF2-40B4-BE49-F238E27FC236}">
                                  <a16:creationId xmlns:a16="http://schemas.microsoft.com/office/drawing/2014/main" id="{204403D3-9AB6-4567-8E62-276C3704CE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81" name="Group 3680">
                            <a:extLst>
                              <a:ext uri="{FF2B5EF4-FFF2-40B4-BE49-F238E27FC236}">
                                <a16:creationId xmlns:a16="http://schemas.microsoft.com/office/drawing/2014/main" id="{CC16DB05-4568-4164-9E01-2EA4C376B5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82" name="Rectangle 3681">
                              <a:extLst>
                                <a:ext uri="{FF2B5EF4-FFF2-40B4-BE49-F238E27FC236}">
                                  <a16:creationId xmlns:a16="http://schemas.microsoft.com/office/drawing/2014/main" id="{55C6C24C-78DA-4D45-B634-4651E91A85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683" name="Rectangle 3682">
                              <a:extLst>
                                <a:ext uri="{FF2B5EF4-FFF2-40B4-BE49-F238E27FC236}">
                                  <a16:creationId xmlns:a16="http://schemas.microsoft.com/office/drawing/2014/main" id="{B1EB35A3-D7A6-49F5-9E84-EBD746B896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73" name="Group 3672">
                          <a:extLst>
                            <a:ext uri="{FF2B5EF4-FFF2-40B4-BE49-F238E27FC236}">
                              <a16:creationId xmlns:a16="http://schemas.microsoft.com/office/drawing/2014/main" id="{994827BF-E238-4A92-8B4B-06A140D91F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74" name="Group 3673">
                            <a:extLst>
                              <a:ext uri="{FF2B5EF4-FFF2-40B4-BE49-F238E27FC236}">
                                <a16:creationId xmlns:a16="http://schemas.microsoft.com/office/drawing/2014/main" id="{B4E45B2F-E146-4F51-835B-2033CB6DE6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8" name="Rectangle 3677">
                              <a:extLst>
                                <a:ext uri="{FF2B5EF4-FFF2-40B4-BE49-F238E27FC236}">
                                  <a16:creationId xmlns:a16="http://schemas.microsoft.com/office/drawing/2014/main" id="{2AC008A4-8F3E-41D6-9E5B-DD16717A12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679" name="Rectangle 3678">
                              <a:extLst>
                                <a:ext uri="{FF2B5EF4-FFF2-40B4-BE49-F238E27FC236}">
                                  <a16:creationId xmlns:a16="http://schemas.microsoft.com/office/drawing/2014/main" id="{7A7E58EC-53B3-4B21-9B69-CCFE8A25CE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75" name="Group 3674">
                            <a:extLst>
                              <a:ext uri="{FF2B5EF4-FFF2-40B4-BE49-F238E27FC236}">
                                <a16:creationId xmlns:a16="http://schemas.microsoft.com/office/drawing/2014/main" id="{27728E13-871D-4916-BEF1-7336905F96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6" name="Rectangle 3675">
                              <a:extLst>
                                <a:ext uri="{FF2B5EF4-FFF2-40B4-BE49-F238E27FC236}">
                                  <a16:creationId xmlns:a16="http://schemas.microsoft.com/office/drawing/2014/main" id="{CA435267-1AFA-40CD-9CBB-292F3DA124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677" name="Rectangle 3676">
                              <a:extLst>
                                <a:ext uri="{FF2B5EF4-FFF2-40B4-BE49-F238E27FC236}">
                                  <a16:creationId xmlns:a16="http://schemas.microsoft.com/office/drawing/2014/main" id="{02D842A9-9BD0-44D8-BD16-436BC97F88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57" name="Group 3656">
                        <a:extLst>
                          <a:ext uri="{FF2B5EF4-FFF2-40B4-BE49-F238E27FC236}">
                            <a16:creationId xmlns:a16="http://schemas.microsoft.com/office/drawing/2014/main" id="{10A35F55-18D4-4630-838C-F9AB4A9772C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58" name="Group 3657">
                          <a:extLst>
                            <a:ext uri="{FF2B5EF4-FFF2-40B4-BE49-F238E27FC236}">
                              <a16:creationId xmlns:a16="http://schemas.microsoft.com/office/drawing/2014/main" id="{AADE45E3-9B44-4E62-B15C-2D9D4A34A0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66" name="Group 3665">
                            <a:extLst>
                              <a:ext uri="{FF2B5EF4-FFF2-40B4-BE49-F238E27FC236}">
                                <a16:creationId xmlns:a16="http://schemas.microsoft.com/office/drawing/2014/main" id="{AB641A9E-8BC4-4645-A551-E54D435A84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70" name="Rectangle 3669">
                              <a:extLst>
                                <a:ext uri="{FF2B5EF4-FFF2-40B4-BE49-F238E27FC236}">
                                  <a16:creationId xmlns:a16="http://schemas.microsoft.com/office/drawing/2014/main" id="{2F97F831-5FDF-437E-86B9-96E4AC7B3D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671" name="Rectangle 3670">
                              <a:extLst>
                                <a:ext uri="{FF2B5EF4-FFF2-40B4-BE49-F238E27FC236}">
                                  <a16:creationId xmlns:a16="http://schemas.microsoft.com/office/drawing/2014/main" id="{014EBED2-9ACC-4B72-9C13-694A5C10F8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67" name="Group 3666">
                            <a:extLst>
                              <a:ext uri="{FF2B5EF4-FFF2-40B4-BE49-F238E27FC236}">
                                <a16:creationId xmlns:a16="http://schemas.microsoft.com/office/drawing/2014/main" id="{59699E07-247F-493F-AA5C-F731854BE4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8" name="Rectangle 3667">
                              <a:extLst>
                                <a:ext uri="{FF2B5EF4-FFF2-40B4-BE49-F238E27FC236}">
                                  <a16:creationId xmlns:a16="http://schemas.microsoft.com/office/drawing/2014/main" id="{6A369F31-7CD8-4DE7-8D02-C969467AD1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669" name="Rectangle 3668">
                              <a:extLst>
                                <a:ext uri="{FF2B5EF4-FFF2-40B4-BE49-F238E27FC236}">
                                  <a16:creationId xmlns:a16="http://schemas.microsoft.com/office/drawing/2014/main" id="{80D928E5-E9A0-4E89-BF6A-8237AA6D80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59" name="Group 3658">
                          <a:extLst>
                            <a:ext uri="{FF2B5EF4-FFF2-40B4-BE49-F238E27FC236}">
                              <a16:creationId xmlns:a16="http://schemas.microsoft.com/office/drawing/2014/main" id="{423143CE-92A8-479D-9C76-3011287946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60" name="Group 3659">
                            <a:extLst>
                              <a:ext uri="{FF2B5EF4-FFF2-40B4-BE49-F238E27FC236}">
                                <a16:creationId xmlns:a16="http://schemas.microsoft.com/office/drawing/2014/main" id="{31A58BF9-88AB-4D63-B311-989D5B1CE9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4" name="Rectangle 3663">
                              <a:extLst>
                                <a:ext uri="{FF2B5EF4-FFF2-40B4-BE49-F238E27FC236}">
                                  <a16:creationId xmlns:a16="http://schemas.microsoft.com/office/drawing/2014/main" id="{BAF4BAF9-1AD9-4391-ACA5-9D5492C0BC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665" name="Rectangle 3664">
                              <a:extLst>
                                <a:ext uri="{FF2B5EF4-FFF2-40B4-BE49-F238E27FC236}">
                                  <a16:creationId xmlns:a16="http://schemas.microsoft.com/office/drawing/2014/main" id="{C1A0D022-3487-4447-9A87-FC8C7B923A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61" name="Group 3660">
                            <a:extLst>
                              <a:ext uri="{FF2B5EF4-FFF2-40B4-BE49-F238E27FC236}">
                                <a16:creationId xmlns:a16="http://schemas.microsoft.com/office/drawing/2014/main" id="{E4F7030D-2E1F-4150-A967-C3317F0E7D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62" name="Rectangle 3661">
                              <a:extLst>
                                <a:ext uri="{FF2B5EF4-FFF2-40B4-BE49-F238E27FC236}">
                                  <a16:creationId xmlns:a16="http://schemas.microsoft.com/office/drawing/2014/main" id="{61977460-9FF1-4FB7-951B-AFE874FBE1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663" name="Rectangle 3662">
                              <a:extLst>
                                <a:ext uri="{FF2B5EF4-FFF2-40B4-BE49-F238E27FC236}">
                                  <a16:creationId xmlns:a16="http://schemas.microsoft.com/office/drawing/2014/main" id="{2F6ACDDB-F689-4211-B860-1877B1264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525" name="Group 3524">
                  <a:extLst>
                    <a:ext uri="{FF2B5EF4-FFF2-40B4-BE49-F238E27FC236}">
                      <a16:creationId xmlns:a16="http://schemas.microsoft.com/office/drawing/2014/main" id="{77DF8869-89E8-4C69-8743-CB84977CEC03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526" name="Group 3525">
                    <a:extLst>
                      <a:ext uri="{FF2B5EF4-FFF2-40B4-BE49-F238E27FC236}">
                        <a16:creationId xmlns:a16="http://schemas.microsoft.com/office/drawing/2014/main" id="{C0E366A5-2EFF-4156-A52A-93D76DFDDE53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590" name="Group 3589">
                      <a:extLst>
                        <a:ext uri="{FF2B5EF4-FFF2-40B4-BE49-F238E27FC236}">
                          <a16:creationId xmlns:a16="http://schemas.microsoft.com/office/drawing/2014/main" id="{EB5423A9-7C4C-4442-9643-02BA04716A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622" name="Group 3621">
                        <a:extLst>
                          <a:ext uri="{FF2B5EF4-FFF2-40B4-BE49-F238E27FC236}">
                            <a16:creationId xmlns:a16="http://schemas.microsoft.com/office/drawing/2014/main" id="{271E0AF8-1A05-4B98-814C-6E3A60A148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38" name="Group 3637">
                          <a:extLst>
                            <a:ext uri="{FF2B5EF4-FFF2-40B4-BE49-F238E27FC236}">
                              <a16:creationId xmlns:a16="http://schemas.microsoft.com/office/drawing/2014/main" id="{03200905-0596-4A12-972D-8C9DC6ACF1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46" name="Group 3645">
                            <a:extLst>
                              <a:ext uri="{FF2B5EF4-FFF2-40B4-BE49-F238E27FC236}">
                                <a16:creationId xmlns:a16="http://schemas.microsoft.com/office/drawing/2014/main" id="{B7443DBD-97A0-4895-9A08-82257591D1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50" name="Rectangle 3649">
                              <a:extLst>
                                <a:ext uri="{FF2B5EF4-FFF2-40B4-BE49-F238E27FC236}">
                                  <a16:creationId xmlns:a16="http://schemas.microsoft.com/office/drawing/2014/main" id="{FE62D7DA-4772-4A11-9717-D235826BE4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651" name="Rectangle 3650">
                              <a:extLst>
                                <a:ext uri="{FF2B5EF4-FFF2-40B4-BE49-F238E27FC236}">
                                  <a16:creationId xmlns:a16="http://schemas.microsoft.com/office/drawing/2014/main" id="{BD24C03D-3B80-4C20-A6C9-E9EB6B954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47" name="Group 3646">
                            <a:extLst>
                              <a:ext uri="{FF2B5EF4-FFF2-40B4-BE49-F238E27FC236}">
                                <a16:creationId xmlns:a16="http://schemas.microsoft.com/office/drawing/2014/main" id="{BAE5AB83-42C9-4B6A-8A54-790FE6C581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8" name="Rectangle 3647">
                              <a:extLst>
                                <a:ext uri="{FF2B5EF4-FFF2-40B4-BE49-F238E27FC236}">
                                  <a16:creationId xmlns:a16="http://schemas.microsoft.com/office/drawing/2014/main" id="{B9F98390-D885-4E9F-AEC6-CBB853455E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649" name="Rectangle 3648">
                              <a:extLst>
                                <a:ext uri="{FF2B5EF4-FFF2-40B4-BE49-F238E27FC236}">
                                  <a16:creationId xmlns:a16="http://schemas.microsoft.com/office/drawing/2014/main" id="{070F5ECF-AB18-49B8-9623-58601E9F39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39" name="Group 3638">
                          <a:extLst>
                            <a:ext uri="{FF2B5EF4-FFF2-40B4-BE49-F238E27FC236}">
                              <a16:creationId xmlns:a16="http://schemas.microsoft.com/office/drawing/2014/main" id="{2BDDA63C-D54C-42EE-8437-9F110C54584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40" name="Group 3639">
                            <a:extLst>
                              <a:ext uri="{FF2B5EF4-FFF2-40B4-BE49-F238E27FC236}">
                                <a16:creationId xmlns:a16="http://schemas.microsoft.com/office/drawing/2014/main" id="{AA2938FA-39AC-4161-A224-B82CB32F6F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4" name="Rectangle 3643">
                              <a:extLst>
                                <a:ext uri="{FF2B5EF4-FFF2-40B4-BE49-F238E27FC236}">
                                  <a16:creationId xmlns:a16="http://schemas.microsoft.com/office/drawing/2014/main" id="{9FF1C7AB-68DB-4E64-B738-00A0FBCCFD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645" name="Rectangle 3644">
                              <a:extLst>
                                <a:ext uri="{FF2B5EF4-FFF2-40B4-BE49-F238E27FC236}">
                                  <a16:creationId xmlns:a16="http://schemas.microsoft.com/office/drawing/2014/main" id="{710D178D-5235-47C3-A12E-DAB21C6028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41" name="Group 3640">
                            <a:extLst>
                              <a:ext uri="{FF2B5EF4-FFF2-40B4-BE49-F238E27FC236}">
                                <a16:creationId xmlns:a16="http://schemas.microsoft.com/office/drawing/2014/main" id="{BFB0484C-CA63-4764-8E01-95B90010690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42" name="Rectangle 3641">
                              <a:extLst>
                                <a:ext uri="{FF2B5EF4-FFF2-40B4-BE49-F238E27FC236}">
                                  <a16:creationId xmlns:a16="http://schemas.microsoft.com/office/drawing/2014/main" id="{8839AF14-8261-4F2F-AD1F-42C8AB1B2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643" name="Rectangle 3642">
                              <a:extLst>
                                <a:ext uri="{FF2B5EF4-FFF2-40B4-BE49-F238E27FC236}">
                                  <a16:creationId xmlns:a16="http://schemas.microsoft.com/office/drawing/2014/main" id="{5103879D-F66F-45C9-BFD1-47639E9B6E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623" name="Group 3622">
                        <a:extLst>
                          <a:ext uri="{FF2B5EF4-FFF2-40B4-BE49-F238E27FC236}">
                            <a16:creationId xmlns:a16="http://schemas.microsoft.com/office/drawing/2014/main" id="{B0669E5C-50A1-4D88-AB1C-C5E0828D8B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24" name="Group 3623">
                          <a:extLst>
                            <a:ext uri="{FF2B5EF4-FFF2-40B4-BE49-F238E27FC236}">
                              <a16:creationId xmlns:a16="http://schemas.microsoft.com/office/drawing/2014/main" id="{F1C44548-832C-4F47-A8E5-B881608DC4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32" name="Group 3631">
                            <a:extLst>
                              <a:ext uri="{FF2B5EF4-FFF2-40B4-BE49-F238E27FC236}">
                                <a16:creationId xmlns:a16="http://schemas.microsoft.com/office/drawing/2014/main" id="{D68D42DA-5C2E-44A2-A229-EE930849B80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6" name="Rectangle 3635">
                              <a:extLst>
                                <a:ext uri="{FF2B5EF4-FFF2-40B4-BE49-F238E27FC236}">
                                  <a16:creationId xmlns:a16="http://schemas.microsoft.com/office/drawing/2014/main" id="{66418009-58EC-4E27-9876-8A5917595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637" name="Rectangle 3636">
                              <a:extLst>
                                <a:ext uri="{FF2B5EF4-FFF2-40B4-BE49-F238E27FC236}">
                                  <a16:creationId xmlns:a16="http://schemas.microsoft.com/office/drawing/2014/main" id="{073E1882-0DCB-4468-B195-0F34887D8F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33" name="Group 3632">
                            <a:extLst>
                              <a:ext uri="{FF2B5EF4-FFF2-40B4-BE49-F238E27FC236}">
                                <a16:creationId xmlns:a16="http://schemas.microsoft.com/office/drawing/2014/main" id="{A8320EF5-9C86-4140-B166-1DBF96E9B8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4" name="Rectangle 3633">
                              <a:extLst>
                                <a:ext uri="{FF2B5EF4-FFF2-40B4-BE49-F238E27FC236}">
                                  <a16:creationId xmlns:a16="http://schemas.microsoft.com/office/drawing/2014/main" id="{BAE6BA33-3150-4B3C-A3C0-1699C53354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635" name="Rectangle 3634">
                              <a:extLst>
                                <a:ext uri="{FF2B5EF4-FFF2-40B4-BE49-F238E27FC236}">
                                  <a16:creationId xmlns:a16="http://schemas.microsoft.com/office/drawing/2014/main" id="{C5506A34-2C48-4F33-B855-ABD8A907E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25" name="Group 3624">
                          <a:extLst>
                            <a:ext uri="{FF2B5EF4-FFF2-40B4-BE49-F238E27FC236}">
                              <a16:creationId xmlns:a16="http://schemas.microsoft.com/office/drawing/2014/main" id="{15654835-413E-4B2B-BF20-16ED8BAAF21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26" name="Group 3625">
                            <a:extLst>
                              <a:ext uri="{FF2B5EF4-FFF2-40B4-BE49-F238E27FC236}">
                                <a16:creationId xmlns:a16="http://schemas.microsoft.com/office/drawing/2014/main" id="{123613DB-DD79-4D55-928C-60F68F3C2C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30" name="Rectangle 3629">
                              <a:extLst>
                                <a:ext uri="{FF2B5EF4-FFF2-40B4-BE49-F238E27FC236}">
                                  <a16:creationId xmlns:a16="http://schemas.microsoft.com/office/drawing/2014/main" id="{591695E4-91D6-4207-B199-E0009670FC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631" name="Rectangle 3630">
                              <a:extLst>
                                <a:ext uri="{FF2B5EF4-FFF2-40B4-BE49-F238E27FC236}">
                                  <a16:creationId xmlns:a16="http://schemas.microsoft.com/office/drawing/2014/main" id="{9F9AC631-B634-43FC-BE29-FA021051F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27" name="Group 3626">
                            <a:extLst>
                              <a:ext uri="{FF2B5EF4-FFF2-40B4-BE49-F238E27FC236}">
                                <a16:creationId xmlns:a16="http://schemas.microsoft.com/office/drawing/2014/main" id="{4C8F8AA2-95FF-4581-89E9-45CD2EC056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28" name="Rectangle 3627">
                              <a:extLst>
                                <a:ext uri="{FF2B5EF4-FFF2-40B4-BE49-F238E27FC236}">
                                  <a16:creationId xmlns:a16="http://schemas.microsoft.com/office/drawing/2014/main" id="{C5E8BBF1-E193-413D-A670-081C75E171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629" name="Rectangle 3628">
                              <a:extLst>
                                <a:ext uri="{FF2B5EF4-FFF2-40B4-BE49-F238E27FC236}">
                                  <a16:creationId xmlns:a16="http://schemas.microsoft.com/office/drawing/2014/main" id="{4094FCF9-A36D-4DF4-A3D1-071F6918CA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591" name="Group 3590">
                      <a:extLst>
                        <a:ext uri="{FF2B5EF4-FFF2-40B4-BE49-F238E27FC236}">
                          <a16:creationId xmlns:a16="http://schemas.microsoft.com/office/drawing/2014/main" id="{40E705B9-B29B-40CD-8902-02F3830A15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92" name="Group 3591">
                        <a:extLst>
                          <a:ext uri="{FF2B5EF4-FFF2-40B4-BE49-F238E27FC236}">
                            <a16:creationId xmlns:a16="http://schemas.microsoft.com/office/drawing/2014/main" id="{DD91CD10-3044-4988-88B6-ABAA9C709A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608" name="Group 3607">
                          <a:extLst>
                            <a:ext uri="{FF2B5EF4-FFF2-40B4-BE49-F238E27FC236}">
                              <a16:creationId xmlns:a16="http://schemas.microsoft.com/office/drawing/2014/main" id="{CCC6723A-F5D8-4A04-914A-A9C3DB2066E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16" name="Group 3615">
                            <a:extLst>
                              <a:ext uri="{FF2B5EF4-FFF2-40B4-BE49-F238E27FC236}">
                                <a16:creationId xmlns:a16="http://schemas.microsoft.com/office/drawing/2014/main" id="{EBEEDDBD-3C66-45B3-A4B4-C8B3461D3D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20" name="Rectangle 3619">
                              <a:extLst>
                                <a:ext uri="{FF2B5EF4-FFF2-40B4-BE49-F238E27FC236}">
                                  <a16:creationId xmlns:a16="http://schemas.microsoft.com/office/drawing/2014/main" id="{3BC551C3-015A-427C-9585-2017463C3A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621" name="Rectangle 3620">
                              <a:extLst>
                                <a:ext uri="{FF2B5EF4-FFF2-40B4-BE49-F238E27FC236}">
                                  <a16:creationId xmlns:a16="http://schemas.microsoft.com/office/drawing/2014/main" id="{9439895A-9A4E-46F9-9DC8-3D106253E0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17" name="Group 3616">
                            <a:extLst>
                              <a:ext uri="{FF2B5EF4-FFF2-40B4-BE49-F238E27FC236}">
                                <a16:creationId xmlns:a16="http://schemas.microsoft.com/office/drawing/2014/main" id="{1DF9157D-AB57-4111-BFF5-082DD38327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8" name="Rectangle 3617">
                              <a:extLst>
                                <a:ext uri="{FF2B5EF4-FFF2-40B4-BE49-F238E27FC236}">
                                  <a16:creationId xmlns:a16="http://schemas.microsoft.com/office/drawing/2014/main" id="{491CB23B-3221-4361-9D44-EAF36888B6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619" name="Rectangle 3618">
                              <a:extLst>
                                <a:ext uri="{FF2B5EF4-FFF2-40B4-BE49-F238E27FC236}">
                                  <a16:creationId xmlns:a16="http://schemas.microsoft.com/office/drawing/2014/main" id="{66998EDB-A474-4859-B848-577554091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609" name="Group 3608">
                          <a:extLst>
                            <a:ext uri="{FF2B5EF4-FFF2-40B4-BE49-F238E27FC236}">
                              <a16:creationId xmlns:a16="http://schemas.microsoft.com/office/drawing/2014/main" id="{BFF3725E-84D5-44ED-9F22-08E393D04CA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10" name="Group 3609">
                            <a:extLst>
                              <a:ext uri="{FF2B5EF4-FFF2-40B4-BE49-F238E27FC236}">
                                <a16:creationId xmlns:a16="http://schemas.microsoft.com/office/drawing/2014/main" id="{47A039C4-A45F-426B-8210-EBDB4AF99E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4" name="Rectangle 3613">
                              <a:extLst>
                                <a:ext uri="{FF2B5EF4-FFF2-40B4-BE49-F238E27FC236}">
                                  <a16:creationId xmlns:a16="http://schemas.microsoft.com/office/drawing/2014/main" id="{053E5092-B9C2-422F-86A1-C7ECB3562F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615" name="Rectangle 3614">
                              <a:extLst>
                                <a:ext uri="{FF2B5EF4-FFF2-40B4-BE49-F238E27FC236}">
                                  <a16:creationId xmlns:a16="http://schemas.microsoft.com/office/drawing/2014/main" id="{263D8126-7125-4AE6-A121-027A98A923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11" name="Group 3610">
                            <a:extLst>
                              <a:ext uri="{FF2B5EF4-FFF2-40B4-BE49-F238E27FC236}">
                                <a16:creationId xmlns:a16="http://schemas.microsoft.com/office/drawing/2014/main" id="{60D640A5-FAE9-4A57-8D03-ADCBF6CF6D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12" name="Rectangle 3611">
                              <a:extLst>
                                <a:ext uri="{FF2B5EF4-FFF2-40B4-BE49-F238E27FC236}">
                                  <a16:creationId xmlns:a16="http://schemas.microsoft.com/office/drawing/2014/main" id="{04474CD9-B66F-40C0-8D30-F117A2A5E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613" name="Rectangle 3612">
                              <a:extLst>
                                <a:ext uri="{FF2B5EF4-FFF2-40B4-BE49-F238E27FC236}">
                                  <a16:creationId xmlns:a16="http://schemas.microsoft.com/office/drawing/2014/main" id="{DBFE089B-A96C-46B1-885D-CEFCDC4549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93" name="Group 3592">
                        <a:extLst>
                          <a:ext uri="{FF2B5EF4-FFF2-40B4-BE49-F238E27FC236}">
                            <a16:creationId xmlns:a16="http://schemas.microsoft.com/office/drawing/2014/main" id="{08B2292C-E6CC-4B05-901C-35873EE89DA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94" name="Group 3593">
                          <a:extLst>
                            <a:ext uri="{FF2B5EF4-FFF2-40B4-BE49-F238E27FC236}">
                              <a16:creationId xmlns:a16="http://schemas.microsoft.com/office/drawing/2014/main" id="{FB639305-C0E8-4FC0-9209-7763859220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602" name="Group 3601">
                            <a:extLst>
                              <a:ext uri="{FF2B5EF4-FFF2-40B4-BE49-F238E27FC236}">
                                <a16:creationId xmlns:a16="http://schemas.microsoft.com/office/drawing/2014/main" id="{FA15CF6A-C445-4FC0-B3BF-DA8AC0FF31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6" name="Rectangle 3605">
                              <a:extLst>
                                <a:ext uri="{FF2B5EF4-FFF2-40B4-BE49-F238E27FC236}">
                                  <a16:creationId xmlns:a16="http://schemas.microsoft.com/office/drawing/2014/main" id="{F7249263-2442-47FA-80C0-68FB81F369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607" name="Rectangle 3606">
                              <a:extLst>
                                <a:ext uri="{FF2B5EF4-FFF2-40B4-BE49-F238E27FC236}">
                                  <a16:creationId xmlns:a16="http://schemas.microsoft.com/office/drawing/2014/main" id="{35B3CE40-A524-42D6-8924-794010A2F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603" name="Group 3602">
                            <a:extLst>
                              <a:ext uri="{FF2B5EF4-FFF2-40B4-BE49-F238E27FC236}">
                                <a16:creationId xmlns:a16="http://schemas.microsoft.com/office/drawing/2014/main" id="{7A7B97C1-83EB-487D-9411-EE28341C57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4" name="Rectangle 3603">
                              <a:extLst>
                                <a:ext uri="{FF2B5EF4-FFF2-40B4-BE49-F238E27FC236}">
                                  <a16:creationId xmlns:a16="http://schemas.microsoft.com/office/drawing/2014/main" id="{09BA8848-9378-4305-AA1A-A88AF0F314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605" name="Rectangle 3604">
                              <a:extLst>
                                <a:ext uri="{FF2B5EF4-FFF2-40B4-BE49-F238E27FC236}">
                                  <a16:creationId xmlns:a16="http://schemas.microsoft.com/office/drawing/2014/main" id="{AA20E9A6-6EE6-416D-9561-9AADA34B13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95" name="Group 3594">
                          <a:extLst>
                            <a:ext uri="{FF2B5EF4-FFF2-40B4-BE49-F238E27FC236}">
                              <a16:creationId xmlns:a16="http://schemas.microsoft.com/office/drawing/2014/main" id="{0AB43E70-22E0-44BC-A9D0-7C11F7837C5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96" name="Group 3595">
                            <a:extLst>
                              <a:ext uri="{FF2B5EF4-FFF2-40B4-BE49-F238E27FC236}">
                                <a16:creationId xmlns:a16="http://schemas.microsoft.com/office/drawing/2014/main" id="{6DD4592D-7A27-4ECD-AF3A-AC1E33993FA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600" name="Rectangle 3599">
                              <a:extLst>
                                <a:ext uri="{FF2B5EF4-FFF2-40B4-BE49-F238E27FC236}">
                                  <a16:creationId xmlns:a16="http://schemas.microsoft.com/office/drawing/2014/main" id="{D8FA2A08-A654-4BA7-B21F-FCDB6A7B55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601" name="Rectangle 3600">
                              <a:extLst>
                                <a:ext uri="{FF2B5EF4-FFF2-40B4-BE49-F238E27FC236}">
                                  <a16:creationId xmlns:a16="http://schemas.microsoft.com/office/drawing/2014/main" id="{311B5A99-03B1-4810-9B16-2DCFABD5E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97" name="Group 3596">
                            <a:extLst>
                              <a:ext uri="{FF2B5EF4-FFF2-40B4-BE49-F238E27FC236}">
                                <a16:creationId xmlns:a16="http://schemas.microsoft.com/office/drawing/2014/main" id="{00257245-15F3-4532-90BA-2CB4E25ED1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98" name="Rectangle 3597">
                              <a:extLst>
                                <a:ext uri="{FF2B5EF4-FFF2-40B4-BE49-F238E27FC236}">
                                  <a16:creationId xmlns:a16="http://schemas.microsoft.com/office/drawing/2014/main" id="{AF0278C5-2572-4802-B254-E266D11BB6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599" name="Rectangle 3598">
                              <a:extLst>
                                <a:ext uri="{FF2B5EF4-FFF2-40B4-BE49-F238E27FC236}">
                                  <a16:creationId xmlns:a16="http://schemas.microsoft.com/office/drawing/2014/main" id="{38D302A0-17F6-4B5C-9A83-3D2678388A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527" name="Group 3526">
                    <a:extLst>
                      <a:ext uri="{FF2B5EF4-FFF2-40B4-BE49-F238E27FC236}">
                        <a16:creationId xmlns:a16="http://schemas.microsoft.com/office/drawing/2014/main" id="{5F078C8E-A11A-49F4-B88D-C5C960AF104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528" name="Group 3527">
                      <a:extLst>
                        <a:ext uri="{FF2B5EF4-FFF2-40B4-BE49-F238E27FC236}">
                          <a16:creationId xmlns:a16="http://schemas.microsoft.com/office/drawing/2014/main" id="{ED902702-3A4F-498C-8C5A-E2F5CBF040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60" name="Group 3559">
                        <a:extLst>
                          <a:ext uri="{FF2B5EF4-FFF2-40B4-BE49-F238E27FC236}">
                            <a16:creationId xmlns:a16="http://schemas.microsoft.com/office/drawing/2014/main" id="{643C618E-F065-4571-861C-9EC6A7AFCC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76" name="Group 3575">
                          <a:extLst>
                            <a:ext uri="{FF2B5EF4-FFF2-40B4-BE49-F238E27FC236}">
                              <a16:creationId xmlns:a16="http://schemas.microsoft.com/office/drawing/2014/main" id="{233064B2-1C46-4B67-8272-D758D7D6CC3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84" name="Group 3583">
                            <a:extLst>
                              <a:ext uri="{FF2B5EF4-FFF2-40B4-BE49-F238E27FC236}">
                                <a16:creationId xmlns:a16="http://schemas.microsoft.com/office/drawing/2014/main" id="{032D5EBB-8C23-41DF-97FD-1611ABA7DC1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8" name="Rectangle 3587">
                              <a:extLst>
                                <a:ext uri="{FF2B5EF4-FFF2-40B4-BE49-F238E27FC236}">
                                  <a16:creationId xmlns:a16="http://schemas.microsoft.com/office/drawing/2014/main" id="{BEF21093-E72F-4757-9AF9-B59A8AE893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589" name="Rectangle 3588">
                              <a:extLst>
                                <a:ext uri="{FF2B5EF4-FFF2-40B4-BE49-F238E27FC236}">
                                  <a16:creationId xmlns:a16="http://schemas.microsoft.com/office/drawing/2014/main" id="{79D24754-E854-48D4-B572-569D0C49D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85" name="Group 3584">
                            <a:extLst>
                              <a:ext uri="{FF2B5EF4-FFF2-40B4-BE49-F238E27FC236}">
                                <a16:creationId xmlns:a16="http://schemas.microsoft.com/office/drawing/2014/main" id="{794AA032-9B51-4C2B-96C7-04D036E601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6" name="Rectangle 3585">
                              <a:extLst>
                                <a:ext uri="{FF2B5EF4-FFF2-40B4-BE49-F238E27FC236}">
                                  <a16:creationId xmlns:a16="http://schemas.microsoft.com/office/drawing/2014/main" id="{4F5C6025-3AA4-4CFF-ABF3-926D715233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587" name="Rectangle 3586">
                              <a:extLst>
                                <a:ext uri="{FF2B5EF4-FFF2-40B4-BE49-F238E27FC236}">
                                  <a16:creationId xmlns:a16="http://schemas.microsoft.com/office/drawing/2014/main" id="{97CCDC07-326B-4969-927E-69C377AF52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77" name="Group 3576">
                          <a:extLst>
                            <a:ext uri="{FF2B5EF4-FFF2-40B4-BE49-F238E27FC236}">
                              <a16:creationId xmlns:a16="http://schemas.microsoft.com/office/drawing/2014/main" id="{AC3CA368-8C70-4329-8E27-EDE3392543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78" name="Group 3577">
                            <a:extLst>
                              <a:ext uri="{FF2B5EF4-FFF2-40B4-BE49-F238E27FC236}">
                                <a16:creationId xmlns:a16="http://schemas.microsoft.com/office/drawing/2014/main" id="{5732661C-BBAA-42AD-8343-7CA05AD95E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2" name="Rectangle 3581">
                              <a:extLst>
                                <a:ext uri="{FF2B5EF4-FFF2-40B4-BE49-F238E27FC236}">
                                  <a16:creationId xmlns:a16="http://schemas.microsoft.com/office/drawing/2014/main" id="{E0CBE57C-0FBB-4CBE-8305-A31514640B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583" name="Rectangle 3582">
                              <a:extLst>
                                <a:ext uri="{FF2B5EF4-FFF2-40B4-BE49-F238E27FC236}">
                                  <a16:creationId xmlns:a16="http://schemas.microsoft.com/office/drawing/2014/main" id="{8A20DE5F-D272-4189-B9DD-A8FBDBE85D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79" name="Group 3578">
                            <a:extLst>
                              <a:ext uri="{FF2B5EF4-FFF2-40B4-BE49-F238E27FC236}">
                                <a16:creationId xmlns:a16="http://schemas.microsoft.com/office/drawing/2014/main" id="{ADA0D72F-5414-40CF-9A64-384D7BFF8F5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80" name="Rectangle 3579">
                              <a:extLst>
                                <a:ext uri="{FF2B5EF4-FFF2-40B4-BE49-F238E27FC236}">
                                  <a16:creationId xmlns:a16="http://schemas.microsoft.com/office/drawing/2014/main" id="{BD6DD90B-52C2-45E9-A26D-F272873B83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581" name="Rectangle 3580">
                              <a:extLst>
                                <a:ext uri="{FF2B5EF4-FFF2-40B4-BE49-F238E27FC236}">
                                  <a16:creationId xmlns:a16="http://schemas.microsoft.com/office/drawing/2014/main" id="{51FA4F6A-D163-4C24-AF01-FFFF73D67C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61" name="Group 3560">
                        <a:extLst>
                          <a:ext uri="{FF2B5EF4-FFF2-40B4-BE49-F238E27FC236}">
                            <a16:creationId xmlns:a16="http://schemas.microsoft.com/office/drawing/2014/main" id="{E26E80CE-3438-4726-AEE8-B353D00952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62" name="Group 3561">
                          <a:extLst>
                            <a:ext uri="{FF2B5EF4-FFF2-40B4-BE49-F238E27FC236}">
                              <a16:creationId xmlns:a16="http://schemas.microsoft.com/office/drawing/2014/main" id="{75E5960E-6EF3-4E6E-93B3-3E1DB8F5EBA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70" name="Group 3569">
                            <a:extLst>
                              <a:ext uri="{FF2B5EF4-FFF2-40B4-BE49-F238E27FC236}">
                                <a16:creationId xmlns:a16="http://schemas.microsoft.com/office/drawing/2014/main" id="{B176AEB3-9DF6-4BB9-B165-FC21C3AA7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74" name="Rectangle 3573">
                              <a:extLst>
                                <a:ext uri="{FF2B5EF4-FFF2-40B4-BE49-F238E27FC236}">
                                  <a16:creationId xmlns:a16="http://schemas.microsoft.com/office/drawing/2014/main" id="{BC324829-C3DB-45D6-BA73-E118A473E3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575" name="Rectangle 3574">
                              <a:extLst>
                                <a:ext uri="{FF2B5EF4-FFF2-40B4-BE49-F238E27FC236}">
                                  <a16:creationId xmlns:a16="http://schemas.microsoft.com/office/drawing/2014/main" id="{D8263D5B-1850-434C-A553-573C3983E4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71" name="Group 3570">
                            <a:extLst>
                              <a:ext uri="{FF2B5EF4-FFF2-40B4-BE49-F238E27FC236}">
                                <a16:creationId xmlns:a16="http://schemas.microsoft.com/office/drawing/2014/main" id="{85FBA6DC-549A-4E5A-9EB2-EE8E8EE8158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72" name="Rectangle 3571">
                              <a:extLst>
                                <a:ext uri="{FF2B5EF4-FFF2-40B4-BE49-F238E27FC236}">
                                  <a16:creationId xmlns:a16="http://schemas.microsoft.com/office/drawing/2014/main" id="{27A82F89-D49C-466C-ACC4-68D23E05B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573" name="Rectangle 3572">
                              <a:extLst>
                                <a:ext uri="{FF2B5EF4-FFF2-40B4-BE49-F238E27FC236}">
                                  <a16:creationId xmlns:a16="http://schemas.microsoft.com/office/drawing/2014/main" id="{6D6140F9-B4C1-46AB-AADB-82ECE77F9C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63" name="Group 3562">
                          <a:extLst>
                            <a:ext uri="{FF2B5EF4-FFF2-40B4-BE49-F238E27FC236}">
                              <a16:creationId xmlns:a16="http://schemas.microsoft.com/office/drawing/2014/main" id="{ED6D274C-9DF9-410E-9C1D-2F7E5B034D8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64" name="Group 3563">
                            <a:extLst>
                              <a:ext uri="{FF2B5EF4-FFF2-40B4-BE49-F238E27FC236}">
                                <a16:creationId xmlns:a16="http://schemas.microsoft.com/office/drawing/2014/main" id="{2CBE9618-A8C9-4981-8B21-E56B9E58B1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68" name="Rectangle 3567">
                              <a:extLst>
                                <a:ext uri="{FF2B5EF4-FFF2-40B4-BE49-F238E27FC236}">
                                  <a16:creationId xmlns:a16="http://schemas.microsoft.com/office/drawing/2014/main" id="{B52D5EA5-D6BD-4961-A6C0-B33526FE0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569" name="Rectangle 3568">
                              <a:extLst>
                                <a:ext uri="{FF2B5EF4-FFF2-40B4-BE49-F238E27FC236}">
                                  <a16:creationId xmlns:a16="http://schemas.microsoft.com/office/drawing/2014/main" id="{8E890197-5886-4277-AFA0-12221CD767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65" name="Group 3564">
                            <a:extLst>
                              <a:ext uri="{FF2B5EF4-FFF2-40B4-BE49-F238E27FC236}">
                                <a16:creationId xmlns:a16="http://schemas.microsoft.com/office/drawing/2014/main" id="{03CAF88E-B97D-4961-A806-C98FE592A6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66" name="Rectangle 3565">
                              <a:extLst>
                                <a:ext uri="{FF2B5EF4-FFF2-40B4-BE49-F238E27FC236}">
                                  <a16:creationId xmlns:a16="http://schemas.microsoft.com/office/drawing/2014/main" id="{3A5A8C16-118F-425D-AD59-2F4B37173A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567" name="Rectangle 3566">
                              <a:extLst>
                                <a:ext uri="{FF2B5EF4-FFF2-40B4-BE49-F238E27FC236}">
                                  <a16:creationId xmlns:a16="http://schemas.microsoft.com/office/drawing/2014/main" id="{537AF050-31DB-40E9-8A47-FD5407AAFC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529" name="Group 3528">
                      <a:extLst>
                        <a:ext uri="{FF2B5EF4-FFF2-40B4-BE49-F238E27FC236}">
                          <a16:creationId xmlns:a16="http://schemas.microsoft.com/office/drawing/2014/main" id="{07ADE685-A160-4DE4-B680-9CF9300617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530" name="Group 3529">
                        <a:extLst>
                          <a:ext uri="{FF2B5EF4-FFF2-40B4-BE49-F238E27FC236}">
                            <a16:creationId xmlns:a16="http://schemas.microsoft.com/office/drawing/2014/main" id="{631503C5-6FD6-4AB5-BC2A-24375050F0E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46" name="Group 3545">
                          <a:extLst>
                            <a:ext uri="{FF2B5EF4-FFF2-40B4-BE49-F238E27FC236}">
                              <a16:creationId xmlns:a16="http://schemas.microsoft.com/office/drawing/2014/main" id="{E870C95B-F086-4AEE-898E-095921C5C5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54" name="Group 3553">
                            <a:extLst>
                              <a:ext uri="{FF2B5EF4-FFF2-40B4-BE49-F238E27FC236}">
                                <a16:creationId xmlns:a16="http://schemas.microsoft.com/office/drawing/2014/main" id="{0758972C-60AA-42B2-8489-87BCDD9A571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8" name="Rectangle 3557">
                              <a:extLst>
                                <a:ext uri="{FF2B5EF4-FFF2-40B4-BE49-F238E27FC236}">
                                  <a16:creationId xmlns:a16="http://schemas.microsoft.com/office/drawing/2014/main" id="{AB6473AE-0653-4DFB-888C-1E7CA78748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559" name="Rectangle 3558">
                              <a:extLst>
                                <a:ext uri="{FF2B5EF4-FFF2-40B4-BE49-F238E27FC236}">
                                  <a16:creationId xmlns:a16="http://schemas.microsoft.com/office/drawing/2014/main" id="{F6AE3BD2-A226-457E-BDB6-EBA9448186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55" name="Group 3554">
                            <a:extLst>
                              <a:ext uri="{FF2B5EF4-FFF2-40B4-BE49-F238E27FC236}">
                                <a16:creationId xmlns:a16="http://schemas.microsoft.com/office/drawing/2014/main" id="{62293335-E164-44DB-A93F-C6D553BC08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6" name="Rectangle 3555">
                              <a:extLst>
                                <a:ext uri="{FF2B5EF4-FFF2-40B4-BE49-F238E27FC236}">
                                  <a16:creationId xmlns:a16="http://schemas.microsoft.com/office/drawing/2014/main" id="{97214233-7107-496B-BC53-24611967CE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557" name="Rectangle 3556">
                              <a:extLst>
                                <a:ext uri="{FF2B5EF4-FFF2-40B4-BE49-F238E27FC236}">
                                  <a16:creationId xmlns:a16="http://schemas.microsoft.com/office/drawing/2014/main" id="{369C337C-61DD-4194-AE44-6489AC915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47" name="Group 3546">
                          <a:extLst>
                            <a:ext uri="{FF2B5EF4-FFF2-40B4-BE49-F238E27FC236}">
                              <a16:creationId xmlns:a16="http://schemas.microsoft.com/office/drawing/2014/main" id="{9120621B-59DD-40ED-A490-1B8444ADC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48" name="Group 3547">
                            <a:extLst>
                              <a:ext uri="{FF2B5EF4-FFF2-40B4-BE49-F238E27FC236}">
                                <a16:creationId xmlns:a16="http://schemas.microsoft.com/office/drawing/2014/main" id="{805A38A9-3DA4-4139-BBC1-2005D1DB07D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2" name="Rectangle 3551">
                              <a:extLst>
                                <a:ext uri="{FF2B5EF4-FFF2-40B4-BE49-F238E27FC236}">
                                  <a16:creationId xmlns:a16="http://schemas.microsoft.com/office/drawing/2014/main" id="{3D6B1ADE-26CA-4A6E-9DE5-15EB4411DE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553" name="Rectangle 3552">
                              <a:extLst>
                                <a:ext uri="{FF2B5EF4-FFF2-40B4-BE49-F238E27FC236}">
                                  <a16:creationId xmlns:a16="http://schemas.microsoft.com/office/drawing/2014/main" id="{2588241D-2707-4516-86B6-19258AC23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49" name="Group 3548">
                            <a:extLst>
                              <a:ext uri="{FF2B5EF4-FFF2-40B4-BE49-F238E27FC236}">
                                <a16:creationId xmlns:a16="http://schemas.microsoft.com/office/drawing/2014/main" id="{033E4D9B-B0FE-4AD4-9FA4-6E85E5501F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50" name="Rectangle 3549">
                              <a:extLst>
                                <a:ext uri="{FF2B5EF4-FFF2-40B4-BE49-F238E27FC236}">
                                  <a16:creationId xmlns:a16="http://schemas.microsoft.com/office/drawing/2014/main" id="{D23E1AF1-BEBD-4078-9236-1FAC0E68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551" name="Rectangle 3550">
                              <a:extLst>
                                <a:ext uri="{FF2B5EF4-FFF2-40B4-BE49-F238E27FC236}">
                                  <a16:creationId xmlns:a16="http://schemas.microsoft.com/office/drawing/2014/main" id="{932860C0-9F94-4EBC-B8F7-DB4D6BEBEC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531" name="Group 3530">
                        <a:extLst>
                          <a:ext uri="{FF2B5EF4-FFF2-40B4-BE49-F238E27FC236}">
                            <a16:creationId xmlns:a16="http://schemas.microsoft.com/office/drawing/2014/main" id="{9C2AEC05-78A9-492F-B700-50E51817BA6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32" name="Group 3531">
                          <a:extLst>
                            <a:ext uri="{FF2B5EF4-FFF2-40B4-BE49-F238E27FC236}">
                              <a16:creationId xmlns:a16="http://schemas.microsoft.com/office/drawing/2014/main" id="{B2C7A0AE-F326-49E8-B10F-28AED65110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40" name="Group 3539">
                            <a:extLst>
                              <a:ext uri="{FF2B5EF4-FFF2-40B4-BE49-F238E27FC236}">
                                <a16:creationId xmlns:a16="http://schemas.microsoft.com/office/drawing/2014/main" id="{B0ECDE0C-01B3-4876-8C84-1D22577DCF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44" name="Rectangle 3543">
                              <a:extLst>
                                <a:ext uri="{FF2B5EF4-FFF2-40B4-BE49-F238E27FC236}">
                                  <a16:creationId xmlns:a16="http://schemas.microsoft.com/office/drawing/2014/main" id="{BD1B4792-322A-4FB3-BF87-E0D9ABA52E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545" name="Rectangle 3544">
                              <a:extLst>
                                <a:ext uri="{FF2B5EF4-FFF2-40B4-BE49-F238E27FC236}">
                                  <a16:creationId xmlns:a16="http://schemas.microsoft.com/office/drawing/2014/main" id="{07BA64F7-2078-42A1-BB29-A6AC157FF7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41" name="Group 3540">
                            <a:extLst>
                              <a:ext uri="{FF2B5EF4-FFF2-40B4-BE49-F238E27FC236}">
                                <a16:creationId xmlns:a16="http://schemas.microsoft.com/office/drawing/2014/main" id="{AB37FAAF-547B-43DD-A675-3C84334AEF1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42" name="Rectangle 3541">
                              <a:extLst>
                                <a:ext uri="{FF2B5EF4-FFF2-40B4-BE49-F238E27FC236}">
                                  <a16:creationId xmlns:a16="http://schemas.microsoft.com/office/drawing/2014/main" id="{79BA35FB-A368-4FC2-9428-C05C49B07A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543" name="Rectangle 3542">
                              <a:extLst>
                                <a:ext uri="{FF2B5EF4-FFF2-40B4-BE49-F238E27FC236}">
                                  <a16:creationId xmlns:a16="http://schemas.microsoft.com/office/drawing/2014/main" id="{274687A6-CB6F-4150-96F6-1AF96CCB98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33" name="Group 3532">
                          <a:extLst>
                            <a:ext uri="{FF2B5EF4-FFF2-40B4-BE49-F238E27FC236}">
                              <a16:creationId xmlns:a16="http://schemas.microsoft.com/office/drawing/2014/main" id="{65AB4E9A-C017-410C-8605-98932AAC50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34" name="Group 3533">
                            <a:extLst>
                              <a:ext uri="{FF2B5EF4-FFF2-40B4-BE49-F238E27FC236}">
                                <a16:creationId xmlns:a16="http://schemas.microsoft.com/office/drawing/2014/main" id="{5B518130-8A09-4F71-8E46-38B7461CE7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38" name="Rectangle 3537">
                              <a:extLst>
                                <a:ext uri="{FF2B5EF4-FFF2-40B4-BE49-F238E27FC236}">
                                  <a16:creationId xmlns:a16="http://schemas.microsoft.com/office/drawing/2014/main" id="{D644D1A9-94DA-4696-A631-D5DF808EDE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539" name="Rectangle 3538">
                              <a:extLst>
                                <a:ext uri="{FF2B5EF4-FFF2-40B4-BE49-F238E27FC236}">
                                  <a16:creationId xmlns:a16="http://schemas.microsoft.com/office/drawing/2014/main" id="{90C4DA89-CC6C-46EB-8B56-07099A598A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35" name="Group 3534">
                            <a:extLst>
                              <a:ext uri="{FF2B5EF4-FFF2-40B4-BE49-F238E27FC236}">
                                <a16:creationId xmlns:a16="http://schemas.microsoft.com/office/drawing/2014/main" id="{25A35F20-5B67-4327-BC70-C808B1993B3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36" name="Rectangle 3535">
                              <a:extLst>
                                <a:ext uri="{FF2B5EF4-FFF2-40B4-BE49-F238E27FC236}">
                                  <a16:creationId xmlns:a16="http://schemas.microsoft.com/office/drawing/2014/main" id="{1B016AE1-0A5B-45CE-9822-1615B4EF2B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537" name="Rectangle 3536">
                              <a:extLst>
                                <a:ext uri="{FF2B5EF4-FFF2-40B4-BE49-F238E27FC236}">
                                  <a16:creationId xmlns:a16="http://schemas.microsoft.com/office/drawing/2014/main" id="{AA866563-C7F1-43C9-8F2E-67C7E565C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3269" name="Group 3268">
                <a:extLst>
                  <a:ext uri="{FF2B5EF4-FFF2-40B4-BE49-F238E27FC236}">
                    <a16:creationId xmlns:a16="http://schemas.microsoft.com/office/drawing/2014/main" id="{C8EDDAF2-DA32-4516-8927-092439087D0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270" name="Group 3269">
                  <a:extLst>
                    <a:ext uri="{FF2B5EF4-FFF2-40B4-BE49-F238E27FC236}">
                      <a16:creationId xmlns:a16="http://schemas.microsoft.com/office/drawing/2014/main" id="{B7BA1306-1044-41C0-80FF-9FB7D5743F1B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398" name="Group 3397">
                    <a:extLst>
                      <a:ext uri="{FF2B5EF4-FFF2-40B4-BE49-F238E27FC236}">
                        <a16:creationId xmlns:a16="http://schemas.microsoft.com/office/drawing/2014/main" id="{14DBAADF-F3A4-407A-B7B0-4EADC0F2690D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462" name="Group 3461">
                      <a:extLst>
                        <a:ext uri="{FF2B5EF4-FFF2-40B4-BE49-F238E27FC236}">
                          <a16:creationId xmlns:a16="http://schemas.microsoft.com/office/drawing/2014/main" id="{168B3D42-2483-4AA6-A04E-67DD8827F5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94" name="Group 3493">
                        <a:extLst>
                          <a:ext uri="{FF2B5EF4-FFF2-40B4-BE49-F238E27FC236}">
                            <a16:creationId xmlns:a16="http://schemas.microsoft.com/office/drawing/2014/main" id="{FFA686FE-C9BC-4B84-AEF6-75D3EE9EA0B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510" name="Group 3509">
                          <a:extLst>
                            <a:ext uri="{FF2B5EF4-FFF2-40B4-BE49-F238E27FC236}">
                              <a16:creationId xmlns:a16="http://schemas.microsoft.com/office/drawing/2014/main" id="{67B175E0-C9DC-47D5-BC82-7776E5A776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18" name="Group 3517">
                            <a:extLst>
                              <a:ext uri="{FF2B5EF4-FFF2-40B4-BE49-F238E27FC236}">
                                <a16:creationId xmlns:a16="http://schemas.microsoft.com/office/drawing/2014/main" id="{47FCCA64-CCAE-4CFC-9915-46879156D1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22" name="Rectangle 3521">
                              <a:extLst>
                                <a:ext uri="{FF2B5EF4-FFF2-40B4-BE49-F238E27FC236}">
                                  <a16:creationId xmlns:a16="http://schemas.microsoft.com/office/drawing/2014/main" id="{6DBC29D5-E701-4BE5-BC5B-3BBCCA398D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523" name="Rectangle 3522">
                              <a:extLst>
                                <a:ext uri="{FF2B5EF4-FFF2-40B4-BE49-F238E27FC236}">
                                  <a16:creationId xmlns:a16="http://schemas.microsoft.com/office/drawing/2014/main" id="{33F5C363-F0A8-47F9-A634-F622F3F4AE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19" name="Group 3518">
                            <a:extLst>
                              <a:ext uri="{FF2B5EF4-FFF2-40B4-BE49-F238E27FC236}">
                                <a16:creationId xmlns:a16="http://schemas.microsoft.com/office/drawing/2014/main" id="{B2221289-FF2A-4BB4-B160-FAB755BB7F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20" name="Rectangle 3519">
                              <a:extLst>
                                <a:ext uri="{FF2B5EF4-FFF2-40B4-BE49-F238E27FC236}">
                                  <a16:creationId xmlns:a16="http://schemas.microsoft.com/office/drawing/2014/main" id="{6A2B9965-2759-4092-A776-B3EC716AFC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521" name="Rectangle 3520">
                              <a:extLst>
                                <a:ext uri="{FF2B5EF4-FFF2-40B4-BE49-F238E27FC236}">
                                  <a16:creationId xmlns:a16="http://schemas.microsoft.com/office/drawing/2014/main" id="{35882FDE-2CC0-4B40-A1D9-AB22C0297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511" name="Group 3510">
                          <a:extLst>
                            <a:ext uri="{FF2B5EF4-FFF2-40B4-BE49-F238E27FC236}">
                              <a16:creationId xmlns:a16="http://schemas.microsoft.com/office/drawing/2014/main" id="{FCFCD58C-EF91-4C8A-A879-0972EA37A5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12" name="Group 3511">
                            <a:extLst>
                              <a:ext uri="{FF2B5EF4-FFF2-40B4-BE49-F238E27FC236}">
                                <a16:creationId xmlns:a16="http://schemas.microsoft.com/office/drawing/2014/main" id="{D052D07B-097D-47FD-BA81-7E905BCDDB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16" name="Rectangle 3515">
                              <a:extLst>
                                <a:ext uri="{FF2B5EF4-FFF2-40B4-BE49-F238E27FC236}">
                                  <a16:creationId xmlns:a16="http://schemas.microsoft.com/office/drawing/2014/main" id="{47E67BB8-105D-4E7A-9D58-A7820F1281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517" name="Rectangle 3516">
                              <a:extLst>
                                <a:ext uri="{FF2B5EF4-FFF2-40B4-BE49-F238E27FC236}">
                                  <a16:creationId xmlns:a16="http://schemas.microsoft.com/office/drawing/2014/main" id="{D58C18E9-9D13-4842-BCD0-D368905BA3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13" name="Group 3512">
                            <a:extLst>
                              <a:ext uri="{FF2B5EF4-FFF2-40B4-BE49-F238E27FC236}">
                                <a16:creationId xmlns:a16="http://schemas.microsoft.com/office/drawing/2014/main" id="{D4CB70F4-E368-40BC-8CAF-D3EE8057D7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14" name="Rectangle 3513">
                              <a:extLst>
                                <a:ext uri="{FF2B5EF4-FFF2-40B4-BE49-F238E27FC236}">
                                  <a16:creationId xmlns:a16="http://schemas.microsoft.com/office/drawing/2014/main" id="{E3532BA3-232B-4BDE-B718-9EE9FAFB10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515" name="Rectangle 3514">
                              <a:extLst>
                                <a:ext uri="{FF2B5EF4-FFF2-40B4-BE49-F238E27FC236}">
                                  <a16:creationId xmlns:a16="http://schemas.microsoft.com/office/drawing/2014/main" id="{EC971297-26EF-4318-8A4D-BCF7459978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95" name="Group 3494">
                        <a:extLst>
                          <a:ext uri="{FF2B5EF4-FFF2-40B4-BE49-F238E27FC236}">
                            <a16:creationId xmlns:a16="http://schemas.microsoft.com/office/drawing/2014/main" id="{94D155F6-359A-43E4-8414-67A38A9CD4D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96" name="Group 3495">
                          <a:extLst>
                            <a:ext uri="{FF2B5EF4-FFF2-40B4-BE49-F238E27FC236}">
                              <a16:creationId xmlns:a16="http://schemas.microsoft.com/office/drawing/2014/main" id="{07B9AE78-1079-4188-A35C-B0B589D5CB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504" name="Group 3503">
                            <a:extLst>
                              <a:ext uri="{FF2B5EF4-FFF2-40B4-BE49-F238E27FC236}">
                                <a16:creationId xmlns:a16="http://schemas.microsoft.com/office/drawing/2014/main" id="{C1950544-8017-4946-B344-B281C96BCA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8" name="Rectangle 3507">
                              <a:extLst>
                                <a:ext uri="{FF2B5EF4-FFF2-40B4-BE49-F238E27FC236}">
                                  <a16:creationId xmlns:a16="http://schemas.microsoft.com/office/drawing/2014/main" id="{88B91A02-3A3C-4FDC-A167-7DE9E77821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509" name="Rectangle 3508">
                              <a:extLst>
                                <a:ext uri="{FF2B5EF4-FFF2-40B4-BE49-F238E27FC236}">
                                  <a16:creationId xmlns:a16="http://schemas.microsoft.com/office/drawing/2014/main" id="{9406C555-4EB8-4424-9A63-3D90E484E9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505" name="Group 3504">
                            <a:extLst>
                              <a:ext uri="{FF2B5EF4-FFF2-40B4-BE49-F238E27FC236}">
                                <a16:creationId xmlns:a16="http://schemas.microsoft.com/office/drawing/2014/main" id="{9A2C9926-5D49-4621-9B2E-4840BF1F9B7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6" name="Rectangle 3505">
                              <a:extLst>
                                <a:ext uri="{FF2B5EF4-FFF2-40B4-BE49-F238E27FC236}">
                                  <a16:creationId xmlns:a16="http://schemas.microsoft.com/office/drawing/2014/main" id="{45C920E7-B446-4AF8-8C48-4020C0004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507" name="Rectangle 3506">
                              <a:extLst>
                                <a:ext uri="{FF2B5EF4-FFF2-40B4-BE49-F238E27FC236}">
                                  <a16:creationId xmlns:a16="http://schemas.microsoft.com/office/drawing/2014/main" id="{EFE00824-598E-4206-90C2-10D96A104D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97" name="Group 3496">
                          <a:extLst>
                            <a:ext uri="{FF2B5EF4-FFF2-40B4-BE49-F238E27FC236}">
                              <a16:creationId xmlns:a16="http://schemas.microsoft.com/office/drawing/2014/main" id="{76CD91F8-C8B7-4B6C-8A58-D5F9DDD9FBD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98" name="Group 3497">
                            <a:extLst>
                              <a:ext uri="{FF2B5EF4-FFF2-40B4-BE49-F238E27FC236}">
                                <a16:creationId xmlns:a16="http://schemas.microsoft.com/office/drawing/2014/main" id="{13E04B34-B687-42CE-89EC-8998AD2C2D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2" name="Rectangle 3501">
                              <a:extLst>
                                <a:ext uri="{FF2B5EF4-FFF2-40B4-BE49-F238E27FC236}">
                                  <a16:creationId xmlns:a16="http://schemas.microsoft.com/office/drawing/2014/main" id="{29D6D096-A35B-4111-8C5A-5B4190B130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503" name="Rectangle 3502">
                              <a:extLst>
                                <a:ext uri="{FF2B5EF4-FFF2-40B4-BE49-F238E27FC236}">
                                  <a16:creationId xmlns:a16="http://schemas.microsoft.com/office/drawing/2014/main" id="{F83E48E2-9F5E-4622-98A9-D21A214391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99" name="Group 3498">
                            <a:extLst>
                              <a:ext uri="{FF2B5EF4-FFF2-40B4-BE49-F238E27FC236}">
                                <a16:creationId xmlns:a16="http://schemas.microsoft.com/office/drawing/2014/main" id="{B1737CD8-FB58-40C3-AE92-85ED9A5CD5D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500" name="Rectangle 3499">
                              <a:extLst>
                                <a:ext uri="{FF2B5EF4-FFF2-40B4-BE49-F238E27FC236}">
                                  <a16:creationId xmlns:a16="http://schemas.microsoft.com/office/drawing/2014/main" id="{D792A1F8-00B0-4F1E-A3B7-50363DF2FE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501" name="Rectangle 3500">
                              <a:extLst>
                                <a:ext uri="{FF2B5EF4-FFF2-40B4-BE49-F238E27FC236}">
                                  <a16:creationId xmlns:a16="http://schemas.microsoft.com/office/drawing/2014/main" id="{FB5A8B5C-6E5F-4749-9D45-EF389BE9D8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463" name="Group 3462">
                      <a:extLst>
                        <a:ext uri="{FF2B5EF4-FFF2-40B4-BE49-F238E27FC236}">
                          <a16:creationId xmlns:a16="http://schemas.microsoft.com/office/drawing/2014/main" id="{12715040-819B-4A21-BC48-B725A79D5C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64" name="Group 3463">
                        <a:extLst>
                          <a:ext uri="{FF2B5EF4-FFF2-40B4-BE49-F238E27FC236}">
                            <a16:creationId xmlns:a16="http://schemas.microsoft.com/office/drawing/2014/main" id="{F54BC5ED-F18D-424A-AA17-B5E804FFC68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80" name="Group 3479">
                          <a:extLst>
                            <a:ext uri="{FF2B5EF4-FFF2-40B4-BE49-F238E27FC236}">
                              <a16:creationId xmlns:a16="http://schemas.microsoft.com/office/drawing/2014/main" id="{6C6D988C-AAEF-4712-BB95-8235CBE934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88" name="Group 3487">
                            <a:extLst>
                              <a:ext uri="{FF2B5EF4-FFF2-40B4-BE49-F238E27FC236}">
                                <a16:creationId xmlns:a16="http://schemas.microsoft.com/office/drawing/2014/main" id="{6D6148C3-0E78-4E23-8C20-FFB2A62BEC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92" name="Rectangle 3491">
                              <a:extLst>
                                <a:ext uri="{FF2B5EF4-FFF2-40B4-BE49-F238E27FC236}">
                                  <a16:creationId xmlns:a16="http://schemas.microsoft.com/office/drawing/2014/main" id="{4260679B-E8AB-45F6-BB2E-06CD374D4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493" name="Rectangle 3492">
                              <a:extLst>
                                <a:ext uri="{FF2B5EF4-FFF2-40B4-BE49-F238E27FC236}">
                                  <a16:creationId xmlns:a16="http://schemas.microsoft.com/office/drawing/2014/main" id="{3DC05C8E-2F18-405B-B54D-29647D1B3D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89" name="Group 3488">
                            <a:extLst>
                              <a:ext uri="{FF2B5EF4-FFF2-40B4-BE49-F238E27FC236}">
                                <a16:creationId xmlns:a16="http://schemas.microsoft.com/office/drawing/2014/main" id="{B65D7558-C4A6-4598-897A-8853F14279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90" name="Rectangle 3489">
                              <a:extLst>
                                <a:ext uri="{FF2B5EF4-FFF2-40B4-BE49-F238E27FC236}">
                                  <a16:creationId xmlns:a16="http://schemas.microsoft.com/office/drawing/2014/main" id="{B643538B-50BD-4C0A-B7E7-CDD6BE4FB0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491" name="Rectangle 3490">
                              <a:extLst>
                                <a:ext uri="{FF2B5EF4-FFF2-40B4-BE49-F238E27FC236}">
                                  <a16:creationId xmlns:a16="http://schemas.microsoft.com/office/drawing/2014/main" id="{A79DDF5A-61C0-454A-9741-B3A995627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81" name="Group 3480">
                          <a:extLst>
                            <a:ext uri="{FF2B5EF4-FFF2-40B4-BE49-F238E27FC236}">
                              <a16:creationId xmlns:a16="http://schemas.microsoft.com/office/drawing/2014/main" id="{CBBE35FC-09F4-454F-B1BF-088EB1319E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82" name="Group 3481">
                            <a:extLst>
                              <a:ext uri="{FF2B5EF4-FFF2-40B4-BE49-F238E27FC236}">
                                <a16:creationId xmlns:a16="http://schemas.microsoft.com/office/drawing/2014/main" id="{EC89D23F-CC18-4DCB-826C-762A4DEB31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86" name="Rectangle 3485">
                              <a:extLst>
                                <a:ext uri="{FF2B5EF4-FFF2-40B4-BE49-F238E27FC236}">
                                  <a16:creationId xmlns:a16="http://schemas.microsoft.com/office/drawing/2014/main" id="{76683ECE-BCFB-4699-BBF9-15AA848CD4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487" name="Rectangle 3486">
                              <a:extLst>
                                <a:ext uri="{FF2B5EF4-FFF2-40B4-BE49-F238E27FC236}">
                                  <a16:creationId xmlns:a16="http://schemas.microsoft.com/office/drawing/2014/main" id="{DD426AD6-8BB9-4386-AED0-201323BC23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83" name="Group 3482">
                            <a:extLst>
                              <a:ext uri="{FF2B5EF4-FFF2-40B4-BE49-F238E27FC236}">
                                <a16:creationId xmlns:a16="http://schemas.microsoft.com/office/drawing/2014/main" id="{CA15E68A-0CD1-4967-8D25-A7F1C53ABD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84" name="Rectangle 3483">
                              <a:extLst>
                                <a:ext uri="{FF2B5EF4-FFF2-40B4-BE49-F238E27FC236}">
                                  <a16:creationId xmlns:a16="http://schemas.microsoft.com/office/drawing/2014/main" id="{D1256E80-7294-4CD7-BC60-0044DF7F6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485" name="Rectangle 3484">
                              <a:extLst>
                                <a:ext uri="{FF2B5EF4-FFF2-40B4-BE49-F238E27FC236}">
                                  <a16:creationId xmlns:a16="http://schemas.microsoft.com/office/drawing/2014/main" id="{82575716-C4D1-4A07-BD66-8A4497F92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65" name="Group 3464">
                        <a:extLst>
                          <a:ext uri="{FF2B5EF4-FFF2-40B4-BE49-F238E27FC236}">
                            <a16:creationId xmlns:a16="http://schemas.microsoft.com/office/drawing/2014/main" id="{FA584E6B-ECDA-4F92-BF25-2C17D419E0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66" name="Group 3465">
                          <a:extLst>
                            <a:ext uri="{FF2B5EF4-FFF2-40B4-BE49-F238E27FC236}">
                              <a16:creationId xmlns:a16="http://schemas.microsoft.com/office/drawing/2014/main" id="{103ECD50-7FD2-4D69-AC14-2E1A427983C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74" name="Group 3473">
                            <a:extLst>
                              <a:ext uri="{FF2B5EF4-FFF2-40B4-BE49-F238E27FC236}">
                                <a16:creationId xmlns:a16="http://schemas.microsoft.com/office/drawing/2014/main" id="{CD7253EA-1BB7-4C43-968E-6CC6009C40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8" name="Rectangle 3477">
                              <a:extLst>
                                <a:ext uri="{FF2B5EF4-FFF2-40B4-BE49-F238E27FC236}">
                                  <a16:creationId xmlns:a16="http://schemas.microsoft.com/office/drawing/2014/main" id="{BB1B7A9B-DA24-4590-AEC2-F376ADE32C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479" name="Rectangle 3478">
                              <a:extLst>
                                <a:ext uri="{FF2B5EF4-FFF2-40B4-BE49-F238E27FC236}">
                                  <a16:creationId xmlns:a16="http://schemas.microsoft.com/office/drawing/2014/main" id="{5A11E9DD-6FF9-42F2-9E5A-0D243034B9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75" name="Group 3474">
                            <a:extLst>
                              <a:ext uri="{FF2B5EF4-FFF2-40B4-BE49-F238E27FC236}">
                                <a16:creationId xmlns:a16="http://schemas.microsoft.com/office/drawing/2014/main" id="{B2AEFC45-6D78-4F31-AD50-5C14A9328C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6" name="Rectangle 3475">
                              <a:extLst>
                                <a:ext uri="{FF2B5EF4-FFF2-40B4-BE49-F238E27FC236}">
                                  <a16:creationId xmlns:a16="http://schemas.microsoft.com/office/drawing/2014/main" id="{A7071508-B174-4202-B573-9F902EBDB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477" name="Rectangle 3476">
                              <a:extLst>
                                <a:ext uri="{FF2B5EF4-FFF2-40B4-BE49-F238E27FC236}">
                                  <a16:creationId xmlns:a16="http://schemas.microsoft.com/office/drawing/2014/main" id="{F8BA828B-94F0-4115-9F85-493672B66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67" name="Group 3466">
                          <a:extLst>
                            <a:ext uri="{FF2B5EF4-FFF2-40B4-BE49-F238E27FC236}">
                              <a16:creationId xmlns:a16="http://schemas.microsoft.com/office/drawing/2014/main" id="{9D18F2D6-CA60-4284-8DDE-8E5FCA3841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68" name="Group 3467">
                            <a:extLst>
                              <a:ext uri="{FF2B5EF4-FFF2-40B4-BE49-F238E27FC236}">
                                <a16:creationId xmlns:a16="http://schemas.microsoft.com/office/drawing/2014/main" id="{E395E595-9600-4150-B591-FA7E407324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2" name="Rectangle 3471">
                              <a:extLst>
                                <a:ext uri="{FF2B5EF4-FFF2-40B4-BE49-F238E27FC236}">
                                  <a16:creationId xmlns:a16="http://schemas.microsoft.com/office/drawing/2014/main" id="{8C0F0083-FF2B-4EF6-AEF5-CAE427DDF4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473" name="Rectangle 3472">
                              <a:extLst>
                                <a:ext uri="{FF2B5EF4-FFF2-40B4-BE49-F238E27FC236}">
                                  <a16:creationId xmlns:a16="http://schemas.microsoft.com/office/drawing/2014/main" id="{EB3CE8DD-E792-41DB-BA4F-E3B3524F5A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69" name="Group 3468">
                            <a:extLst>
                              <a:ext uri="{FF2B5EF4-FFF2-40B4-BE49-F238E27FC236}">
                                <a16:creationId xmlns:a16="http://schemas.microsoft.com/office/drawing/2014/main" id="{194DE355-68A8-4C8E-8019-F5338B70E5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70" name="Rectangle 3469">
                              <a:extLst>
                                <a:ext uri="{FF2B5EF4-FFF2-40B4-BE49-F238E27FC236}">
                                  <a16:creationId xmlns:a16="http://schemas.microsoft.com/office/drawing/2014/main" id="{4C176C03-499E-4175-97A4-A32B7ED3A5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471" name="Rectangle 3470">
                              <a:extLst>
                                <a:ext uri="{FF2B5EF4-FFF2-40B4-BE49-F238E27FC236}">
                                  <a16:creationId xmlns:a16="http://schemas.microsoft.com/office/drawing/2014/main" id="{06B05819-0B04-46DE-9E85-3819F28AAE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399" name="Group 3398">
                    <a:extLst>
                      <a:ext uri="{FF2B5EF4-FFF2-40B4-BE49-F238E27FC236}">
                        <a16:creationId xmlns:a16="http://schemas.microsoft.com/office/drawing/2014/main" id="{74BE32D8-F354-49D9-8627-42DBEEC3AD5F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400" name="Group 3399">
                      <a:extLst>
                        <a:ext uri="{FF2B5EF4-FFF2-40B4-BE49-F238E27FC236}">
                          <a16:creationId xmlns:a16="http://schemas.microsoft.com/office/drawing/2014/main" id="{6E85BE25-AC7B-4446-B920-3F8918C156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32" name="Group 3431">
                        <a:extLst>
                          <a:ext uri="{FF2B5EF4-FFF2-40B4-BE49-F238E27FC236}">
                            <a16:creationId xmlns:a16="http://schemas.microsoft.com/office/drawing/2014/main" id="{31511171-CD29-4BB5-9B28-711D100E9D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48" name="Group 3447">
                          <a:extLst>
                            <a:ext uri="{FF2B5EF4-FFF2-40B4-BE49-F238E27FC236}">
                              <a16:creationId xmlns:a16="http://schemas.microsoft.com/office/drawing/2014/main" id="{B61B16FB-93E8-4832-8C33-24CDA54901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56" name="Group 3455">
                            <a:extLst>
                              <a:ext uri="{FF2B5EF4-FFF2-40B4-BE49-F238E27FC236}">
                                <a16:creationId xmlns:a16="http://schemas.microsoft.com/office/drawing/2014/main" id="{5163A08B-BDED-460B-9F45-98BE54FE79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60" name="Rectangle 3459">
                              <a:extLst>
                                <a:ext uri="{FF2B5EF4-FFF2-40B4-BE49-F238E27FC236}">
                                  <a16:creationId xmlns:a16="http://schemas.microsoft.com/office/drawing/2014/main" id="{F2F89D70-E9B2-4AEA-BB18-A32353201E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461" name="Rectangle 3460">
                              <a:extLst>
                                <a:ext uri="{FF2B5EF4-FFF2-40B4-BE49-F238E27FC236}">
                                  <a16:creationId xmlns:a16="http://schemas.microsoft.com/office/drawing/2014/main" id="{F6DC98AE-4799-4CBB-BDB6-580BC36118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57" name="Group 3456">
                            <a:extLst>
                              <a:ext uri="{FF2B5EF4-FFF2-40B4-BE49-F238E27FC236}">
                                <a16:creationId xmlns:a16="http://schemas.microsoft.com/office/drawing/2014/main" id="{C7CAA475-8BBA-45A8-8444-2B21AFAECC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8" name="Rectangle 3457">
                              <a:extLst>
                                <a:ext uri="{FF2B5EF4-FFF2-40B4-BE49-F238E27FC236}">
                                  <a16:creationId xmlns:a16="http://schemas.microsoft.com/office/drawing/2014/main" id="{9B286EA8-1003-4A34-82DA-5A67C818B1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459" name="Rectangle 3458">
                              <a:extLst>
                                <a:ext uri="{FF2B5EF4-FFF2-40B4-BE49-F238E27FC236}">
                                  <a16:creationId xmlns:a16="http://schemas.microsoft.com/office/drawing/2014/main" id="{6967F7B1-4C91-4D65-BD5C-468EA1EC87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49" name="Group 3448">
                          <a:extLst>
                            <a:ext uri="{FF2B5EF4-FFF2-40B4-BE49-F238E27FC236}">
                              <a16:creationId xmlns:a16="http://schemas.microsoft.com/office/drawing/2014/main" id="{83D7B451-D1BF-45CC-BC70-424664FC16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50" name="Group 3449">
                            <a:extLst>
                              <a:ext uri="{FF2B5EF4-FFF2-40B4-BE49-F238E27FC236}">
                                <a16:creationId xmlns:a16="http://schemas.microsoft.com/office/drawing/2014/main" id="{F8FCF0A6-B8D4-4B83-9FF4-F9EDF8273F2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4" name="Rectangle 3453">
                              <a:extLst>
                                <a:ext uri="{FF2B5EF4-FFF2-40B4-BE49-F238E27FC236}">
                                  <a16:creationId xmlns:a16="http://schemas.microsoft.com/office/drawing/2014/main" id="{3ACE3EBB-A41B-4204-9240-CC88D9934F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455" name="Rectangle 3454">
                              <a:extLst>
                                <a:ext uri="{FF2B5EF4-FFF2-40B4-BE49-F238E27FC236}">
                                  <a16:creationId xmlns:a16="http://schemas.microsoft.com/office/drawing/2014/main" id="{76B2AC56-1481-4F5B-B9CD-5998EED747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51" name="Group 3450">
                            <a:extLst>
                              <a:ext uri="{FF2B5EF4-FFF2-40B4-BE49-F238E27FC236}">
                                <a16:creationId xmlns:a16="http://schemas.microsoft.com/office/drawing/2014/main" id="{92FACBCA-8862-4B01-A035-E09A5D8067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52" name="Rectangle 3451">
                              <a:extLst>
                                <a:ext uri="{FF2B5EF4-FFF2-40B4-BE49-F238E27FC236}">
                                  <a16:creationId xmlns:a16="http://schemas.microsoft.com/office/drawing/2014/main" id="{33D768D0-EB34-412D-84A7-16922A90C4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453" name="Rectangle 3452">
                              <a:extLst>
                                <a:ext uri="{FF2B5EF4-FFF2-40B4-BE49-F238E27FC236}">
                                  <a16:creationId xmlns:a16="http://schemas.microsoft.com/office/drawing/2014/main" id="{B19E6701-43F3-467A-AB0F-F7D968906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33" name="Group 3432">
                        <a:extLst>
                          <a:ext uri="{FF2B5EF4-FFF2-40B4-BE49-F238E27FC236}">
                            <a16:creationId xmlns:a16="http://schemas.microsoft.com/office/drawing/2014/main" id="{323EB5BC-D599-4CDB-89CC-21773F45BD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34" name="Group 3433">
                          <a:extLst>
                            <a:ext uri="{FF2B5EF4-FFF2-40B4-BE49-F238E27FC236}">
                              <a16:creationId xmlns:a16="http://schemas.microsoft.com/office/drawing/2014/main" id="{A7A4E5CE-22CB-45A3-BFEA-E066FB4E88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42" name="Group 3441">
                            <a:extLst>
                              <a:ext uri="{FF2B5EF4-FFF2-40B4-BE49-F238E27FC236}">
                                <a16:creationId xmlns:a16="http://schemas.microsoft.com/office/drawing/2014/main" id="{F09B1AD8-452A-46E1-AF15-535E64C3181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6" name="Rectangle 3445">
                              <a:extLst>
                                <a:ext uri="{FF2B5EF4-FFF2-40B4-BE49-F238E27FC236}">
                                  <a16:creationId xmlns:a16="http://schemas.microsoft.com/office/drawing/2014/main" id="{090EBDC7-24F6-428A-AD19-A57D972D6E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447" name="Rectangle 3446">
                              <a:extLst>
                                <a:ext uri="{FF2B5EF4-FFF2-40B4-BE49-F238E27FC236}">
                                  <a16:creationId xmlns:a16="http://schemas.microsoft.com/office/drawing/2014/main" id="{D211F963-00DB-49F8-8C17-C687DBA7EB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43" name="Group 3442">
                            <a:extLst>
                              <a:ext uri="{FF2B5EF4-FFF2-40B4-BE49-F238E27FC236}">
                                <a16:creationId xmlns:a16="http://schemas.microsoft.com/office/drawing/2014/main" id="{7117C79F-F983-4774-81F5-68C04720CA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4" name="Rectangle 3443">
                              <a:extLst>
                                <a:ext uri="{FF2B5EF4-FFF2-40B4-BE49-F238E27FC236}">
                                  <a16:creationId xmlns:a16="http://schemas.microsoft.com/office/drawing/2014/main" id="{53D85FAB-215B-44DB-B441-AFE4049A4D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445" name="Rectangle 3444">
                              <a:extLst>
                                <a:ext uri="{FF2B5EF4-FFF2-40B4-BE49-F238E27FC236}">
                                  <a16:creationId xmlns:a16="http://schemas.microsoft.com/office/drawing/2014/main" id="{077180D4-7F12-4797-9DA9-6B282F0CE0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35" name="Group 3434">
                          <a:extLst>
                            <a:ext uri="{FF2B5EF4-FFF2-40B4-BE49-F238E27FC236}">
                              <a16:creationId xmlns:a16="http://schemas.microsoft.com/office/drawing/2014/main" id="{CE7FDA9D-400D-4588-B0A0-484D26C0321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36" name="Group 3435">
                            <a:extLst>
                              <a:ext uri="{FF2B5EF4-FFF2-40B4-BE49-F238E27FC236}">
                                <a16:creationId xmlns:a16="http://schemas.microsoft.com/office/drawing/2014/main" id="{C05ED95C-3919-43D5-931E-E4A14A2F9B0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40" name="Rectangle 3439">
                              <a:extLst>
                                <a:ext uri="{FF2B5EF4-FFF2-40B4-BE49-F238E27FC236}">
                                  <a16:creationId xmlns:a16="http://schemas.microsoft.com/office/drawing/2014/main" id="{3A509216-603C-4675-88C0-59BDF19A68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441" name="Rectangle 3440">
                              <a:extLst>
                                <a:ext uri="{FF2B5EF4-FFF2-40B4-BE49-F238E27FC236}">
                                  <a16:creationId xmlns:a16="http://schemas.microsoft.com/office/drawing/2014/main" id="{80813573-3F3E-4B6A-9B05-BACD9C15A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37" name="Group 3436">
                            <a:extLst>
                              <a:ext uri="{FF2B5EF4-FFF2-40B4-BE49-F238E27FC236}">
                                <a16:creationId xmlns:a16="http://schemas.microsoft.com/office/drawing/2014/main" id="{939BA16D-31E0-4BBA-90EE-9305CA367C4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38" name="Rectangle 3437">
                              <a:extLst>
                                <a:ext uri="{FF2B5EF4-FFF2-40B4-BE49-F238E27FC236}">
                                  <a16:creationId xmlns:a16="http://schemas.microsoft.com/office/drawing/2014/main" id="{BE5EF7C7-E0AE-433C-9992-D8ECFF76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439" name="Rectangle 3438">
                              <a:extLst>
                                <a:ext uri="{FF2B5EF4-FFF2-40B4-BE49-F238E27FC236}">
                                  <a16:creationId xmlns:a16="http://schemas.microsoft.com/office/drawing/2014/main" id="{AB61BF5D-00CC-4294-8620-8D16EBA367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401" name="Group 3400">
                      <a:extLst>
                        <a:ext uri="{FF2B5EF4-FFF2-40B4-BE49-F238E27FC236}">
                          <a16:creationId xmlns:a16="http://schemas.microsoft.com/office/drawing/2014/main" id="{1C27AC2B-594C-4216-97B8-5729C30446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402" name="Group 3401">
                        <a:extLst>
                          <a:ext uri="{FF2B5EF4-FFF2-40B4-BE49-F238E27FC236}">
                            <a16:creationId xmlns:a16="http://schemas.microsoft.com/office/drawing/2014/main" id="{3A4399D7-62E1-496E-A1B7-8708E21BEA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18" name="Group 3417">
                          <a:extLst>
                            <a:ext uri="{FF2B5EF4-FFF2-40B4-BE49-F238E27FC236}">
                              <a16:creationId xmlns:a16="http://schemas.microsoft.com/office/drawing/2014/main" id="{39E80428-6C92-473F-B65C-FA76079B7AA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26" name="Group 3425">
                            <a:extLst>
                              <a:ext uri="{FF2B5EF4-FFF2-40B4-BE49-F238E27FC236}">
                                <a16:creationId xmlns:a16="http://schemas.microsoft.com/office/drawing/2014/main" id="{C3AE4E7D-21B0-4B29-821B-6A2E284798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30" name="Rectangle 3429">
                              <a:extLst>
                                <a:ext uri="{FF2B5EF4-FFF2-40B4-BE49-F238E27FC236}">
                                  <a16:creationId xmlns:a16="http://schemas.microsoft.com/office/drawing/2014/main" id="{A9F7003F-63A2-4623-B72A-9001B08046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431" name="Rectangle 3430">
                              <a:extLst>
                                <a:ext uri="{FF2B5EF4-FFF2-40B4-BE49-F238E27FC236}">
                                  <a16:creationId xmlns:a16="http://schemas.microsoft.com/office/drawing/2014/main" id="{F9EA4D63-E883-4A18-8F50-0881F018C0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27" name="Group 3426">
                            <a:extLst>
                              <a:ext uri="{FF2B5EF4-FFF2-40B4-BE49-F238E27FC236}">
                                <a16:creationId xmlns:a16="http://schemas.microsoft.com/office/drawing/2014/main" id="{190E8F9A-A443-4F66-A1DB-A38FF85FE57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8" name="Rectangle 3427">
                              <a:extLst>
                                <a:ext uri="{FF2B5EF4-FFF2-40B4-BE49-F238E27FC236}">
                                  <a16:creationId xmlns:a16="http://schemas.microsoft.com/office/drawing/2014/main" id="{4B108AE6-65AF-498A-A01F-13FC7D1617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429" name="Rectangle 3428">
                              <a:extLst>
                                <a:ext uri="{FF2B5EF4-FFF2-40B4-BE49-F238E27FC236}">
                                  <a16:creationId xmlns:a16="http://schemas.microsoft.com/office/drawing/2014/main" id="{4024EC39-8E01-4072-A4E5-42A6233E59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19" name="Group 3418">
                          <a:extLst>
                            <a:ext uri="{FF2B5EF4-FFF2-40B4-BE49-F238E27FC236}">
                              <a16:creationId xmlns:a16="http://schemas.microsoft.com/office/drawing/2014/main" id="{BAED575B-8EEA-467C-ADDD-E4E735E803D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20" name="Group 3419">
                            <a:extLst>
                              <a:ext uri="{FF2B5EF4-FFF2-40B4-BE49-F238E27FC236}">
                                <a16:creationId xmlns:a16="http://schemas.microsoft.com/office/drawing/2014/main" id="{712DCB92-9C0F-4AD2-B566-5F7113C3048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4" name="Rectangle 3423">
                              <a:extLst>
                                <a:ext uri="{FF2B5EF4-FFF2-40B4-BE49-F238E27FC236}">
                                  <a16:creationId xmlns:a16="http://schemas.microsoft.com/office/drawing/2014/main" id="{5AEC02D0-5417-43C5-AA3A-BE085F036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425" name="Rectangle 3424">
                              <a:extLst>
                                <a:ext uri="{FF2B5EF4-FFF2-40B4-BE49-F238E27FC236}">
                                  <a16:creationId xmlns:a16="http://schemas.microsoft.com/office/drawing/2014/main" id="{C41CFB23-C893-4E01-BB78-FCA9F72E4F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21" name="Group 3420">
                            <a:extLst>
                              <a:ext uri="{FF2B5EF4-FFF2-40B4-BE49-F238E27FC236}">
                                <a16:creationId xmlns:a16="http://schemas.microsoft.com/office/drawing/2014/main" id="{F7C36F27-CB8D-43F6-B8E6-67AF141872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22" name="Rectangle 3421">
                              <a:extLst>
                                <a:ext uri="{FF2B5EF4-FFF2-40B4-BE49-F238E27FC236}">
                                  <a16:creationId xmlns:a16="http://schemas.microsoft.com/office/drawing/2014/main" id="{96D959BA-813C-4E88-BA08-5159E5B4DE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423" name="Rectangle 3422">
                              <a:extLst>
                                <a:ext uri="{FF2B5EF4-FFF2-40B4-BE49-F238E27FC236}">
                                  <a16:creationId xmlns:a16="http://schemas.microsoft.com/office/drawing/2014/main" id="{532591C1-BA04-42C2-91B4-31C1BD3082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403" name="Group 3402">
                        <a:extLst>
                          <a:ext uri="{FF2B5EF4-FFF2-40B4-BE49-F238E27FC236}">
                            <a16:creationId xmlns:a16="http://schemas.microsoft.com/office/drawing/2014/main" id="{D3327F73-DAED-412A-B776-8CF25A0E6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404" name="Group 3403">
                          <a:extLst>
                            <a:ext uri="{FF2B5EF4-FFF2-40B4-BE49-F238E27FC236}">
                              <a16:creationId xmlns:a16="http://schemas.microsoft.com/office/drawing/2014/main" id="{1ADD5236-90A5-4B40-AE96-19D59B8CD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12" name="Group 3411">
                            <a:extLst>
                              <a:ext uri="{FF2B5EF4-FFF2-40B4-BE49-F238E27FC236}">
                                <a16:creationId xmlns:a16="http://schemas.microsoft.com/office/drawing/2014/main" id="{959DE139-E102-490C-B3EF-6BBBAD27A1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6" name="Rectangle 3415">
                              <a:extLst>
                                <a:ext uri="{FF2B5EF4-FFF2-40B4-BE49-F238E27FC236}">
                                  <a16:creationId xmlns:a16="http://schemas.microsoft.com/office/drawing/2014/main" id="{DF3D5705-9495-4EB1-88C0-624F2DFFB9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417" name="Rectangle 3416">
                              <a:extLst>
                                <a:ext uri="{FF2B5EF4-FFF2-40B4-BE49-F238E27FC236}">
                                  <a16:creationId xmlns:a16="http://schemas.microsoft.com/office/drawing/2014/main" id="{0FF158E6-072D-434B-A08A-851138EE83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13" name="Group 3412">
                            <a:extLst>
                              <a:ext uri="{FF2B5EF4-FFF2-40B4-BE49-F238E27FC236}">
                                <a16:creationId xmlns:a16="http://schemas.microsoft.com/office/drawing/2014/main" id="{FCFD6BB3-0B48-435E-97FC-B2BC1D61D80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4" name="Rectangle 3413">
                              <a:extLst>
                                <a:ext uri="{FF2B5EF4-FFF2-40B4-BE49-F238E27FC236}">
                                  <a16:creationId xmlns:a16="http://schemas.microsoft.com/office/drawing/2014/main" id="{74B01383-2337-4BA7-90BF-6F0E9FCFC5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415" name="Rectangle 3414">
                              <a:extLst>
                                <a:ext uri="{FF2B5EF4-FFF2-40B4-BE49-F238E27FC236}">
                                  <a16:creationId xmlns:a16="http://schemas.microsoft.com/office/drawing/2014/main" id="{8CCC1B5F-821D-464C-8426-CEAE028E59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405" name="Group 3404">
                          <a:extLst>
                            <a:ext uri="{FF2B5EF4-FFF2-40B4-BE49-F238E27FC236}">
                              <a16:creationId xmlns:a16="http://schemas.microsoft.com/office/drawing/2014/main" id="{B9F3524C-6581-4E10-AA37-11AE233205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406" name="Group 3405">
                            <a:extLst>
                              <a:ext uri="{FF2B5EF4-FFF2-40B4-BE49-F238E27FC236}">
                                <a16:creationId xmlns:a16="http://schemas.microsoft.com/office/drawing/2014/main" id="{6E169724-ACC4-4461-ABA5-5F99AAF986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10" name="Rectangle 3409">
                              <a:extLst>
                                <a:ext uri="{FF2B5EF4-FFF2-40B4-BE49-F238E27FC236}">
                                  <a16:creationId xmlns:a16="http://schemas.microsoft.com/office/drawing/2014/main" id="{EA9EAB5C-5135-4B48-B97B-6773C78A6C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411" name="Rectangle 3410">
                              <a:extLst>
                                <a:ext uri="{FF2B5EF4-FFF2-40B4-BE49-F238E27FC236}">
                                  <a16:creationId xmlns:a16="http://schemas.microsoft.com/office/drawing/2014/main" id="{B91EF24E-83FF-4C26-9F28-32195E1ED0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407" name="Group 3406">
                            <a:extLst>
                              <a:ext uri="{FF2B5EF4-FFF2-40B4-BE49-F238E27FC236}">
                                <a16:creationId xmlns:a16="http://schemas.microsoft.com/office/drawing/2014/main" id="{CAACF7A8-2CB3-4D48-8324-DF3CAFAADCE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408" name="Rectangle 3407">
                              <a:extLst>
                                <a:ext uri="{FF2B5EF4-FFF2-40B4-BE49-F238E27FC236}">
                                  <a16:creationId xmlns:a16="http://schemas.microsoft.com/office/drawing/2014/main" id="{DC2C9010-C038-4C5B-BC7A-00CF35DF5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409" name="Rectangle 3408">
                              <a:extLst>
                                <a:ext uri="{FF2B5EF4-FFF2-40B4-BE49-F238E27FC236}">
                                  <a16:creationId xmlns:a16="http://schemas.microsoft.com/office/drawing/2014/main" id="{1A9131AC-A0AA-446B-B61C-29C84FB9C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271" name="Group 3270">
                  <a:extLst>
                    <a:ext uri="{FF2B5EF4-FFF2-40B4-BE49-F238E27FC236}">
                      <a16:creationId xmlns:a16="http://schemas.microsoft.com/office/drawing/2014/main" id="{0045ED52-C1F1-43EE-A37E-B551DA0D1C89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272" name="Group 3271">
                    <a:extLst>
                      <a:ext uri="{FF2B5EF4-FFF2-40B4-BE49-F238E27FC236}">
                        <a16:creationId xmlns:a16="http://schemas.microsoft.com/office/drawing/2014/main" id="{A0F2C20E-F9EF-455F-81AD-A9C3F4B4E18F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336" name="Group 3335">
                      <a:extLst>
                        <a:ext uri="{FF2B5EF4-FFF2-40B4-BE49-F238E27FC236}">
                          <a16:creationId xmlns:a16="http://schemas.microsoft.com/office/drawing/2014/main" id="{3B27D65D-30E1-45A3-915F-F269FA4DB7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68" name="Group 3367">
                        <a:extLst>
                          <a:ext uri="{FF2B5EF4-FFF2-40B4-BE49-F238E27FC236}">
                            <a16:creationId xmlns:a16="http://schemas.microsoft.com/office/drawing/2014/main" id="{EE5E0E3F-C09A-4040-9A50-7002B7F6A50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84" name="Group 3383">
                          <a:extLst>
                            <a:ext uri="{FF2B5EF4-FFF2-40B4-BE49-F238E27FC236}">
                              <a16:creationId xmlns:a16="http://schemas.microsoft.com/office/drawing/2014/main" id="{C5F17F44-6B0E-44EE-A33E-CAF0EEA75F6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92" name="Group 3391">
                            <a:extLst>
                              <a:ext uri="{FF2B5EF4-FFF2-40B4-BE49-F238E27FC236}">
                                <a16:creationId xmlns:a16="http://schemas.microsoft.com/office/drawing/2014/main" id="{E072487A-25BA-4965-BD3F-86321E6E7C5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6" name="Rectangle 3395">
                              <a:extLst>
                                <a:ext uri="{FF2B5EF4-FFF2-40B4-BE49-F238E27FC236}">
                                  <a16:creationId xmlns:a16="http://schemas.microsoft.com/office/drawing/2014/main" id="{28900C53-0C91-4244-998F-6EA90DA1C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397" name="Rectangle 3396">
                              <a:extLst>
                                <a:ext uri="{FF2B5EF4-FFF2-40B4-BE49-F238E27FC236}">
                                  <a16:creationId xmlns:a16="http://schemas.microsoft.com/office/drawing/2014/main" id="{EDC5B16D-19F4-42D0-8920-D1F89E6F34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93" name="Group 3392">
                            <a:extLst>
                              <a:ext uri="{FF2B5EF4-FFF2-40B4-BE49-F238E27FC236}">
                                <a16:creationId xmlns:a16="http://schemas.microsoft.com/office/drawing/2014/main" id="{E562F7FD-1A09-4E9A-8AC6-F2C872E856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4" name="Rectangle 3393">
                              <a:extLst>
                                <a:ext uri="{FF2B5EF4-FFF2-40B4-BE49-F238E27FC236}">
                                  <a16:creationId xmlns:a16="http://schemas.microsoft.com/office/drawing/2014/main" id="{3B99C402-232C-4537-8FC8-7F9E61ECEA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395" name="Rectangle 3394">
                              <a:extLst>
                                <a:ext uri="{FF2B5EF4-FFF2-40B4-BE49-F238E27FC236}">
                                  <a16:creationId xmlns:a16="http://schemas.microsoft.com/office/drawing/2014/main" id="{1895C9BA-1348-4DEE-B1B3-8B9D3810D3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85" name="Group 3384">
                          <a:extLst>
                            <a:ext uri="{FF2B5EF4-FFF2-40B4-BE49-F238E27FC236}">
                              <a16:creationId xmlns:a16="http://schemas.microsoft.com/office/drawing/2014/main" id="{67FB52DA-9D90-4305-A686-ACF40FD58D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86" name="Group 3385">
                            <a:extLst>
                              <a:ext uri="{FF2B5EF4-FFF2-40B4-BE49-F238E27FC236}">
                                <a16:creationId xmlns:a16="http://schemas.microsoft.com/office/drawing/2014/main" id="{CDB7769A-64D4-4CCF-A34C-0D23264A9A3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90" name="Rectangle 3389">
                              <a:extLst>
                                <a:ext uri="{FF2B5EF4-FFF2-40B4-BE49-F238E27FC236}">
                                  <a16:creationId xmlns:a16="http://schemas.microsoft.com/office/drawing/2014/main" id="{B340BA32-5965-48EA-82AD-CFC6E8419E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391" name="Rectangle 3390">
                              <a:extLst>
                                <a:ext uri="{FF2B5EF4-FFF2-40B4-BE49-F238E27FC236}">
                                  <a16:creationId xmlns:a16="http://schemas.microsoft.com/office/drawing/2014/main" id="{586634E9-C315-4A57-A24D-4EA1C3A02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87" name="Group 3386">
                            <a:extLst>
                              <a:ext uri="{FF2B5EF4-FFF2-40B4-BE49-F238E27FC236}">
                                <a16:creationId xmlns:a16="http://schemas.microsoft.com/office/drawing/2014/main" id="{A33408F6-759A-411A-8991-1927C66646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8" name="Rectangle 3387">
                              <a:extLst>
                                <a:ext uri="{FF2B5EF4-FFF2-40B4-BE49-F238E27FC236}">
                                  <a16:creationId xmlns:a16="http://schemas.microsoft.com/office/drawing/2014/main" id="{E9A22A60-3FA8-47F3-BA13-39FF9F8B5E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389" name="Rectangle 3388">
                              <a:extLst>
                                <a:ext uri="{FF2B5EF4-FFF2-40B4-BE49-F238E27FC236}">
                                  <a16:creationId xmlns:a16="http://schemas.microsoft.com/office/drawing/2014/main" id="{676FA9BE-D7C7-4328-8AB8-2EDA57258E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69" name="Group 3368">
                        <a:extLst>
                          <a:ext uri="{FF2B5EF4-FFF2-40B4-BE49-F238E27FC236}">
                            <a16:creationId xmlns:a16="http://schemas.microsoft.com/office/drawing/2014/main" id="{FA1F5D1E-822B-46E5-B77A-F6645C5C54E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70" name="Group 3369">
                          <a:extLst>
                            <a:ext uri="{FF2B5EF4-FFF2-40B4-BE49-F238E27FC236}">
                              <a16:creationId xmlns:a16="http://schemas.microsoft.com/office/drawing/2014/main" id="{7173FC5B-52BB-49B0-928A-179F5DE2DE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78" name="Group 3377">
                            <a:extLst>
                              <a:ext uri="{FF2B5EF4-FFF2-40B4-BE49-F238E27FC236}">
                                <a16:creationId xmlns:a16="http://schemas.microsoft.com/office/drawing/2014/main" id="{CE9AFC79-0240-4A79-99EB-2B88F325DFD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2" name="Rectangle 3381">
                              <a:extLst>
                                <a:ext uri="{FF2B5EF4-FFF2-40B4-BE49-F238E27FC236}">
                                  <a16:creationId xmlns:a16="http://schemas.microsoft.com/office/drawing/2014/main" id="{A195EAE0-8B83-42C2-BD94-72D03A54BC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383" name="Rectangle 3382">
                              <a:extLst>
                                <a:ext uri="{FF2B5EF4-FFF2-40B4-BE49-F238E27FC236}">
                                  <a16:creationId xmlns:a16="http://schemas.microsoft.com/office/drawing/2014/main" id="{E30035B8-C9AF-4288-B203-E7C8A9740E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79" name="Group 3378">
                            <a:extLst>
                              <a:ext uri="{FF2B5EF4-FFF2-40B4-BE49-F238E27FC236}">
                                <a16:creationId xmlns:a16="http://schemas.microsoft.com/office/drawing/2014/main" id="{900789E7-EF94-4BB3-B18E-B4B3ED3E88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80" name="Rectangle 3379">
                              <a:extLst>
                                <a:ext uri="{FF2B5EF4-FFF2-40B4-BE49-F238E27FC236}">
                                  <a16:creationId xmlns:a16="http://schemas.microsoft.com/office/drawing/2014/main" id="{E3769FF2-F437-4B43-A20E-73E9E69F88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381" name="Rectangle 3380">
                              <a:extLst>
                                <a:ext uri="{FF2B5EF4-FFF2-40B4-BE49-F238E27FC236}">
                                  <a16:creationId xmlns:a16="http://schemas.microsoft.com/office/drawing/2014/main" id="{66014FE3-11B3-47D3-A09A-3E686971A9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71" name="Group 3370">
                          <a:extLst>
                            <a:ext uri="{FF2B5EF4-FFF2-40B4-BE49-F238E27FC236}">
                              <a16:creationId xmlns:a16="http://schemas.microsoft.com/office/drawing/2014/main" id="{C474A9E3-B4ED-4D9D-8888-5F8453389DF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72" name="Group 3371">
                            <a:extLst>
                              <a:ext uri="{FF2B5EF4-FFF2-40B4-BE49-F238E27FC236}">
                                <a16:creationId xmlns:a16="http://schemas.microsoft.com/office/drawing/2014/main" id="{97E97201-1169-45FE-868D-4AC4374BD2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76" name="Rectangle 3375">
                              <a:extLst>
                                <a:ext uri="{FF2B5EF4-FFF2-40B4-BE49-F238E27FC236}">
                                  <a16:creationId xmlns:a16="http://schemas.microsoft.com/office/drawing/2014/main" id="{89C1F907-AB12-450A-9A7C-5A286E9DCD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377" name="Rectangle 3376">
                              <a:extLst>
                                <a:ext uri="{FF2B5EF4-FFF2-40B4-BE49-F238E27FC236}">
                                  <a16:creationId xmlns:a16="http://schemas.microsoft.com/office/drawing/2014/main" id="{C8AC2874-F459-4A24-A31E-2592B80425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73" name="Group 3372">
                            <a:extLst>
                              <a:ext uri="{FF2B5EF4-FFF2-40B4-BE49-F238E27FC236}">
                                <a16:creationId xmlns:a16="http://schemas.microsoft.com/office/drawing/2014/main" id="{B15DD80E-219A-4779-9DE7-A8FB069139B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74" name="Rectangle 3373">
                              <a:extLst>
                                <a:ext uri="{FF2B5EF4-FFF2-40B4-BE49-F238E27FC236}">
                                  <a16:creationId xmlns:a16="http://schemas.microsoft.com/office/drawing/2014/main" id="{FB68252B-7D20-4E99-8921-B05C8B9FF7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375" name="Rectangle 3374">
                              <a:extLst>
                                <a:ext uri="{FF2B5EF4-FFF2-40B4-BE49-F238E27FC236}">
                                  <a16:creationId xmlns:a16="http://schemas.microsoft.com/office/drawing/2014/main" id="{A9B3A6A0-AC7E-4528-830C-89B07B507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337" name="Group 3336">
                      <a:extLst>
                        <a:ext uri="{FF2B5EF4-FFF2-40B4-BE49-F238E27FC236}">
                          <a16:creationId xmlns:a16="http://schemas.microsoft.com/office/drawing/2014/main" id="{EB7743E1-0DE0-4A31-AB78-2DEE3C1C70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38" name="Group 3337">
                        <a:extLst>
                          <a:ext uri="{FF2B5EF4-FFF2-40B4-BE49-F238E27FC236}">
                            <a16:creationId xmlns:a16="http://schemas.microsoft.com/office/drawing/2014/main" id="{2AC41713-A114-4C5B-95B9-F914359B08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54" name="Group 3353">
                          <a:extLst>
                            <a:ext uri="{FF2B5EF4-FFF2-40B4-BE49-F238E27FC236}">
                              <a16:creationId xmlns:a16="http://schemas.microsoft.com/office/drawing/2014/main" id="{3AF00A26-393C-4BCA-BC9F-BE768DAF80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62" name="Group 3361">
                            <a:extLst>
                              <a:ext uri="{FF2B5EF4-FFF2-40B4-BE49-F238E27FC236}">
                                <a16:creationId xmlns:a16="http://schemas.microsoft.com/office/drawing/2014/main" id="{BD7BE656-D230-479D-889F-BE70B6838A1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6" name="Rectangle 3365">
                              <a:extLst>
                                <a:ext uri="{FF2B5EF4-FFF2-40B4-BE49-F238E27FC236}">
                                  <a16:creationId xmlns:a16="http://schemas.microsoft.com/office/drawing/2014/main" id="{DBDCD07C-A230-4F1D-A2D6-035CEFE1F7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367" name="Rectangle 3366">
                              <a:extLst>
                                <a:ext uri="{FF2B5EF4-FFF2-40B4-BE49-F238E27FC236}">
                                  <a16:creationId xmlns:a16="http://schemas.microsoft.com/office/drawing/2014/main" id="{834DCDC0-B015-4A3F-A661-85EDAAC892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63" name="Group 3362">
                            <a:extLst>
                              <a:ext uri="{FF2B5EF4-FFF2-40B4-BE49-F238E27FC236}">
                                <a16:creationId xmlns:a16="http://schemas.microsoft.com/office/drawing/2014/main" id="{BBD08FB1-D829-4894-8868-9464ADEF31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4" name="Rectangle 3363">
                              <a:extLst>
                                <a:ext uri="{FF2B5EF4-FFF2-40B4-BE49-F238E27FC236}">
                                  <a16:creationId xmlns:a16="http://schemas.microsoft.com/office/drawing/2014/main" id="{1ABE86D8-4061-44CC-8217-DFE67DA912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365" name="Rectangle 3364">
                              <a:extLst>
                                <a:ext uri="{FF2B5EF4-FFF2-40B4-BE49-F238E27FC236}">
                                  <a16:creationId xmlns:a16="http://schemas.microsoft.com/office/drawing/2014/main" id="{05A66168-0CFF-4A19-9E01-2CFC4BAC2C0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55" name="Group 3354">
                          <a:extLst>
                            <a:ext uri="{FF2B5EF4-FFF2-40B4-BE49-F238E27FC236}">
                              <a16:creationId xmlns:a16="http://schemas.microsoft.com/office/drawing/2014/main" id="{A8F04E3B-149B-46A6-8EB6-0289A02AF2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56" name="Group 3355">
                            <a:extLst>
                              <a:ext uri="{FF2B5EF4-FFF2-40B4-BE49-F238E27FC236}">
                                <a16:creationId xmlns:a16="http://schemas.microsoft.com/office/drawing/2014/main" id="{B9681E6C-31D8-47CE-B68E-13D3901C192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60" name="Rectangle 3359">
                              <a:extLst>
                                <a:ext uri="{FF2B5EF4-FFF2-40B4-BE49-F238E27FC236}">
                                  <a16:creationId xmlns:a16="http://schemas.microsoft.com/office/drawing/2014/main" id="{3838C4B1-9618-436F-8889-CC962872E4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361" name="Rectangle 3360">
                              <a:extLst>
                                <a:ext uri="{FF2B5EF4-FFF2-40B4-BE49-F238E27FC236}">
                                  <a16:creationId xmlns:a16="http://schemas.microsoft.com/office/drawing/2014/main" id="{E5312DA1-3096-467F-A734-44C67A5434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57" name="Group 3356">
                            <a:extLst>
                              <a:ext uri="{FF2B5EF4-FFF2-40B4-BE49-F238E27FC236}">
                                <a16:creationId xmlns:a16="http://schemas.microsoft.com/office/drawing/2014/main" id="{36330B14-572C-4572-ACE1-ADE2D534A6A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8" name="Rectangle 3357">
                              <a:extLst>
                                <a:ext uri="{FF2B5EF4-FFF2-40B4-BE49-F238E27FC236}">
                                  <a16:creationId xmlns:a16="http://schemas.microsoft.com/office/drawing/2014/main" id="{4A5867FA-D179-432B-ADCF-99B1F6882B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359" name="Rectangle 3358">
                              <a:extLst>
                                <a:ext uri="{FF2B5EF4-FFF2-40B4-BE49-F238E27FC236}">
                                  <a16:creationId xmlns:a16="http://schemas.microsoft.com/office/drawing/2014/main" id="{8FD3864F-0295-4E23-A802-B77C77310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39" name="Group 3338">
                        <a:extLst>
                          <a:ext uri="{FF2B5EF4-FFF2-40B4-BE49-F238E27FC236}">
                            <a16:creationId xmlns:a16="http://schemas.microsoft.com/office/drawing/2014/main" id="{9BC63710-89C6-4589-A0EA-11D0A75917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40" name="Group 3339">
                          <a:extLst>
                            <a:ext uri="{FF2B5EF4-FFF2-40B4-BE49-F238E27FC236}">
                              <a16:creationId xmlns:a16="http://schemas.microsoft.com/office/drawing/2014/main" id="{6073BED7-69D4-4F42-8844-080B34032F3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48" name="Group 3347">
                            <a:extLst>
                              <a:ext uri="{FF2B5EF4-FFF2-40B4-BE49-F238E27FC236}">
                                <a16:creationId xmlns:a16="http://schemas.microsoft.com/office/drawing/2014/main" id="{EA445232-626F-4985-87AA-ED290CC43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2" name="Rectangle 3351">
                              <a:extLst>
                                <a:ext uri="{FF2B5EF4-FFF2-40B4-BE49-F238E27FC236}">
                                  <a16:creationId xmlns:a16="http://schemas.microsoft.com/office/drawing/2014/main" id="{25048933-94C8-47A2-B357-590A59488E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353" name="Rectangle 3352">
                              <a:extLst>
                                <a:ext uri="{FF2B5EF4-FFF2-40B4-BE49-F238E27FC236}">
                                  <a16:creationId xmlns:a16="http://schemas.microsoft.com/office/drawing/2014/main" id="{BA751FED-7FBD-45B6-8D56-CCE9CCA925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49" name="Group 3348">
                            <a:extLst>
                              <a:ext uri="{FF2B5EF4-FFF2-40B4-BE49-F238E27FC236}">
                                <a16:creationId xmlns:a16="http://schemas.microsoft.com/office/drawing/2014/main" id="{B736A82E-8A5A-474B-A727-4C4ED32ADE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50" name="Rectangle 3349">
                              <a:extLst>
                                <a:ext uri="{FF2B5EF4-FFF2-40B4-BE49-F238E27FC236}">
                                  <a16:creationId xmlns:a16="http://schemas.microsoft.com/office/drawing/2014/main" id="{BB54220E-266E-49DF-A7A9-F7C3F69F80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351" name="Rectangle 3350">
                              <a:extLst>
                                <a:ext uri="{FF2B5EF4-FFF2-40B4-BE49-F238E27FC236}">
                                  <a16:creationId xmlns:a16="http://schemas.microsoft.com/office/drawing/2014/main" id="{5361F945-97B9-4488-9247-798A297460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41" name="Group 3340">
                          <a:extLst>
                            <a:ext uri="{FF2B5EF4-FFF2-40B4-BE49-F238E27FC236}">
                              <a16:creationId xmlns:a16="http://schemas.microsoft.com/office/drawing/2014/main" id="{EBA09BFB-B37C-4545-88F5-347BDA7359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42" name="Group 3341">
                            <a:extLst>
                              <a:ext uri="{FF2B5EF4-FFF2-40B4-BE49-F238E27FC236}">
                                <a16:creationId xmlns:a16="http://schemas.microsoft.com/office/drawing/2014/main" id="{B2C60FC4-9A80-4948-93FD-A4ED1E80AD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46" name="Rectangle 3345">
                              <a:extLst>
                                <a:ext uri="{FF2B5EF4-FFF2-40B4-BE49-F238E27FC236}">
                                  <a16:creationId xmlns:a16="http://schemas.microsoft.com/office/drawing/2014/main" id="{F78E4061-5166-4A77-B36F-F4858BBB6A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347" name="Rectangle 3346">
                              <a:extLst>
                                <a:ext uri="{FF2B5EF4-FFF2-40B4-BE49-F238E27FC236}">
                                  <a16:creationId xmlns:a16="http://schemas.microsoft.com/office/drawing/2014/main" id="{8CEBE4AB-2C93-4D30-AA48-86125A4E11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43" name="Group 3342">
                            <a:extLst>
                              <a:ext uri="{FF2B5EF4-FFF2-40B4-BE49-F238E27FC236}">
                                <a16:creationId xmlns:a16="http://schemas.microsoft.com/office/drawing/2014/main" id="{E56793AA-2F93-4581-B84C-D917A186650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44" name="Rectangle 3343">
                              <a:extLst>
                                <a:ext uri="{FF2B5EF4-FFF2-40B4-BE49-F238E27FC236}">
                                  <a16:creationId xmlns:a16="http://schemas.microsoft.com/office/drawing/2014/main" id="{8E40B93C-2F01-40DD-A704-604382808B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345" name="Rectangle 3344">
                              <a:extLst>
                                <a:ext uri="{FF2B5EF4-FFF2-40B4-BE49-F238E27FC236}">
                                  <a16:creationId xmlns:a16="http://schemas.microsoft.com/office/drawing/2014/main" id="{0106D8AB-4156-436B-918A-A617D8189D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273" name="Group 3272">
                    <a:extLst>
                      <a:ext uri="{FF2B5EF4-FFF2-40B4-BE49-F238E27FC236}">
                        <a16:creationId xmlns:a16="http://schemas.microsoft.com/office/drawing/2014/main" id="{A2B5518C-EB61-490F-BA99-357D5BE370AC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274" name="Group 3273">
                      <a:extLst>
                        <a:ext uri="{FF2B5EF4-FFF2-40B4-BE49-F238E27FC236}">
                          <a16:creationId xmlns:a16="http://schemas.microsoft.com/office/drawing/2014/main" id="{01256EBE-4929-4656-B067-B781F675475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306" name="Group 3305">
                        <a:extLst>
                          <a:ext uri="{FF2B5EF4-FFF2-40B4-BE49-F238E27FC236}">
                            <a16:creationId xmlns:a16="http://schemas.microsoft.com/office/drawing/2014/main" id="{79729853-7B87-4839-80E6-EDCCDAF1C01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22" name="Group 3321">
                          <a:extLst>
                            <a:ext uri="{FF2B5EF4-FFF2-40B4-BE49-F238E27FC236}">
                              <a16:creationId xmlns:a16="http://schemas.microsoft.com/office/drawing/2014/main" id="{5FF0ED7A-A559-474A-9424-E978030F314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30" name="Group 3329">
                            <a:extLst>
                              <a:ext uri="{FF2B5EF4-FFF2-40B4-BE49-F238E27FC236}">
                                <a16:creationId xmlns:a16="http://schemas.microsoft.com/office/drawing/2014/main" id="{76E7E8A9-920E-4AED-904A-C82D287D0AA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34" name="Rectangle 3333">
                              <a:extLst>
                                <a:ext uri="{FF2B5EF4-FFF2-40B4-BE49-F238E27FC236}">
                                  <a16:creationId xmlns:a16="http://schemas.microsoft.com/office/drawing/2014/main" id="{368EC0D2-E491-4897-9A39-6D8A0D7ABB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335" name="Rectangle 3334">
                              <a:extLst>
                                <a:ext uri="{FF2B5EF4-FFF2-40B4-BE49-F238E27FC236}">
                                  <a16:creationId xmlns:a16="http://schemas.microsoft.com/office/drawing/2014/main" id="{1A47FB60-6D14-4D65-8F22-E86EBBB5C4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31" name="Group 3330">
                            <a:extLst>
                              <a:ext uri="{FF2B5EF4-FFF2-40B4-BE49-F238E27FC236}">
                                <a16:creationId xmlns:a16="http://schemas.microsoft.com/office/drawing/2014/main" id="{0E1A13C3-5DE0-4981-B434-62616A1675B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32" name="Rectangle 3331">
                              <a:extLst>
                                <a:ext uri="{FF2B5EF4-FFF2-40B4-BE49-F238E27FC236}">
                                  <a16:creationId xmlns:a16="http://schemas.microsoft.com/office/drawing/2014/main" id="{331DA26A-8609-41EB-BE8A-1D669791EC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333" name="Rectangle 3332">
                              <a:extLst>
                                <a:ext uri="{FF2B5EF4-FFF2-40B4-BE49-F238E27FC236}">
                                  <a16:creationId xmlns:a16="http://schemas.microsoft.com/office/drawing/2014/main" id="{584AADBE-77D6-4D0D-A0D3-505A28F42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23" name="Group 3322">
                          <a:extLst>
                            <a:ext uri="{FF2B5EF4-FFF2-40B4-BE49-F238E27FC236}">
                              <a16:creationId xmlns:a16="http://schemas.microsoft.com/office/drawing/2014/main" id="{0CCF7EEA-313D-4F14-8FC1-71A830CEB87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24" name="Group 3323">
                            <a:extLst>
                              <a:ext uri="{FF2B5EF4-FFF2-40B4-BE49-F238E27FC236}">
                                <a16:creationId xmlns:a16="http://schemas.microsoft.com/office/drawing/2014/main" id="{6BE23BEB-F6F1-4F22-827B-B2F906FBBF0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8" name="Rectangle 3327">
                              <a:extLst>
                                <a:ext uri="{FF2B5EF4-FFF2-40B4-BE49-F238E27FC236}">
                                  <a16:creationId xmlns:a16="http://schemas.microsoft.com/office/drawing/2014/main" id="{8AA59726-ACCD-4229-87C2-FA00BDC30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329" name="Rectangle 3328">
                              <a:extLst>
                                <a:ext uri="{FF2B5EF4-FFF2-40B4-BE49-F238E27FC236}">
                                  <a16:creationId xmlns:a16="http://schemas.microsoft.com/office/drawing/2014/main" id="{F166A665-1AB7-4825-A407-726C56E6A2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25" name="Group 3324">
                            <a:extLst>
                              <a:ext uri="{FF2B5EF4-FFF2-40B4-BE49-F238E27FC236}">
                                <a16:creationId xmlns:a16="http://schemas.microsoft.com/office/drawing/2014/main" id="{01F529EC-178C-494A-9991-25508A99F7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6" name="Rectangle 3325">
                              <a:extLst>
                                <a:ext uri="{FF2B5EF4-FFF2-40B4-BE49-F238E27FC236}">
                                  <a16:creationId xmlns:a16="http://schemas.microsoft.com/office/drawing/2014/main" id="{AC6E5A05-8EF8-49D4-93F2-E6EAFC329B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327" name="Rectangle 3326">
                              <a:extLst>
                                <a:ext uri="{FF2B5EF4-FFF2-40B4-BE49-F238E27FC236}">
                                  <a16:creationId xmlns:a16="http://schemas.microsoft.com/office/drawing/2014/main" id="{2FFCAAB4-B52A-47CB-A467-44AD52D66B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307" name="Group 3306">
                        <a:extLst>
                          <a:ext uri="{FF2B5EF4-FFF2-40B4-BE49-F238E27FC236}">
                            <a16:creationId xmlns:a16="http://schemas.microsoft.com/office/drawing/2014/main" id="{A53011E9-D007-4050-AB95-BF2A79AD23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308" name="Group 3307">
                          <a:extLst>
                            <a:ext uri="{FF2B5EF4-FFF2-40B4-BE49-F238E27FC236}">
                              <a16:creationId xmlns:a16="http://schemas.microsoft.com/office/drawing/2014/main" id="{9072AFAB-B7B5-41C9-958A-064F62ECC55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16" name="Group 3315">
                            <a:extLst>
                              <a:ext uri="{FF2B5EF4-FFF2-40B4-BE49-F238E27FC236}">
                                <a16:creationId xmlns:a16="http://schemas.microsoft.com/office/drawing/2014/main" id="{8024DF1D-CBC2-487C-9681-12D6FDA8F59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20" name="Rectangle 3319">
                              <a:extLst>
                                <a:ext uri="{FF2B5EF4-FFF2-40B4-BE49-F238E27FC236}">
                                  <a16:creationId xmlns:a16="http://schemas.microsoft.com/office/drawing/2014/main" id="{D77649B1-44DA-4F31-B557-155353C52F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321" name="Rectangle 3320">
                              <a:extLst>
                                <a:ext uri="{FF2B5EF4-FFF2-40B4-BE49-F238E27FC236}">
                                  <a16:creationId xmlns:a16="http://schemas.microsoft.com/office/drawing/2014/main" id="{AEBA1A83-969A-4B8A-BFE9-520D5BA31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17" name="Group 3316">
                            <a:extLst>
                              <a:ext uri="{FF2B5EF4-FFF2-40B4-BE49-F238E27FC236}">
                                <a16:creationId xmlns:a16="http://schemas.microsoft.com/office/drawing/2014/main" id="{752BBEBC-B49E-4ADD-B993-D4E50AF646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8" name="Rectangle 3317">
                              <a:extLst>
                                <a:ext uri="{FF2B5EF4-FFF2-40B4-BE49-F238E27FC236}">
                                  <a16:creationId xmlns:a16="http://schemas.microsoft.com/office/drawing/2014/main" id="{4C3BD9C3-3263-49EA-B7E4-3813E7551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319" name="Rectangle 3318">
                              <a:extLst>
                                <a:ext uri="{FF2B5EF4-FFF2-40B4-BE49-F238E27FC236}">
                                  <a16:creationId xmlns:a16="http://schemas.microsoft.com/office/drawing/2014/main" id="{69826170-9322-471A-AFA9-BCB7666DE8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309" name="Group 3308">
                          <a:extLst>
                            <a:ext uri="{FF2B5EF4-FFF2-40B4-BE49-F238E27FC236}">
                              <a16:creationId xmlns:a16="http://schemas.microsoft.com/office/drawing/2014/main" id="{BF596407-4CE3-43E8-9451-F664B6E638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10" name="Group 3309">
                            <a:extLst>
                              <a:ext uri="{FF2B5EF4-FFF2-40B4-BE49-F238E27FC236}">
                                <a16:creationId xmlns:a16="http://schemas.microsoft.com/office/drawing/2014/main" id="{694ED83F-F8E1-4435-9B16-3D7FD551B5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4" name="Rectangle 3313">
                              <a:extLst>
                                <a:ext uri="{FF2B5EF4-FFF2-40B4-BE49-F238E27FC236}">
                                  <a16:creationId xmlns:a16="http://schemas.microsoft.com/office/drawing/2014/main" id="{17F109E2-4C8A-4DF9-BEF8-6DF55BF893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315" name="Rectangle 3314">
                              <a:extLst>
                                <a:ext uri="{FF2B5EF4-FFF2-40B4-BE49-F238E27FC236}">
                                  <a16:creationId xmlns:a16="http://schemas.microsoft.com/office/drawing/2014/main" id="{9B189B2A-C08F-4458-8A53-2B218CA249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11" name="Group 3310">
                            <a:extLst>
                              <a:ext uri="{FF2B5EF4-FFF2-40B4-BE49-F238E27FC236}">
                                <a16:creationId xmlns:a16="http://schemas.microsoft.com/office/drawing/2014/main" id="{234F2545-8D29-41B8-A751-7F27B66E36A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12" name="Rectangle 3311">
                              <a:extLst>
                                <a:ext uri="{FF2B5EF4-FFF2-40B4-BE49-F238E27FC236}">
                                  <a16:creationId xmlns:a16="http://schemas.microsoft.com/office/drawing/2014/main" id="{59A751A3-5851-493D-A2BF-3B47F9ACF9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313" name="Rectangle 3312">
                              <a:extLst>
                                <a:ext uri="{FF2B5EF4-FFF2-40B4-BE49-F238E27FC236}">
                                  <a16:creationId xmlns:a16="http://schemas.microsoft.com/office/drawing/2014/main" id="{F1CDA6C0-7F94-4C42-B2F2-0834D79483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275" name="Group 3274">
                      <a:extLst>
                        <a:ext uri="{FF2B5EF4-FFF2-40B4-BE49-F238E27FC236}">
                          <a16:creationId xmlns:a16="http://schemas.microsoft.com/office/drawing/2014/main" id="{D77AF321-DFCF-40D7-A71C-A69928802C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276" name="Group 3275">
                        <a:extLst>
                          <a:ext uri="{FF2B5EF4-FFF2-40B4-BE49-F238E27FC236}">
                            <a16:creationId xmlns:a16="http://schemas.microsoft.com/office/drawing/2014/main" id="{F0317410-99B0-4373-BCE3-6124F9F609A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92" name="Group 3291">
                          <a:extLst>
                            <a:ext uri="{FF2B5EF4-FFF2-40B4-BE49-F238E27FC236}">
                              <a16:creationId xmlns:a16="http://schemas.microsoft.com/office/drawing/2014/main" id="{DE47D0AC-B203-47E5-9AF8-FC5C5EF4B6D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300" name="Group 3299">
                            <a:extLst>
                              <a:ext uri="{FF2B5EF4-FFF2-40B4-BE49-F238E27FC236}">
                                <a16:creationId xmlns:a16="http://schemas.microsoft.com/office/drawing/2014/main" id="{EE0D1DC2-A2A6-4C7A-83AC-EFBD143A04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04" name="Rectangle 3303">
                              <a:extLst>
                                <a:ext uri="{FF2B5EF4-FFF2-40B4-BE49-F238E27FC236}">
                                  <a16:creationId xmlns:a16="http://schemas.microsoft.com/office/drawing/2014/main" id="{E7DCA600-CA2A-4F01-932B-4148A6DE7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305" name="Rectangle 3304">
                              <a:extLst>
                                <a:ext uri="{FF2B5EF4-FFF2-40B4-BE49-F238E27FC236}">
                                  <a16:creationId xmlns:a16="http://schemas.microsoft.com/office/drawing/2014/main" id="{EEB52F99-3F8D-4CFA-A0A6-DEB8A96B9B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301" name="Group 3300">
                            <a:extLst>
                              <a:ext uri="{FF2B5EF4-FFF2-40B4-BE49-F238E27FC236}">
                                <a16:creationId xmlns:a16="http://schemas.microsoft.com/office/drawing/2014/main" id="{5266DA82-E3ED-4D94-ACEC-277148D8D2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302" name="Rectangle 3301">
                              <a:extLst>
                                <a:ext uri="{FF2B5EF4-FFF2-40B4-BE49-F238E27FC236}">
                                  <a16:creationId xmlns:a16="http://schemas.microsoft.com/office/drawing/2014/main" id="{892AF8E4-BED8-43A4-8A8E-218B13ED07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303" name="Rectangle 3302">
                              <a:extLst>
                                <a:ext uri="{FF2B5EF4-FFF2-40B4-BE49-F238E27FC236}">
                                  <a16:creationId xmlns:a16="http://schemas.microsoft.com/office/drawing/2014/main" id="{C3D3107A-499B-4D5E-8129-34D928F92E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93" name="Group 3292">
                          <a:extLst>
                            <a:ext uri="{FF2B5EF4-FFF2-40B4-BE49-F238E27FC236}">
                              <a16:creationId xmlns:a16="http://schemas.microsoft.com/office/drawing/2014/main" id="{21C0C380-97DB-410B-81FD-C16EC8F93B9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94" name="Group 3293">
                            <a:extLst>
                              <a:ext uri="{FF2B5EF4-FFF2-40B4-BE49-F238E27FC236}">
                                <a16:creationId xmlns:a16="http://schemas.microsoft.com/office/drawing/2014/main" id="{76EEDEAE-BBE2-4BA8-9BCD-78BD551F783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8" name="Rectangle 3297">
                              <a:extLst>
                                <a:ext uri="{FF2B5EF4-FFF2-40B4-BE49-F238E27FC236}">
                                  <a16:creationId xmlns:a16="http://schemas.microsoft.com/office/drawing/2014/main" id="{8AE2985D-2B28-41AA-B168-CA8F39358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299" name="Rectangle 3298">
                              <a:extLst>
                                <a:ext uri="{FF2B5EF4-FFF2-40B4-BE49-F238E27FC236}">
                                  <a16:creationId xmlns:a16="http://schemas.microsoft.com/office/drawing/2014/main" id="{1B99BA69-FCAF-4137-9142-8EB1DE78B3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95" name="Group 3294">
                            <a:extLst>
                              <a:ext uri="{FF2B5EF4-FFF2-40B4-BE49-F238E27FC236}">
                                <a16:creationId xmlns:a16="http://schemas.microsoft.com/office/drawing/2014/main" id="{E1125BA0-0A10-4B7F-BC5C-B2C84A69DF4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6" name="Rectangle 3295">
                              <a:extLst>
                                <a:ext uri="{FF2B5EF4-FFF2-40B4-BE49-F238E27FC236}">
                                  <a16:creationId xmlns:a16="http://schemas.microsoft.com/office/drawing/2014/main" id="{9DA8E9E6-E2FA-457A-B3E3-4E36125B18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297" name="Rectangle 3296">
                              <a:extLst>
                                <a:ext uri="{FF2B5EF4-FFF2-40B4-BE49-F238E27FC236}">
                                  <a16:creationId xmlns:a16="http://schemas.microsoft.com/office/drawing/2014/main" id="{EFD7E0B0-DF0B-49D0-9ADA-ACB2B6664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277" name="Group 3276">
                        <a:extLst>
                          <a:ext uri="{FF2B5EF4-FFF2-40B4-BE49-F238E27FC236}">
                            <a16:creationId xmlns:a16="http://schemas.microsoft.com/office/drawing/2014/main" id="{91127241-47A1-4E3E-BB36-32FA7A84EB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278" name="Group 3277">
                          <a:extLst>
                            <a:ext uri="{FF2B5EF4-FFF2-40B4-BE49-F238E27FC236}">
                              <a16:creationId xmlns:a16="http://schemas.microsoft.com/office/drawing/2014/main" id="{1CD523AC-51E6-47C4-BCC9-4D998FD3EF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86" name="Group 3285">
                            <a:extLst>
                              <a:ext uri="{FF2B5EF4-FFF2-40B4-BE49-F238E27FC236}">
                                <a16:creationId xmlns:a16="http://schemas.microsoft.com/office/drawing/2014/main" id="{48036630-8E40-4BC5-AA7C-B92313FE37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90" name="Rectangle 3289">
                              <a:extLst>
                                <a:ext uri="{FF2B5EF4-FFF2-40B4-BE49-F238E27FC236}">
                                  <a16:creationId xmlns:a16="http://schemas.microsoft.com/office/drawing/2014/main" id="{7CB96C96-048F-49DA-BAC0-D634C758E5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291" name="Rectangle 3290">
                              <a:extLst>
                                <a:ext uri="{FF2B5EF4-FFF2-40B4-BE49-F238E27FC236}">
                                  <a16:creationId xmlns:a16="http://schemas.microsoft.com/office/drawing/2014/main" id="{D3B6417D-DA94-4039-9BFD-DF697E9D29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87" name="Group 3286">
                            <a:extLst>
                              <a:ext uri="{FF2B5EF4-FFF2-40B4-BE49-F238E27FC236}">
                                <a16:creationId xmlns:a16="http://schemas.microsoft.com/office/drawing/2014/main" id="{DDACF689-59E4-48BF-B148-20CA38481A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8" name="Rectangle 3287">
                              <a:extLst>
                                <a:ext uri="{FF2B5EF4-FFF2-40B4-BE49-F238E27FC236}">
                                  <a16:creationId xmlns:a16="http://schemas.microsoft.com/office/drawing/2014/main" id="{9B7E3D13-370D-4C42-929B-5A4E851C84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289" name="Rectangle 3288">
                              <a:extLst>
                                <a:ext uri="{FF2B5EF4-FFF2-40B4-BE49-F238E27FC236}">
                                  <a16:creationId xmlns:a16="http://schemas.microsoft.com/office/drawing/2014/main" id="{65371007-97F3-4517-B634-A63EA6C9A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279" name="Group 3278">
                          <a:extLst>
                            <a:ext uri="{FF2B5EF4-FFF2-40B4-BE49-F238E27FC236}">
                              <a16:creationId xmlns:a16="http://schemas.microsoft.com/office/drawing/2014/main" id="{C14D19F5-16D1-42BD-B349-D100923629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280" name="Group 3279">
                            <a:extLst>
                              <a:ext uri="{FF2B5EF4-FFF2-40B4-BE49-F238E27FC236}">
                                <a16:creationId xmlns:a16="http://schemas.microsoft.com/office/drawing/2014/main" id="{B14EA169-B0A7-4BC0-AF6C-B870BBE2F8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4" name="Rectangle 3283">
                              <a:extLst>
                                <a:ext uri="{FF2B5EF4-FFF2-40B4-BE49-F238E27FC236}">
                                  <a16:creationId xmlns:a16="http://schemas.microsoft.com/office/drawing/2014/main" id="{DF583229-6BC4-47A1-8A4D-821272361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285" name="Rectangle 3284">
                              <a:extLst>
                                <a:ext uri="{FF2B5EF4-FFF2-40B4-BE49-F238E27FC236}">
                                  <a16:creationId xmlns:a16="http://schemas.microsoft.com/office/drawing/2014/main" id="{F9B06FD2-28B4-4D79-9435-B1DD081D97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281" name="Group 3280">
                            <a:extLst>
                              <a:ext uri="{FF2B5EF4-FFF2-40B4-BE49-F238E27FC236}">
                                <a16:creationId xmlns:a16="http://schemas.microsoft.com/office/drawing/2014/main" id="{58DD5620-31A9-4BD9-9F81-7166D2BAEB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282" name="Rectangle 3281">
                              <a:extLst>
                                <a:ext uri="{FF2B5EF4-FFF2-40B4-BE49-F238E27FC236}">
                                  <a16:creationId xmlns:a16="http://schemas.microsoft.com/office/drawing/2014/main" id="{5CD74602-F604-4962-98C4-0F8742A26B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283" name="Rectangle 3282">
                              <a:extLst>
                                <a:ext uri="{FF2B5EF4-FFF2-40B4-BE49-F238E27FC236}">
                                  <a16:creationId xmlns:a16="http://schemas.microsoft.com/office/drawing/2014/main" id="{01B5282B-C0E4-4248-B15D-570D4C273E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</p:grpSp>
      <p:grpSp>
        <p:nvGrpSpPr>
          <p:cNvPr id="3778" name="Group 3777">
            <a:extLst>
              <a:ext uri="{FF2B5EF4-FFF2-40B4-BE49-F238E27FC236}">
                <a16:creationId xmlns:a16="http://schemas.microsoft.com/office/drawing/2014/main" id="{72BA2684-08AF-478F-B821-6478836D5555}"/>
              </a:ext>
            </a:extLst>
          </p:cNvPr>
          <p:cNvGrpSpPr/>
          <p:nvPr/>
        </p:nvGrpSpPr>
        <p:grpSpPr>
          <a:xfrm>
            <a:off x="5660139" y="5534053"/>
            <a:ext cx="3657600" cy="184994"/>
            <a:chOff x="1996754" y="5534053"/>
            <a:chExt cx="7315200" cy="184994"/>
          </a:xfrm>
        </p:grpSpPr>
        <p:grpSp>
          <p:nvGrpSpPr>
            <p:cNvPr id="3779" name="Group 3778">
              <a:extLst>
                <a:ext uri="{FF2B5EF4-FFF2-40B4-BE49-F238E27FC236}">
                  <a16:creationId xmlns:a16="http://schemas.microsoft.com/office/drawing/2014/main" id="{2AB052A0-4DD8-42DF-83E0-4D350AD30C95}"/>
                </a:ext>
              </a:extLst>
            </p:cNvPr>
            <p:cNvGrpSpPr/>
            <p:nvPr/>
          </p:nvGrpSpPr>
          <p:grpSpPr>
            <a:xfrm>
              <a:off x="19967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4291" name="Group 4290">
                <a:extLst>
                  <a:ext uri="{FF2B5EF4-FFF2-40B4-BE49-F238E27FC236}">
                    <a16:creationId xmlns:a16="http://schemas.microsoft.com/office/drawing/2014/main" id="{72D2D175-4DC5-48B9-899E-E9BFD26A532F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547" name="Group 4546">
                  <a:extLst>
                    <a:ext uri="{FF2B5EF4-FFF2-40B4-BE49-F238E27FC236}">
                      <a16:creationId xmlns:a16="http://schemas.microsoft.com/office/drawing/2014/main" id="{2D1C973C-64B6-47DE-AC5E-FF306F47FF1C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675" name="Group 4674">
                    <a:extLst>
                      <a:ext uri="{FF2B5EF4-FFF2-40B4-BE49-F238E27FC236}">
                        <a16:creationId xmlns:a16="http://schemas.microsoft.com/office/drawing/2014/main" id="{11D27C2D-C9BA-40CD-A358-AD5879BDEF0D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739" name="Group 4738">
                      <a:extLst>
                        <a:ext uri="{FF2B5EF4-FFF2-40B4-BE49-F238E27FC236}">
                          <a16:creationId xmlns:a16="http://schemas.microsoft.com/office/drawing/2014/main" id="{571A47ED-83B5-48F8-B4EB-B770B465910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71" name="Group 4770">
                        <a:extLst>
                          <a:ext uri="{FF2B5EF4-FFF2-40B4-BE49-F238E27FC236}">
                            <a16:creationId xmlns:a16="http://schemas.microsoft.com/office/drawing/2014/main" id="{8294C833-C259-42D5-91CB-9FFC509074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87" name="Group 4786">
                          <a:extLst>
                            <a:ext uri="{FF2B5EF4-FFF2-40B4-BE49-F238E27FC236}">
                              <a16:creationId xmlns:a16="http://schemas.microsoft.com/office/drawing/2014/main" id="{7BECCB34-C8A7-4E35-BA90-7B17C23B9A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95" name="Group 4794">
                            <a:extLst>
                              <a:ext uri="{FF2B5EF4-FFF2-40B4-BE49-F238E27FC236}">
                                <a16:creationId xmlns:a16="http://schemas.microsoft.com/office/drawing/2014/main" id="{E3C62963-AE9D-494B-A810-941E0B93690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9" name="Rectangle 4798">
                              <a:extLst>
                                <a:ext uri="{FF2B5EF4-FFF2-40B4-BE49-F238E27FC236}">
                                  <a16:creationId xmlns:a16="http://schemas.microsoft.com/office/drawing/2014/main" id="{66BAEE3A-6790-46BA-8575-7AAAFCE6EA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800" name="Rectangle 4799">
                              <a:extLst>
                                <a:ext uri="{FF2B5EF4-FFF2-40B4-BE49-F238E27FC236}">
                                  <a16:creationId xmlns:a16="http://schemas.microsoft.com/office/drawing/2014/main" id="{EF326D03-23C3-40A4-B0DC-F9DB9AF84F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96" name="Group 4795">
                            <a:extLst>
                              <a:ext uri="{FF2B5EF4-FFF2-40B4-BE49-F238E27FC236}">
                                <a16:creationId xmlns:a16="http://schemas.microsoft.com/office/drawing/2014/main" id="{A646E0B2-5875-41AC-82EE-C578803F76D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7" name="Rectangle 4796">
                              <a:extLst>
                                <a:ext uri="{FF2B5EF4-FFF2-40B4-BE49-F238E27FC236}">
                                  <a16:creationId xmlns:a16="http://schemas.microsoft.com/office/drawing/2014/main" id="{5CDE3728-0ED3-457C-9E03-4BC9CFB431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798" name="Rectangle 4797">
                              <a:extLst>
                                <a:ext uri="{FF2B5EF4-FFF2-40B4-BE49-F238E27FC236}">
                                  <a16:creationId xmlns:a16="http://schemas.microsoft.com/office/drawing/2014/main" id="{FD77A78D-C208-42B0-B81C-20546B59F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88" name="Group 4787">
                          <a:extLst>
                            <a:ext uri="{FF2B5EF4-FFF2-40B4-BE49-F238E27FC236}">
                              <a16:creationId xmlns:a16="http://schemas.microsoft.com/office/drawing/2014/main" id="{2F0D55C6-2060-4829-8762-37CFDB1A84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89" name="Group 4788">
                            <a:extLst>
                              <a:ext uri="{FF2B5EF4-FFF2-40B4-BE49-F238E27FC236}">
                                <a16:creationId xmlns:a16="http://schemas.microsoft.com/office/drawing/2014/main" id="{05A72BAA-0D48-40BC-9CCF-6DA042BC0C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3" name="Rectangle 4792">
                              <a:extLst>
                                <a:ext uri="{FF2B5EF4-FFF2-40B4-BE49-F238E27FC236}">
                                  <a16:creationId xmlns:a16="http://schemas.microsoft.com/office/drawing/2014/main" id="{CAF21251-CEFF-4360-9B82-41A073705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794" name="Rectangle 4793">
                              <a:extLst>
                                <a:ext uri="{FF2B5EF4-FFF2-40B4-BE49-F238E27FC236}">
                                  <a16:creationId xmlns:a16="http://schemas.microsoft.com/office/drawing/2014/main" id="{1CB2F6CE-1256-4002-9C92-797D5D1D7A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90" name="Group 4789">
                            <a:extLst>
                              <a:ext uri="{FF2B5EF4-FFF2-40B4-BE49-F238E27FC236}">
                                <a16:creationId xmlns:a16="http://schemas.microsoft.com/office/drawing/2014/main" id="{27259EE0-C5B9-421B-864E-435C7F8803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91" name="Rectangle 4790">
                              <a:extLst>
                                <a:ext uri="{FF2B5EF4-FFF2-40B4-BE49-F238E27FC236}">
                                  <a16:creationId xmlns:a16="http://schemas.microsoft.com/office/drawing/2014/main" id="{6E01137C-0CB2-43A9-A6F6-4BD1C6F1E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792" name="Rectangle 4791">
                              <a:extLst>
                                <a:ext uri="{FF2B5EF4-FFF2-40B4-BE49-F238E27FC236}">
                                  <a16:creationId xmlns:a16="http://schemas.microsoft.com/office/drawing/2014/main" id="{D7DC4558-0179-4F44-8CDA-208B47242E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72" name="Group 4771">
                        <a:extLst>
                          <a:ext uri="{FF2B5EF4-FFF2-40B4-BE49-F238E27FC236}">
                            <a16:creationId xmlns:a16="http://schemas.microsoft.com/office/drawing/2014/main" id="{318DA43A-14A2-43F9-8672-5594EEB021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73" name="Group 4772">
                          <a:extLst>
                            <a:ext uri="{FF2B5EF4-FFF2-40B4-BE49-F238E27FC236}">
                              <a16:creationId xmlns:a16="http://schemas.microsoft.com/office/drawing/2014/main" id="{8E5F907F-FAF6-4728-AB02-D42A1B3C27A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81" name="Group 4780">
                            <a:extLst>
                              <a:ext uri="{FF2B5EF4-FFF2-40B4-BE49-F238E27FC236}">
                                <a16:creationId xmlns:a16="http://schemas.microsoft.com/office/drawing/2014/main" id="{9639F260-D1B5-412B-8003-A4B6C8360C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85" name="Rectangle 4784">
                              <a:extLst>
                                <a:ext uri="{FF2B5EF4-FFF2-40B4-BE49-F238E27FC236}">
                                  <a16:creationId xmlns:a16="http://schemas.microsoft.com/office/drawing/2014/main" id="{9A62B907-FA38-441C-9501-F09A9D3213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786" name="Rectangle 4785">
                              <a:extLst>
                                <a:ext uri="{FF2B5EF4-FFF2-40B4-BE49-F238E27FC236}">
                                  <a16:creationId xmlns:a16="http://schemas.microsoft.com/office/drawing/2014/main" id="{1659F9FA-E69F-406D-A437-1CA2B2F056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82" name="Group 4781">
                            <a:extLst>
                              <a:ext uri="{FF2B5EF4-FFF2-40B4-BE49-F238E27FC236}">
                                <a16:creationId xmlns:a16="http://schemas.microsoft.com/office/drawing/2014/main" id="{10AC1788-A83A-4B5F-8EC2-05439C5032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83" name="Rectangle 4782">
                              <a:extLst>
                                <a:ext uri="{FF2B5EF4-FFF2-40B4-BE49-F238E27FC236}">
                                  <a16:creationId xmlns:a16="http://schemas.microsoft.com/office/drawing/2014/main" id="{6737379E-3568-401B-8BAF-876BD3E627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784" name="Rectangle 4783">
                              <a:extLst>
                                <a:ext uri="{FF2B5EF4-FFF2-40B4-BE49-F238E27FC236}">
                                  <a16:creationId xmlns:a16="http://schemas.microsoft.com/office/drawing/2014/main" id="{4FACA840-0AB7-477A-86F6-8B10D0582B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74" name="Group 4773">
                          <a:extLst>
                            <a:ext uri="{FF2B5EF4-FFF2-40B4-BE49-F238E27FC236}">
                              <a16:creationId xmlns:a16="http://schemas.microsoft.com/office/drawing/2014/main" id="{64F13E1F-7BF2-4FB9-8744-253E6D0666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75" name="Group 4774">
                            <a:extLst>
                              <a:ext uri="{FF2B5EF4-FFF2-40B4-BE49-F238E27FC236}">
                                <a16:creationId xmlns:a16="http://schemas.microsoft.com/office/drawing/2014/main" id="{88E23138-D170-4827-8DF6-70A327CC140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79" name="Rectangle 4778">
                              <a:extLst>
                                <a:ext uri="{FF2B5EF4-FFF2-40B4-BE49-F238E27FC236}">
                                  <a16:creationId xmlns:a16="http://schemas.microsoft.com/office/drawing/2014/main" id="{BEFC0B15-BA90-4E9B-ADC9-21EDC9CE39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780" name="Rectangle 4779">
                              <a:extLst>
                                <a:ext uri="{FF2B5EF4-FFF2-40B4-BE49-F238E27FC236}">
                                  <a16:creationId xmlns:a16="http://schemas.microsoft.com/office/drawing/2014/main" id="{FD89B9B6-D7AF-4A2F-AD18-8D3CAEF305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76" name="Group 4775">
                            <a:extLst>
                              <a:ext uri="{FF2B5EF4-FFF2-40B4-BE49-F238E27FC236}">
                                <a16:creationId xmlns:a16="http://schemas.microsoft.com/office/drawing/2014/main" id="{8CEF6C22-768D-48C8-9298-72581C45EC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77" name="Rectangle 4776">
                              <a:extLst>
                                <a:ext uri="{FF2B5EF4-FFF2-40B4-BE49-F238E27FC236}">
                                  <a16:creationId xmlns:a16="http://schemas.microsoft.com/office/drawing/2014/main" id="{5E96F5F8-3B5F-45F1-9236-1583621106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778" name="Rectangle 4777">
                              <a:extLst>
                                <a:ext uri="{FF2B5EF4-FFF2-40B4-BE49-F238E27FC236}">
                                  <a16:creationId xmlns:a16="http://schemas.microsoft.com/office/drawing/2014/main" id="{8ABFBBA8-F3BB-470E-8325-176A65315C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740" name="Group 4739">
                      <a:extLst>
                        <a:ext uri="{FF2B5EF4-FFF2-40B4-BE49-F238E27FC236}">
                          <a16:creationId xmlns:a16="http://schemas.microsoft.com/office/drawing/2014/main" id="{559F5D06-7D8D-4A64-920E-CF917E6374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41" name="Group 4740">
                        <a:extLst>
                          <a:ext uri="{FF2B5EF4-FFF2-40B4-BE49-F238E27FC236}">
                            <a16:creationId xmlns:a16="http://schemas.microsoft.com/office/drawing/2014/main" id="{AD7C2069-BCC8-4755-B04F-2C740AB1BBE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57" name="Group 4756">
                          <a:extLst>
                            <a:ext uri="{FF2B5EF4-FFF2-40B4-BE49-F238E27FC236}">
                              <a16:creationId xmlns:a16="http://schemas.microsoft.com/office/drawing/2014/main" id="{1DE2BD30-B628-40CA-8EC9-EE822B6C5C0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65" name="Group 4764">
                            <a:extLst>
                              <a:ext uri="{FF2B5EF4-FFF2-40B4-BE49-F238E27FC236}">
                                <a16:creationId xmlns:a16="http://schemas.microsoft.com/office/drawing/2014/main" id="{2E3ECF22-296E-46D1-8BCC-45E353557F9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9" name="Rectangle 4768">
                              <a:extLst>
                                <a:ext uri="{FF2B5EF4-FFF2-40B4-BE49-F238E27FC236}">
                                  <a16:creationId xmlns:a16="http://schemas.microsoft.com/office/drawing/2014/main" id="{D9761192-D48E-4E80-AC7F-F7810EB93A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770" name="Rectangle 4769">
                              <a:extLst>
                                <a:ext uri="{FF2B5EF4-FFF2-40B4-BE49-F238E27FC236}">
                                  <a16:creationId xmlns:a16="http://schemas.microsoft.com/office/drawing/2014/main" id="{CC372E21-B98A-427F-BAC6-21223989E9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66" name="Group 4765">
                            <a:extLst>
                              <a:ext uri="{FF2B5EF4-FFF2-40B4-BE49-F238E27FC236}">
                                <a16:creationId xmlns:a16="http://schemas.microsoft.com/office/drawing/2014/main" id="{26424006-846C-40C6-9F8F-55608C0405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7" name="Rectangle 4766">
                              <a:extLst>
                                <a:ext uri="{FF2B5EF4-FFF2-40B4-BE49-F238E27FC236}">
                                  <a16:creationId xmlns:a16="http://schemas.microsoft.com/office/drawing/2014/main" id="{D95AD730-F1A3-42AB-93F3-55014924CC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768" name="Rectangle 4767">
                              <a:extLst>
                                <a:ext uri="{FF2B5EF4-FFF2-40B4-BE49-F238E27FC236}">
                                  <a16:creationId xmlns:a16="http://schemas.microsoft.com/office/drawing/2014/main" id="{E49B78F1-B429-4F6C-A1AD-0EB6E1C98A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58" name="Group 4757">
                          <a:extLst>
                            <a:ext uri="{FF2B5EF4-FFF2-40B4-BE49-F238E27FC236}">
                              <a16:creationId xmlns:a16="http://schemas.microsoft.com/office/drawing/2014/main" id="{920B9B13-FEDD-4C20-B46D-807019F7CE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59" name="Group 4758">
                            <a:extLst>
                              <a:ext uri="{FF2B5EF4-FFF2-40B4-BE49-F238E27FC236}">
                                <a16:creationId xmlns:a16="http://schemas.microsoft.com/office/drawing/2014/main" id="{F1991185-F93E-4223-933D-5F796590BCF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3" name="Rectangle 4762">
                              <a:extLst>
                                <a:ext uri="{FF2B5EF4-FFF2-40B4-BE49-F238E27FC236}">
                                  <a16:creationId xmlns:a16="http://schemas.microsoft.com/office/drawing/2014/main" id="{040471A4-D154-4D85-9C03-4F620927E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764" name="Rectangle 4763">
                              <a:extLst>
                                <a:ext uri="{FF2B5EF4-FFF2-40B4-BE49-F238E27FC236}">
                                  <a16:creationId xmlns:a16="http://schemas.microsoft.com/office/drawing/2014/main" id="{E45656F0-BDFB-4A97-AA41-651EAAE968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60" name="Group 4759">
                            <a:extLst>
                              <a:ext uri="{FF2B5EF4-FFF2-40B4-BE49-F238E27FC236}">
                                <a16:creationId xmlns:a16="http://schemas.microsoft.com/office/drawing/2014/main" id="{83E14FF2-854B-47A1-9A2E-4BCA179885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61" name="Rectangle 4760">
                              <a:extLst>
                                <a:ext uri="{FF2B5EF4-FFF2-40B4-BE49-F238E27FC236}">
                                  <a16:creationId xmlns:a16="http://schemas.microsoft.com/office/drawing/2014/main" id="{CAAF1069-8A4A-4A01-9979-C8A34D5623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762" name="Rectangle 4761">
                              <a:extLst>
                                <a:ext uri="{FF2B5EF4-FFF2-40B4-BE49-F238E27FC236}">
                                  <a16:creationId xmlns:a16="http://schemas.microsoft.com/office/drawing/2014/main" id="{B8996AEE-1A0C-4C7A-8BD1-F01563BB5B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42" name="Group 4741">
                        <a:extLst>
                          <a:ext uri="{FF2B5EF4-FFF2-40B4-BE49-F238E27FC236}">
                            <a16:creationId xmlns:a16="http://schemas.microsoft.com/office/drawing/2014/main" id="{6154A2FD-702A-4600-84FF-EAB41285B37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43" name="Group 4742">
                          <a:extLst>
                            <a:ext uri="{FF2B5EF4-FFF2-40B4-BE49-F238E27FC236}">
                              <a16:creationId xmlns:a16="http://schemas.microsoft.com/office/drawing/2014/main" id="{CA7DD52D-EB80-4550-B55C-0B1DFC4D241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51" name="Group 4750">
                            <a:extLst>
                              <a:ext uri="{FF2B5EF4-FFF2-40B4-BE49-F238E27FC236}">
                                <a16:creationId xmlns:a16="http://schemas.microsoft.com/office/drawing/2014/main" id="{9AC20824-6F39-4545-9B31-4446374C2AA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55" name="Rectangle 4754">
                              <a:extLst>
                                <a:ext uri="{FF2B5EF4-FFF2-40B4-BE49-F238E27FC236}">
                                  <a16:creationId xmlns:a16="http://schemas.microsoft.com/office/drawing/2014/main" id="{9667F930-AC55-4FCB-B258-1B322BCB34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756" name="Rectangle 4755">
                              <a:extLst>
                                <a:ext uri="{FF2B5EF4-FFF2-40B4-BE49-F238E27FC236}">
                                  <a16:creationId xmlns:a16="http://schemas.microsoft.com/office/drawing/2014/main" id="{573A4D82-B357-41E7-9692-CB18DBA315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52" name="Group 4751">
                            <a:extLst>
                              <a:ext uri="{FF2B5EF4-FFF2-40B4-BE49-F238E27FC236}">
                                <a16:creationId xmlns:a16="http://schemas.microsoft.com/office/drawing/2014/main" id="{D573CF29-C9A9-4166-88BF-B476D2A2418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53" name="Rectangle 4752">
                              <a:extLst>
                                <a:ext uri="{FF2B5EF4-FFF2-40B4-BE49-F238E27FC236}">
                                  <a16:creationId xmlns:a16="http://schemas.microsoft.com/office/drawing/2014/main" id="{A4E6A37C-2A6D-456F-9951-F31883E987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754" name="Rectangle 4753">
                              <a:extLst>
                                <a:ext uri="{FF2B5EF4-FFF2-40B4-BE49-F238E27FC236}">
                                  <a16:creationId xmlns:a16="http://schemas.microsoft.com/office/drawing/2014/main" id="{E836259C-5564-4939-8050-31F7F3F37D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44" name="Group 4743">
                          <a:extLst>
                            <a:ext uri="{FF2B5EF4-FFF2-40B4-BE49-F238E27FC236}">
                              <a16:creationId xmlns:a16="http://schemas.microsoft.com/office/drawing/2014/main" id="{7CEFBC00-B32D-4D41-B6B3-ABC2F1D293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45" name="Group 4744">
                            <a:extLst>
                              <a:ext uri="{FF2B5EF4-FFF2-40B4-BE49-F238E27FC236}">
                                <a16:creationId xmlns:a16="http://schemas.microsoft.com/office/drawing/2014/main" id="{C04D992A-7C68-4EBF-AD57-8B0B7B0925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49" name="Rectangle 4748">
                              <a:extLst>
                                <a:ext uri="{FF2B5EF4-FFF2-40B4-BE49-F238E27FC236}">
                                  <a16:creationId xmlns:a16="http://schemas.microsoft.com/office/drawing/2014/main" id="{B8167468-C10A-4CA3-831A-F145C95E70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750" name="Rectangle 4749">
                              <a:extLst>
                                <a:ext uri="{FF2B5EF4-FFF2-40B4-BE49-F238E27FC236}">
                                  <a16:creationId xmlns:a16="http://schemas.microsoft.com/office/drawing/2014/main" id="{397DC68B-8C89-4FC5-9379-FC8940F34A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46" name="Group 4745">
                            <a:extLst>
                              <a:ext uri="{FF2B5EF4-FFF2-40B4-BE49-F238E27FC236}">
                                <a16:creationId xmlns:a16="http://schemas.microsoft.com/office/drawing/2014/main" id="{98770496-4D68-48DF-B810-97486E567E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47" name="Rectangle 4746">
                              <a:extLst>
                                <a:ext uri="{FF2B5EF4-FFF2-40B4-BE49-F238E27FC236}">
                                  <a16:creationId xmlns:a16="http://schemas.microsoft.com/office/drawing/2014/main" id="{D575CA3B-E690-41DA-8438-F17B1EC144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748" name="Rectangle 4747">
                              <a:extLst>
                                <a:ext uri="{FF2B5EF4-FFF2-40B4-BE49-F238E27FC236}">
                                  <a16:creationId xmlns:a16="http://schemas.microsoft.com/office/drawing/2014/main" id="{2E4C8768-E271-4A24-8AB7-7F86312EA7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676" name="Group 4675">
                    <a:extLst>
                      <a:ext uri="{FF2B5EF4-FFF2-40B4-BE49-F238E27FC236}">
                        <a16:creationId xmlns:a16="http://schemas.microsoft.com/office/drawing/2014/main" id="{75100A61-1C8D-46E6-A650-8C496551B521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677" name="Group 4676">
                      <a:extLst>
                        <a:ext uri="{FF2B5EF4-FFF2-40B4-BE49-F238E27FC236}">
                          <a16:creationId xmlns:a16="http://schemas.microsoft.com/office/drawing/2014/main" id="{83F97A62-BBD5-4F12-8980-417346AD81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709" name="Group 4708">
                        <a:extLst>
                          <a:ext uri="{FF2B5EF4-FFF2-40B4-BE49-F238E27FC236}">
                            <a16:creationId xmlns:a16="http://schemas.microsoft.com/office/drawing/2014/main" id="{0C825FEF-5625-412E-BCC4-403C4832FF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25" name="Group 4724">
                          <a:extLst>
                            <a:ext uri="{FF2B5EF4-FFF2-40B4-BE49-F238E27FC236}">
                              <a16:creationId xmlns:a16="http://schemas.microsoft.com/office/drawing/2014/main" id="{D75AEF6C-1730-4B3C-82C7-3860415D86E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33" name="Group 4732">
                            <a:extLst>
                              <a:ext uri="{FF2B5EF4-FFF2-40B4-BE49-F238E27FC236}">
                                <a16:creationId xmlns:a16="http://schemas.microsoft.com/office/drawing/2014/main" id="{907FB8B6-6AB7-400F-AE2B-0EA896DE7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7" name="Rectangle 4736">
                              <a:extLst>
                                <a:ext uri="{FF2B5EF4-FFF2-40B4-BE49-F238E27FC236}">
                                  <a16:creationId xmlns:a16="http://schemas.microsoft.com/office/drawing/2014/main" id="{0B60E103-D4B8-4F09-96C8-FA593DA8DE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738" name="Rectangle 4737">
                              <a:extLst>
                                <a:ext uri="{FF2B5EF4-FFF2-40B4-BE49-F238E27FC236}">
                                  <a16:creationId xmlns:a16="http://schemas.microsoft.com/office/drawing/2014/main" id="{BB2897E0-45F5-4E13-B445-1742D32231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34" name="Group 4733">
                            <a:extLst>
                              <a:ext uri="{FF2B5EF4-FFF2-40B4-BE49-F238E27FC236}">
                                <a16:creationId xmlns:a16="http://schemas.microsoft.com/office/drawing/2014/main" id="{58F067F7-4F62-44A7-A665-99974BA736E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5" name="Rectangle 4734">
                              <a:extLst>
                                <a:ext uri="{FF2B5EF4-FFF2-40B4-BE49-F238E27FC236}">
                                  <a16:creationId xmlns:a16="http://schemas.microsoft.com/office/drawing/2014/main" id="{CCAC6643-9999-42A7-9DF8-58302717BE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736" name="Rectangle 4735">
                              <a:extLst>
                                <a:ext uri="{FF2B5EF4-FFF2-40B4-BE49-F238E27FC236}">
                                  <a16:creationId xmlns:a16="http://schemas.microsoft.com/office/drawing/2014/main" id="{84A39AC8-1AB2-489E-83F7-5F6739206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26" name="Group 4725">
                          <a:extLst>
                            <a:ext uri="{FF2B5EF4-FFF2-40B4-BE49-F238E27FC236}">
                              <a16:creationId xmlns:a16="http://schemas.microsoft.com/office/drawing/2014/main" id="{F2EFB1B2-47B8-495B-845B-5D089A5CE5A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27" name="Group 4726">
                            <a:extLst>
                              <a:ext uri="{FF2B5EF4-FFF2-40B4-BE49-F238E27FC236}">
                                <a16:creationId xmlns:a16="http://schemas.microsoft.com/office/drawing/2014/main" id="{39FD0F82-0DB7-46F4-AA44-73E6B8ED431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31" name="Rectangle 4730">
                              <a:extLst>
                                <a:ext uri="{FF2B5EF4-FFF2-40B4-BE49-F238E27FC236}">
                                  <a16:creationId xmlns:a16="http://schemas.microsoft.com/office/drawing/2014/main" id="{2F60E611-4779-43EA-B7E5-D342A76749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732" name="Rectangle 4731">
                              <a:extLst>
                                <a:ext uri="{FF2B5EF4-FFF2-40B4-BE49-F238E27FC236}">
                                  <a16:creationId xmlns:a16="http://schemas.microsoft.com/office/drawing/2014/main" id="{12E5FDC7-DA78-4272-BF05-D5BE2EA0DE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28" name="Group 4727">
                            <a:extLst>
                              <a:ext uri="{FF2B5EF4-FFF2-40B4-BE49-F238E27FC236}">
                                <a16:creationId xmlns:a16="http://schemas.microsoft.com/office/drawing/2014/main" id="{AAA0E6ED-47A7-4F9A-B7F0-D8D80448EA8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9" name="Rectangle 4728">
                              <a:extLst>
                                <a:ext uri="{FF2B5EF4-FFF2-40B4-BE49-F238E27FC236}">
                                  <a16:creationId xmlns:a16="http://schemas.microsoft.com/office/drawing/2014/main" id="{BFDD1A6D-DFDF-4F08-8ADB-84EDBF3DAC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730" name="Rectangle 4729">
                              <a:extLst>
                                <a:ext uri="{FF2B5EF4-FFF2-40B4-BE49-F238E27FC236}">
                                  <a16:creationId xmlns:a16="http://schemas.microsoft.com/office/drawing/2014/main" id="{1A961ECE-3DDE-4B26-A3BE-0D99CCA5F8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710" name="Group 4709">
                        <a:extLst>
                          <a:ext uri="{FF2B5EF4-FFF2-40B4-BE49-F238E27FC236}">
                            <a16:creationId xmlns:a16="http://schemas.microsoft.com/office/drawing/2014/main" id="{D7B2D98D-F894-4168-8E4F-3C99C0B5EF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711" name="Group 4710">
                          <a:extLst>
                            <a:ext uri="{FF2B5EF4-FFF2-40B4-BE49-F238E27FC236}">
                              <a16:creationId xmlns:a16="http://schemas.microsoft.com/office/drawing/2014/main" id="{4F067D0D-D5F0-42A0-8A7F-6453DE13B42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19" name="Group 4718">
                            <a:extLst>
                              <a:ext uri="{FF2B5EF4-FFF2-40B4-BE49-F238E27FC236}">
                                <a16:creationId xmlns:a16="http://schemas.microsoft.com/office/drawing/2014/main" id="{B7080B54-D5F8-4B41-8E60-F58AA3C47F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3" name="Rectangle 4722">
                              <a:extLst>
                                <a:ext uri="{FF2B5EF4-FFF2-40B4-BE49-F238E27FC236}">
                                  <a16:creationId xmlns:a16="http://schemas.microsoft.com/office/drawing/2014/main" id="{2EB3C0E5-1C1F-488B-BE78-D0A2A0C2C0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724" name="Rectangle 4723">
                              <a:extLst>
                                <a:ext uri="{FF2B5EF4-FFF2-40B4-BE49-F238E27FC236}">
                                  <a16:creationId xmlns:a16="http://schemas.microsoft.com/office/drawing/2014/main" id="{C62BF65B-E0F8-48F2-ABC2-F7B0775448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20" name="Group 4719">
                            <a:extLst>
                              <a:ext uri="{FF2B5EF4-FFF2-40B4-BE49-F238E27FC236}">
                                <a16:creationId xmlns:a16="http://schemas.microsoft.com/office/drawing/2014/main" id="{4DD7C22A-45C3-4D15-9E71-5FA752D6368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21" name="Rectangle 4720">
                              <a:extLst>
                                <a:ext uri="{FF2B5EF4-FFF2-40B4-BE49-F238E27FC236}">
                                  <a16:creationId xmlns:a16="http://schemas.microsoft.com/office/drawing/2014/main" id="{8E5CE72A-3040-45A1-AF77-4790A130AD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722" name="Rectangle 4721">
                              <a:extLst>
                                <a:ext uri="{FF2B5EF4-FFF2-40B4-BE49-F238E27FC236}">
                                  <a16:creationId xmlns:a16="http://schemas.microsoft.com/office/drawing/2014/main" id="{C2159918-B23A-4ED1-9483-3CD923B8DE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712" name="Group 4711">
                          <a:extLst>
                            <a:ext uri="{FF2B5EF4-FFF2-40B4-BE49-F238E27FC236}">
                              <a16:creationId xmlns:a16="http://schemas.microsoft.com/office/drawing/2014/main" id="{B6BDB779-5A2F-4708-BD18-675C16B338E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13" name="Group 4712">
                            <a:extLst>
                              <a:ext uri="{FF2B5EF4-FFF2-40B4-BE49-F238E27FC236}">
                                <a16:creationId xmlns:a16="http://schemas.microsoft.com/office/drawing/2014/main" id="{F42FB394-05DB-4A5F-B5C8-B0B4E6643D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17" name="Rectangle 4716">
                              <a:extLst>
                                <a:ext uri="{FF2B5EF4-FFF2-40B4-BE49-F238E27FC236}">
                                  <a16:creationId xmlns:a16="http://schemas.microsoft.com/office/drawing/2014/main" id="{141F7587-7E1A-43A0-B670-8C5EF23D67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718" name="Rectangle 4717">
                              <a:extLst>
                                <a:ext uri="{FF2B5EF4-FFF2-40B4-BE49-F238E27FC236}">
                                  <a16:creationId xmlns:a16="http://schemas.microsoft.com/office/drawing/2014/main" id="{DDF4EBBB-9DBD-4838-BADF-AD492646D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14" name="Group 4713">
                            <a:extLst>
                              <a:ext uri="{FF2B5EF4-FFF2-40B4-BE49-F238E27FC236}">
                                <a16:creationId xmlns:a16="http://schemas.microsoft.com/office/drawing/2014/main" id="{A811B8A0-380E-4EE3-A8E4-41CF44D97A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15" name="Rectangle 4714">
                              <a:extLst>
                                <a:ext uri="{FF2B5EF4-FFF2-40B4-BE49-F238E27FC236}">
                                  <a16:creationId xmlns:a16="http://schemas.microsoft.com/office/drawing/2014/main" id="{7177A6D5-A268-41C8-B52D-3DC1E00916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716" name="Rectangle 4715">
                              <a:extLst>
                                <a:ext uri="{FF2B5EF4-FFF2-40B4-BE49-F238E27FC236}">
                                  <a16:creationId xmlns:a16="http://schemas.microsoft.com/office/drawing/2014/main" id="{9668AF74-A3F9-4663-844E-8FED67F56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678" name="Group 4677">
                      <a:extLst>
                        <a:ext uri="{FF2B5EF4-FFF2-40B4-BE49-F238E27FC236}">
                          <a16:creationId xmlns:a16="http://schemas.microsoft.com/office/drawing/2014/main" id="{33682621-0B80-4DA4-8F3B-7382807AAF9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79" name="Group 4678">
                        <a:extLst>
                          <a:ext uri="{FF2B5EF4-FFF2-40B4-BE49-F238E27FC236}">
                            <a16:creationId xmlns:a16="http://schemas.microsoft.com/office/drawing/2014/main" id="{20F57244-E3A3-4BFA-B312-1996481891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95" name="Group 4694">
                          <a:extLst>
                            <a:ext uri="{FF2B5EF4-FFF2-40B4-BE49-F238E27FC236}">
                              <a16:creationId xmlns:a16="http://schemas.microsoft.com/office/drawing/2014/main" id="{496AE970-7640-4D64-9526-06BB2BC355A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703" name="Group 4702">
                            <a:extLst>
                              <a:ext uri="{FF2B5EF4-FFF2-40B4-BE49-F238E27FC236}">
                                <a16:creationId xmlns:a16="http://schemas.microsoft.com/office/drawing/2014/main" id="{BEA0ACAB-23D9-4C9A-B9B5-68D0FCFCDA8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7" name="Rectangle 4706">
                              <a:extLst>
                                <a:ext uri="{FF2B5EF4-FFF2-40B4-BE49-F238E27FC236}">
                                  <a16:creationId xmlns:a16="http://schemas.microsoft.com/office/drawing/2014/main" id="{FD584970-53A7-4AC9-8A87-A8348E33C6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708" name="Rectangle 4707">
                              <a:extLst>
                                <a:ext uri="{FF2B5EF4-FFF2-40B4-BE49-F238E27FC236}">
                                  <a16:creationId xmlns:a16="http://schemas.microsoft.com/office/drawing/2014/main" id="{923CA969-1C81-4254-8FFA-297610615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704" name="Group 4703">
                            <a:extLst>
                              <a:ext uri="{FF2B5EF4-FFF2-40B4-BE49-F238E27FC236}">
                                <a16:creationId xmlns:a16="http://schemas.microsoft.com/office/drawing/2014/main" id="{FF44E087-0518-4F89-B8F3-F6984685263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5" name="Rectangle 4704">
                              <a:extLst>
                                <a:ext uri="{FF2B5EF4-FFF2-40B4-BE49-F238E27FC236}">
                                  <a16:creationId xmlns:a16="http://schemas.microsoft.com/office/drawing/2014/main" id="{F5F59208-91A4-43CA-A9D4-BEA0BC8B53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706" name="Rectangle 4705">
                              <a:extLst>
                                <a:ext uri="{FF2B5EF4-FFF2-40B4-BE49-F238E27FC236}">
                                  <a16:creationId xmlns:a16="http://schemas.microsoft.com/office/drawing/2014/main" id="{AE43549D-6735-47CD-9703-0348B655B0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96" name="Group 4695">
                          <a:extLst>
                            <a:ext uri="{FF2B5EF4-FFF2-40B4-BE49-F238E27FC236}">
                              <a16:creationId xmlns:a16="http://schemas.microsoft.com/office/drawing/2014/main" id="{BF6318FC-90A0-42F3-A8F9-86CF8C7279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97" name="Group 4696">
                            <a:extLst>
                              <a:ext uri="{FF2B5EF4-FFF2-40B4-BE49-F238E27FC236}">
                                <a16:creationId xmlns:a16="http://schemas.microsoft.com/office/drawing/2014/main" id="{CDCEB533-5893-4EAA-8701-73A773D7F4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701" name="Rectangle 4700">
                              <a:extLst>
                                <a:ext uri="{FF2B5EF4-FFF2-40B4-BE49-F238E27FC236}">
                                  <a16:creationId xmlns:a16="http://schemas.microsoft.com/office/drawing/2014/main" id="{F20E4C17-39D9-4C94-B448-151BDE42BC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702" name="Rectangle 4701">
                              <a:extLst>
                                <a:ext uri="{FF2B5EF4-FFF2-40B4-BE49-F238E27FC236}">
                                  <a16:creationId xmlns:a16="http://schemas.microsoft.com/office/drawing/2014/main" id="{15B7C794-B1D9-4DD8-AF8B-AF80AF265F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98" name="Group 4697">
                            <a:extLst>
                              <a:ext uri="{FF2B5EF4-FFF2-40B4-BE49-F238E27FC236}">
                                <a16:creationId xmlns:a16="http://schemas.microsoft.com/office/drawing/2014/main" id="{8F2C9D84-903F-4C04-BA6F-3774E460DEC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9" name="Rectangle 4698">
                              <a:extLst>
                                <a:ext uri="{FF2B5EF4-FFF2-40B4-BE49-F238E27FC236}">
                                  <a16:creationId xmlns:a16="http://schemas.microsoft.com/office/drawing/2014/main" id="{1C9A1BCC-0EF5-4C0E-89D5-F05CF32A8D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700" name="Rectangle 4699">
                              <a:extLst>
                                <a:ext uri="{FF2B5EF4-FFF2-40B4-BE49-F238E27FC236}">
                                  <a16:creationId xmlns:a16="http://schemas.microsoft.com/office/drawing/2014/main" id="{341E9F0D-F3EA-432D-98ED-90B0168030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80" name="Group 4679">
                        <a:extLst>
                          <a:ext uri="{FF2B5EF4-FFF2-40B4-BE49-F238E27FC236}">
                            <a16:creationId xmlns:a16="http://schemas.microsoft.com/office/drawing/2014/main" id="{6BBC3C8D-3EA5-4A5A-913F-2CCE29AEB2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81" name="Group 4680">
                          <a:extLst>
                            <a:ext uri="{FF2B5EF4-FFF2-40B4-BE49-F238E27FC236}">
                              <a16:creationId xmlns:a16="http://schemas.microsoft.com/office/drawing/2014/main" id="{DCA4676E-5B0D-4490-8289-2A64A65F663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89" name="Group 4688">
                            <a:extLst>
                              <a:ext uri="{FF2B5EF4-FFF2-40B4-BE49-F238E27FC236}">
                                <a16:creationId xmlns:a16="http://schemas.microsoft.com/office/drawing/2014/main" id="{C0314FE5-21BD-4EB2-9544-90202ACA3E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3" name="Rectangle 4692">
                              <a:extLst>
                                <a:ext uri="{FF2B5EF4-FFF2-40B4-BE49-F238E27FC236}">
                                  <a16:creationId xmlns:a16="http://schemas.microsoft.com/office/drawing/2014/main" id="{52FC5D43-75CE-4054-AA7D-FD32F5647D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694" name="Rectangle 4693">
                              <a:extLst>
                                <a:ext uri="{FF2B5EF4-FFF2-40B4-BE49-F238E27FC236}">
                                  <a16:creationId xmlns:a16="http://schemas.microsoft.com/office/drawing/2014/main" id="{9804C1EE-C77C-47F9-A770-06E256FAD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90" name="Group 4689">
                            <a:extLst>
                              <a:ext uri="{FF2B5EF4-FFF2-40B4-BE49-F238E27FC236}">
                                <a16:creationId xmlns:a16="http://schemas.microsoft.com/office/drawing/2014/main" id="{8F0F0CD3-4DD7-40FC-8AC3-DCB4E66A8D7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91" name="Rectangle 4690">
                              <a:extLst>
                                <a:ext uri="{FF2B5EF4-FFF2-40B4-BE49-F238E27FC236}">
                                  <a16:creationId xmlns:a16="http://schemas.microsoft.com/office/drawing/2014/main" id="{E6DE4E12-7616-421E-8BA6-F9FD1F0177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692" name="Rectangle 4691">
                              <a:extLst>
                                <a:ext uri="{FF2B5EF4-FFF2-40B4-BE49-F238E27FC236}">
                                  <a16:creationId xmlns:a16="http://schemas.microsoft.com/office/drawing/2014/main" id="{039B3B61-72D6-4264-A8BC-514E5B6B58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82" name="Group 4681">
                          <a:extLst>
                            <a:ext uri="{FF2B5EF4-FFF2-40B4-BE49-F238E27FC236}">
                              <a16:creationId xmlns:a16="http://schemas.microsoft.com/office/drawing/2014/main" id="{922C6B6C-07CD-4C3A-BAF3-A86E604F18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83" name="Group 4682">
                            <a:extLst>
                              <a:ext uri="{FF2B5EF4-FFF2-40B4-BE49-F238E27FC236}">
                                <a16:creationId xmlns:a16="http://schemas.microsoft.com/office/drawing/2014/main" id="{0B21A616-5CF6-4185-94D3-AE2254517B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87" name="Rectangle 4686">
                              <a:extLst>
                                <a:ext uri="{FF2B5EF4-FFF2-40B4-BE49-F238E27FC236}">
                                  <a16:creationId xmlns:a16="http://schemas.microsoft.com/office/drawing/2014/main" id="{189757E9-4DD3-4046-9E19-3A0D85F00D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688" name="Rectangle 4687">
                              <a:extLst>
                                <a:ext uri="{FF2B5EF4-FFF2-40B4-BE49-F238E27FC236}">
                                  <a16:creationId xmlns:a16="http://schemas.microsoft.com/office/drawing/2014/main" id="{4391150D-5462-4BC2-B180-2DB69987AD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84" name="Group 4683">
                            <a:extLst>
                              <a:ext uri="{FF2B5EF4-FFF2-40B4-BE49-F238E27FC236}">
                                <a16:creationId xmlns:a16="http://schemas.microsoft.com/office/drawing/2014/main" id="{E3741358-3DB6-42B7-B542-7C2E3DAAB8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85" name="Rectangle 4684">
                              <a:extLst>
                                <a:ext uri="{FF2B5EF4-FFF2-40B4-BE49-F238E27FC236}">
                                  <a16:creationId xmlns:a16="http://schemas.microsoft.com/office/drawing/2014/main" id="{9083686B-380C-48A0-98B2-26EDD12177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686" name="Rectangle 4685">
                              <a:extLst>
                                <a:ext uri="{FF2B5EF4-FFF2-40B4-BE49-F238E27FC236}">
                                  <a16:creationId xmlns:a16="http://schemas.microsoft.com/office/drawing/2014/main" id="{B4BE72B3-0EC5-4703-94A3-AF5E393AC3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548" name="Group 4547">
                  <a:extLst>
                    <a:ext uri="{FF2B5EF4-FFF2-40B4-BE49-F238E27FC236}">
                      <a16:creationId xmlns:a16="http://schemas.microsoft.com/office/drawing/2014/main" id="{83ED2146-1EFC-4BD0-9311-6A8CD5D276A2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549" name="Group 4548">
                    <a:extLst>
                      <a:ext uri="{FF2B5EF4-FFF2-40B4-BE49-F238E27FC236}">
                        <a16:creationId xmlns:a16="http://schemas.microsoft.com/office/drawing/2014/main" id="{D42C54AC-B3D5-4937-A128-A171ADC3527E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613" name="Group 4612">
                      <a:extLst>
                        <a:ext uri="{FF2B5EF4-FFF2-40B4-BE49-F238E27FC236}">
                          <a16:creationId xmlns:a16="http://schemas.microsoft.com/office/drawing/2014/main" id="{E5CFCF5E-7B6B-4CDF-9247-9432B44DBF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45" name="Group 4644">
                        <a:extLst>
                          <a:ext uri="{FF2B5EF4-FFF2-40B4-BE49-F238E27FC236}">
                            <a16:creationId xmlns:a16="http://schemas.microsoft.com/office/drawing/2014/main" id="{4AF14126-9B14-4C54-9E34-D771B9FCD87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61" name="Group 4660">
                          <a:extLst>
                            <a:ext uri="{FF2B5EF4-FFF2-40B4-BE49-F238E27FC236}">
                              <a16:creationId xmlns:a16="http://schemas.microsoft.com/office/drawing/2014/main" id="{67F82AFD-BBE3-43FD-AA3E-67AE1DF8ACE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69" name="Group 4668">
                            <a:extLst>
                              <a:ext uri="{FF2B5EF4-FFF2-40B4-BE49-F238E27FC236}">
                                <a16:creationId xmlns:a16="http://schemas.microsoft.com/office/drawing/2014/main" id="{85A95597-ECCC-4662-9B44-2C4A5558D7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73" name="Rectangle 4672">
                              <a:extLst>
                                <a:ext uri="{FF2B5EF4-FFF2-40B4-BE49-F238E27FC236}">
                                  <a16:creationId xmlns:a16="http://schemas.microsoft.com/office/drawing/2014/main" id="{40B4C073-386E-48B3-9B6E-64654D4E2F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674" name="Rectangle 4673">
                              <a:extLst>
                                <a:ext uri="{FF2B5EF4-FFF2-40B4-BE49-F238E27FC236}">
                                  <a16:creationId xmlns:a16="http://schemas.microsoft.com/office/drawing/2014/main" id="{FF9547F1-3B8E-468C-A738-74AB953726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70" name="Group 4669">
                            <a:extLst>
                              <a:ext uri="{FF2B5EF4-FFF2-40B4-BE49-F238E27FC236}">
                                <a16:creationId xmlns:a16="http://schemas.microsoft.com/office/drawing/2014/main" id="{E7C612BA-0B83-41B4-90C3-A89688038C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71" name="Rectangle 4670">
                              <a:extLst>
                                <a:ext uri="{FF2B5EF4-FFF2-40B4-BE49-F238E27FC236}">
                                  <a16:creationId xmlns:a16="http://schemas.microsoft.com/office/drawing/2014/main" id="{7352F6AA-C90F-4DC8-BD22-DB77BE9F38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672" name="Rectangle 4671">
                              <a:extLst>
                                <a:ext uri="{FF2B5EF4-FFF2-40B4-BE49-F238E27FC236}">
                                  <a16:creationId xmlns:a16="http://schemas.microsoft.com/office/drawing/2014/main" id="{9AEBBC1A-F596-4AD9-99BC-96F8AC27E1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62" name="Group 4661">
                          <a:extLst>
                            <a:ext uri="{FF2B5EF4-FFF2-40B4-BE49-F238E27FC236}">
                              <a16:creationId xmlns:a16="http://schemas.microsoft.com/office/drawing/2014/main" id="{78F376AA-4BD3-4F91-8319-65AEB42C99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63" name="Group 4662">
                            <a:extLst>
                              <a:ext uri="{FF2B5EF4-FFF2-40B4-BE49-F238E27FC236}">
                                <a16:creationId xmlns:a16="http://schemas.microsoft.com/office/drawing/2014/main" id="{63569A3D-4E3C-48E6-B58C-73AB49FCB1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67" name="Rectangle 4666">
                              <a:extLst>
                                <a:ext uri="{FF2B5EF4-FFF2-40B4-BE49-F238E27FC236}">
                                  <a16:creationId xmlns:a16="http://schemas.microsoft.com/office/drawing/2014/main" id="{A63E2A34-F743-4631-A899-8ADD1AB10D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668" name="Rectangle 4667">
                              <a:extLst>
                                <a:ext uri="{FF2B5EF4-FFF2-40B4-BE49-F238E27FC236}">
                                  <a16:creationId xmlns:a16="http://schemas.microsoft.com/office/drawing/2014/main" id="{8AB10AE3-F252-415C-8483-768D3C00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64" name="Group 4663">
                            <a:extLst>
                              <a:ext uri="{FF2B5EF4-FFF2-40B4-BE49-F238E27FC236}">
                                <a16:creationId xmlns:a16="http://schemas.microsoft.com/office/drawing/2014/main" id="{A287CA65-34A5-4DBB-A8B3-CDC9086530E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65" name="Rectangle 4664">
                              <a:extLst>
                                <a:ext uri="{FF2B5EF4-FFF2-40B4-BE49-F238E27FC236}">
                                  <a16:creationId xmlns:a16="http://schemas.microsoft.com/office/drawing/2014/main" id="{B9C0E3D7-EEAB-4E72-A438-899B2B135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666" name="Rectangle 4665">
                              <a:extLst>
                                <a:ext uri="{FF2B5EF4-FFF2-40B4-BE49-F238E27FC236}">
                                  <a16:creationId xmlns:a16="http://schemas.microsoft.com/office/drawing/2014/main" id="{F5990947-105F-445A-9CE9-1732A116B1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46" name="Group 4645">
                        <a:extLst>
                          <a:ext uri="{FF2B5EF4-FFF2-40B4-BE49-F238E27FC236}">
                            <a16:creationId xmlns:a16="http://schemas.microsoft.com/office/drawing/2014/main" id="{D52551DE-BA27-42F6-B361-A4C728A85B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47" name="Group 4646">
                          <a:extLst>
                            <a:ext uri="{FF2B5EF4-FFF2-40B4-BE49-F238E27FC236}">
                              <a16:creationId xmlns:a16="http://schemas.microsoft.com/office/drawing/2014/main" id="{EFD889E1-23E7-4307-B3EF-FB90E9AD62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55" name="Group 4654">
                            <a:extLst>
                              <a:ext uri="{FF2B5EF4-FFF2-40B4-BE49-F238E27FC236}">
                                <a16:creationId xmlns:a16="http://schemas.microsoft.com/office/drawing/2014/main" id="{112914C9-4C43-43F7-BDA5-0AFCE39E20E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9" name="Rectangle 4658">
                              <a:extLst>
                                <a:ext uri="{FF2B5EF4-FFF2-40B4-BE49-F238E27FC236}">
                                  <a16:creationId xmlns:a16="http://schemas.microsoft.com/office/drawing/2014/main" id="{CC5ACF51-0C7E-4C5A-926F-2C128E8A88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660" name="Rectangle 4659">
                              <a:extLst>
                                <a:ext uri="{FF2B5EF4-FFF2-40B4-BE49-F238E27FC236}">
                                  <a16:creationId xmlns:a16="http://schemas.microsoft.com/office/drawing/2014/main" id="{B72138E7-47A1-4183-A3BF-EF3413E714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56" name="Group 4655">
                            <a:extLst>
                              <a:ext uri="{FF2B5EF4-FFF2-40B4-BE49-F238E27FC236}">
                                <a16:creationId xmlns:a16="http://schemas.microsoft.com/office/drawing/2014/main" id="{343F5213-928B-49D2-8F45-F4F3ACDCF22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7" name="Rectangle 4656">
                              <a:extLst>
                                <a:ext uri="{FF2B5EF4-FFF2-40B4-BE49-F238E27FC236}">
                                  <a16:creationId xmlns:a16="http://schemas.microsoft.com/office/drawing/2014/main" id="{157316B8-34CA-4AF1-82F1-3DF3D19EF5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658" name="Rectangle 4657">
                              <a:extLst>
                                <a:ext uri="{FF2B5EF4-FFF2-40B4-BE49-F238E27FC236}">
                                  <a16:creationId xmlns:a16="http://schemas.microsoft.com/office/drawing/2014/main" id="{2E60D9A4-F57F-4389-A453-D643BDBD93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48" name="Group 4647">
                          <a:extLst>
                            <a:ext uri="{FF2B5EF4-FFF2-40B4-BE49-F238E27FC236}">
                              <a16:creationId xmlns:a16="http://schemas.microsoft.com/office/drawing/2014/main" id="{0F1640C1-19E8-41E6-8F81-E315713346B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49" name="Group 4648">
                            <a:extLst>
                              <a:ext uri="{FF2B5EF4-FFF2-40B4-BE49-F238E27FC236}">
                                <a16:creationId xmlns:a16="http://schemas.microsoft.com/office/drawing/2014/main" id="{4B6D595F-F526-4BB3-9610-6A5CF772BA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3" name="Rectangle 4652">
                              <a:extLst>
                                <a:ext uri="{FF2B5EF4-FFF2-40B4-BE49-F238E27FC236}">
                                  <a16:creationId xmlns:a16="http://schemas.microsoft.com/office/drawing/2014/main" id="{3E7DF721-4F88-4C8B-BA48-BDF5853B10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654" name="Rectangle 4653">
                              <a:extLst>
                                <a:ext uri="{FF2B5EF4-FFF2-40B4-BE49-F238E27FC236}">
                                  <a16:creationId xmlns:a16="http://schemas.microsoft.com/office/drawing/2014/main" id="{D5479F5E-101E-44CF-B419-F877D7E0A3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50" name="Group 4649">
                            <a:extLst>
                              <a:ext uri="{FF2B5EF4-FFF2-40B4-BE49-F238E27FC236}">
                                <a16:creationId xmlns:a16="http://schemas.microsoft.com/office/drawing/2014/main" id="{9247488C-53C7-4421-ABC9-CEB97098CEE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51" name="Rectangle 4650">
                              <a:extLst>
                                <a:ext uri="{FF2B5EF4-FFF2-40B4-BE49-F238E27FC236}">
                                  <a16:creationId xmlns:a16="http://schemas.microsoft.com/office/drawing/2014/main" id="{0FDC9505-8A08-4B57-9A99-6A9A7285B9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652" name="Rectangle 4651">
                              <a:extLst>
                                <a:ext uri="{FF2B5EF4-FFF2-40B4-BE49-F238E27FC236}">
                                  <a16:creationId xmlns:a16="http://schemas.microsoft.com/office/drawing/2014/main" id="{EE97AF00-1322-44DA-BE9A-D477CC1E18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614" name="Group 4613">
                      <a:extLst>
                        <a:ext uri="{FF2B5EF4-FFF2-40B4-BE49-F238E27FC236}">
                          <a16:creationId xmlns:a16="http://schemas.microsoft.com/office/drawing/2014/main" id="{9EB34BD8-04FC-4751-BFD8-954452B2DC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615" name="Group 4614">
                        <a:extLst>
                          <a:ext uri="{FF2B5EF4-FFF2-40B4-BE49-F238E27FC236}">
                            <a16:creationId xmlns:a16="http://schemas.microsoft.com/office/drawing/2014/main" id="{8D725A0E-AD33-4622-9F49-C54362AA45B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31" name="Group 4630">
                          <a:extLst>
                            <a:ext uri="{FF2B5EF4-FFF2-40B4-BE49-F238E27FC236}">
                              <a16:creationId xmlns:a16="http://schemas.microsoft.com/office/drawing/2014/main" id="{244F5FD8-B9D5-4C9B-B0A1-C7B8904F23F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39" name="Group 4638">
                            <a:extLst>
                              <a:ext uri="{FF2B5EF4-FFF2-40B4-BE49-F238E27FC236}">
                                <a16:creationId xmlns:a16="http://schemas.microsoft.com/office/drawing/2014/main" id="{6A87C43C-2EA5-4C71-A3A3-F5990B5101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43" name="Rectangle 4642">
                              <a:extLst>
                                <a:ext uri="{FF2B5EF4-FFF2-40B4-BE49-F238E27FC236}">
                                  <a16:creationId xmlns:a16="http://schemas.microsoft.com/office/drawing/2014/main" id="{23CE06BB-5446-44FF-81ED-2A51DB61BE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644" name="Rectangle 4643">
                              <a:extLst>
                                <a:ext uri="{FF2B5EF4-FFF2-40B4-BE49-F238E27FC236}">
                                  <a16:creationId xmlns:a16="http://schemas.microsoft.com/office/drawing/2014/main" id="{CFD6FF70-E73E-4E95-A3D5-9386399ACF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40" name="Group 4639">
                            <a:extLst>
                              <a:ext uri="{FF2B5EF4-FFF2-40B4-BE49-F238E27FC236}">
                                <a16:creationId xmlns:a16="http://schemas.microsoft.com/office/drawing/2014/main" id="{C79C863E-255D-4583-A57A-7A919BE328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41" name="Rectangle 4640">
                              <a:extLst>
                                <a:ext uri="{FF2B5EF4-FFF2-40B4-BE49-F238E27FC236}">
                                  <a16:creationId xmlns:a16="http://schemas.microsoft.com/office/drawing/2014/main" id="{9E280FAD-3A84-48B1-99DB-06647BB20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642" name="Rectangle 4641">
                              <a:extLst>
                                <a:ext uri="{FF2B5EF4-FFF2-40B4-BE49-F238E27FC236}">
                                  <a16:creationId xmlns:a16="http://schemas.microsoft.com/office/drawing/2014/main" id="{B062E3FA-3A22-4574-96A0-351437C236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32" name="Group 4631">
                          <a:extLst>
                            <a:ext uri="{FF2B5EF4-FFF2-40B4-BE49-F238E27FC236}">
                              <a16:creationId xmlns:a16="http://schemas.microsoft.com/office/drawing/2014/main" id="{4696A6FA-5A00-456A-8873-0266B34CD3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33" name="Group 4632">
                            <a:extLst>
                              <a:ext uri="{FF2B5EF4-FFF2-40B4-BE49-F238E27FC236}">
                                <a16:creationId xmlns:a16="http://schemas.microsoft.com/office/drawing/2014/main" id="{91AD4657-CFF5-4944-8262-511A0782C4E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37" name="Rectangle 4636">
                              <a:extLst>
                                <a:ext uri="{FF2B5EF4-FFF2-40B4-BE49-F238E27FC236}">
                                  <a16:creationId xmlns:a16="http://schemas.microsoft.com/office/drawing/2014/main" id="{A01AA2B4-9903-4D30-B464-A1403CB57C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638" name="Rectangle 4637">
                              <a:extLst>
                                <a:ext uri="{FF2B5EF4-FFF2-40B4-BE49-F238E27FC236}">
                                  <a16:creationId xmlns:a16="http://schemas.microsoft.com/office/drawing/2014/main" id="{B4AAE034-82BC-48F6-871B-5E34804119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34" name="Group 4633">
                            <a:extLst>
                              <a:ext uri="{FF2B5EF4-FFF2-40B4-BE49-F238E27FC236}">
                                <a16:creationId xmlns:a16="http://schemas.microsoft.com/office/drawing/2014/main" id="{E1590437-22A0-463B-9F15-0437550FA72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35" name="Rectangle 4634">
                              <a:extLst>
                                <a:ext uri="{FF2B5EF4-FFF2-40B4-BE49-F238E27FC236}">
                                  <a16:creationId xmlns:a16="http://schemas.microsoft.com/office/drawing/2014/main" id="{B882D413-6261-4FDC-97A3-FC52000E6C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636" name="Rectangle 4635">
                              <a:extLst>
                                <a:ext uri="{FF2B5EF4-FFF2-40B4-BE49-F238E27FC236}">
                                  <a16:creationId xmlns:a16="http://schemas.microsoft.com/office/drawing/2014/main" id="{7E40BF0B-47C7-461B-94EC-ED5B77BB8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616" name="Group 4615">
                        <a:extLst>
                          <a:ext uri="{FF2B5EF4-FFF2-40B4-BE49-F238E27FC236}">
                            <a16:creationId xmlns:a16="http://schemas.microsoft.com/office/drawing/2014/main" id="{91101F07-DBB2-417D-8CDB-6D98C5268D7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617" name="Group 4616">
                          <a:extLst>
                            <a:ext uri="{FF2B5EF4-FFF2-40B4-BE49-F238E27FC236}">
                              <a16:creationId xmlns:a16="http://schemas.microsoft.com/office/drawing/2014/main" id="{B8395F04-E0E7-4DD2-9FB6-B98E04B085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25" name="Group 4624">
                            <a:extLst>
                              <a:ext uri="{FF2B5EF4-FFF2-40B4-BE49-F238E27FC236}">
                                <a16:creationId xmlns:a16="http://schemas.microsoft.com/office/drawing/2014/main" id="{72E3BD22-E17F-47D7-9AAF-2C61D4FC4F9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9" name="Rectangle 4628">
                              <a:extLst>
                                <a:ext uri="{FF2B5EF4-FFF2-40B4-BE49-F238E27FC236}">
                                  <a16:creationId xmlns:a16="http://schemas.microsoft.com/office/drawing/2014/main" id="{1FF9AF2F-94B6-4D89-8A6B-1F623031AB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630" name="Rectangle 4629">
                              <a:extLst>
                                <a:ext uri="{FF2B5EF4-FFF2-40B4-BE49-F238E27FC236}">
                                  <a16:creationId xmlns:a16="http://schemas.microsoft.com/office/drawing/2014/main" id="{BD53C6AB-8546-44C0-8C09-48F297070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26" name="Group 4625">
                            <a:extLst>
                              <a:ext uri="{FF2B5EF4-FFF2-40B4-BE49-F238E27FC236}">
                                <a16:creationId xmlns:a16="http://schemas.microsoft.com/office/drawing/2014/main" id="{56789807-178B-4E12-9F96-687931D64E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7" name="Rectangle 4626">
                              <a:extLst>
                                <a:ext uri="{FF2B5EF4-FFF2-40B4-BE49-F238E27FC236}">
                                  <a16:creationId xmlns:a16="http://schemas.microsoft.com/office/drawing/2014/main" id="{E638B750-0828-4595-A94F-BC0AA3254E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628" name="Rectangle 4627">
                              <a:extLst>
                                <a:ext uri="{FF2B5EF4-FFF2-40B4-BE49-F238E27FC236}">
                                  <a16:creationId xmlns:a16="http://schemas.microsoft.com/office/drawing/2014/main" id="{40BDD22D-9473-4438-BDCD-951E366653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18" name="Group 4617">
                          <a:extLst>
                            <a:ext uri="{FF2B5EF4-FFF2-40B4-BE49-F238E27FC236}">
                              <a16:creationId xmlns:a16="http://schemas.microsoft.com/office/drawing/2014/main" id="{296AFEEA-1893-4215-BC7C-1051E8AC91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19" name="Group 4618">
                            <a:extLst>
                              <a:ext uri="{FF2B5EF4-FFF2-40B4-BE49-F238E27FC236}">
                                <a16:creationId xmlns:a16="http://schemas.microsoft.com/office/drawing/2014/main" id="{843FA934-A220-48B7-9D1F-235328CE08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3" name="Rectangle 4622">
                              <a:extLst>
                                <a:ext uri="{FF2B5EF4-FFF2-40B4-BE49-F238E27FC236}">
                                  <a16:creationId xmlns:a16="http://schemas.microsoft.com/office/drawing/2014/main" id="{04BD6AA0-0FF8-4311-974E-5E013BB431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624" name="Rectangle 4623">
                              <a:extLst>
                                <a:ext uri="{FF2B5EF4-FFF2-40B4-BE49-F238E27FC236}">
                                  <a16:creationId xmlns:a16="http://schemas.microsoft.com/office/drawing/2014/main" id="{E22D2502-770F-4A71-A931-92F8A6A57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20" name="Group 4619">
                            <a:extLst>
                              <a:ext uri="{FF2B5EF4-FFF2-40B4-BE49-F238E27FC236}">
                                <a16:creationId xmlns:a16="http://schemas.microsoft.com/office/drawing/2014/main" id="{FB76EEBA-F6AF-4926-BFF2-5BA077F7333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21" name="Rectangle 4620">
                              <a:extLst>
                                <a:ext uri="{FF2B5EF4-FFF2-40B4-BE49-F238E27FC236}">
                                  <a16:creationId xmlns:a16="http://schemas.microsoft.com/office/drawing/2014/main" id="{90BE0438-1441-4A05-ABDA-C70AE27F65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622" name="Rectangle 4621">
                              <a:extLst>
                                <a:ext uri="{FF2B5EF4-FFF2-40B4-BE49-F238E27FC236}">
                                  <a16:creationId xmlns:a16="http://schemas.microsoft.com/office/drawing/2014/main" id="{8B14B3E5-4A1D-4F88-B5F0-341A0D84A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550" name="Group 4549">
                    <a:extLst>
                      <a:ext uri="{FF2B5EF4-FFF2-40B4-BE49-F238E27FC236}">
                        <a16:creationId xmlns:a16="http://schemas.microsoft.com/office/drawing/2014/main" id="{5374C61B-3FEB-4577-B573-CB4D57F9E57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551" name="Group 4550">
                      <a:extLst>
                        <a:ext uri="{FF2B5EF4-FFF2-40B4-BE49-F238E27FC236}">
                          <a16:creationId xmlns:a16="http://schemas.microsoft.com/office/drawing/2014/main" id="{26C1F2FD-FBBC-4EB1-85BD-8231ED4100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83" name="Group 4582">
                        <a:extLst>
                          <a:ext uri="{FF2B5EF4-FFF2-40B4-BE49-F238E27FC236}">
                            <a16:creationId xmlns:a16="http://schemas.microsoft.com/office/drawing/2014/main" id="{7786823E-3208-486B-92C1-3D20BB51042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99" name="Group 4598">
                          <a:extLst>
                            <a:ext uri="{FF2B5EF4-FFF2-40B4-BE49-F238E27FC236}">
                              <a16:creationId xmlns:a16="http://schemas.microsoft.com/office/drawing/2014/main" id="{1771C330-00B7-4D28-97D9-5911757997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07" name="Group 4606">
                            <a:extLst>
                              <a:ext uri="{FF2B5EF4-FFF2-40B4-BE49-F238E27FC236}">
                                <a16:creationId xmlns:a16="http://schemas.microsoft.com/office/drawing/2014/main" id="{7AF4D8ED-583F-4C94-85F8-57826A996AF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11" name="Rectangle 4610">
                              <a:extLst>
                                <a:ext uri="{FF2B5EF4-FFF2-40B4-BE49-F238E27FC236}">
                                  <a16:creationId xmlns:a16="http://schemas.microsoft.com/office/drawing/2014/main" id="{318272E7-9B20-4D0E-B662-28DAB4B42A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612" name="Rectangle 4611">
                              <a:extLst>
                                <a:ext uri="{FF2B5EF4-FFF2-40B4-BE49-F238E27FC236}">
                                  <a16:creationId xmlns:a16="http://schemas.microsoft.com/office/drawing/2014/main" id="{C62B5E5D-1E4A-4BA2-8F5A-42EA089AFD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08" name="Group 4607">
                            <a:extLst>
                              <a:ext uri="{FF2B5EF4-FFF2-40B4-BE49-F238E27FC236}">
                                <a16:creationId xmlns:a16="http://schemas.microsoft.com/office/drawing/2014/main" id="{6CD1B452-B9DA-45F9-9DD5-3B275BE641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9" name="Rectangle 4608">
                              <a:extLst>
                                <a:ext uri="{FF2B5EF4-FFF2-40B4-BE49-F238E27FC236}">
                                  <a16:creationId xmlns:a16="http://schemas.microsoft.com/office/drawing/2014/main" id="{48076807-C29F-4AB4-B262-8000EF2F6A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610" name="Rectangle 4609">
                              <a:extLst>
                                <a:ext uri="{FF2B5EF4-FFF2-40B4-BE49-F238E27FC236}">
                                  <a16:creationId xmlns:a16="http://schemas.microsoft.com/office/drawing/2014/main" id="{0D749308-E281-464A-A86A-46499717C4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600" name="Group 4599">
                          <a:extLst>
                            <a:ext uri="{FF2B5EF4-FFF2-40B4-BE49-F238E27FC236}">
                              <a16:creationId xmlns:a16="http://schemas.microsoft.com/office/drawing/2014/main" id="{439BF860-D1B7-457C-8205-90AE42B003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601" name="Group 4600">
                            <a:extLst>
                              <a:ext uri="{FF2B5EF4-FFF2-40B4-BE49-F238E27FC236}">
                                <a16:creationId xmlns:a16="http://schemas.microsoft.com/office/drawing/2014/main" id="{FE44E84E-7038-4227-AE86-0EF4BAC1BC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5" name="Rectangle 4604">
                              <a:extLst>
                                <a:ext uri="{FF2B5EF4-FFF2-40B4-BE49-F238E27FC236}">
                                  <a16:creationId xmlns:a16="http://schemas.microsoft.com/office/drawing/2014/main" id="{C20F6695-A783-4A50-A1B9-C048434C3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606" name="Rectangle 4605">
                              <a:extLst>
                                <a:ext uri="{FF2B5EF4-FFF2-40B4-BE49-F238E27FC236}">
                                  <a16:creationId xmlns:a16="http://schemas.microsoft.com/office/drawing/2014/main" id="{1B8BC492-6FD3-42DA-A187-A0021C64BF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602" name="Group 4601">
                            <a:extLst>
                              <a:ext uri="{FF2B5EF4-FFF2-40B4-BE49-F238E27FC236}">
                                <a16:creationId xmlns:a16="http://schemas.microsoft.com/office/drawing/2014/main" id="{498AEF32-8029-4EE0-9390-9EB426CA28D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603" name="Rectangle 4602">
                              <a:extLst>
                                <a:ext uri="{FF2B5EF4-FFF2-40B4-BE49-F238E27FC236}">
                                  <a16:creationId xmlns:a16="http://schemas.microsoft.com/office/drawing/2014/main" id="{7FF68C64-9631-4A3E-951C-A8EE7AC99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604" name="Rectangle 4603">
                              <a:extLst>
                                <a:ext uri="{FF2B5EF4-FFF2-40B4-BE49-F238E27FC236}">
                                  <a16:creationId xmlns:a16="http://schemas.microsoft.com/office/drawing/2014/main" id="{8DFB3019-E950-41B9-BB61-E6521388D2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84" name="Group 4583">
                        <a:extLst>
                          <a:ext uri="{FF2B5EF4-FFF2-40B4-BE49-F238E27FC236}">
                            <a16:creationId xmlns:a16="http://schemas.microsoft.com/office/drawing/2014/main" id="{9B610CB0-100E-40A5-B6C1-1C491AE2663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85" name="Group 4584">
                          <a:extLst>
                            <a:ext uri="{FF2B5EF4-FFF2-40B4-BE49-F238E27FC236}">
                              <a16:creationId xmlns:a16="http://schemas.microsoft.com/office/drawing/2014/main" id="{3E5156B7-1E4A-4E84-AAFE-E8524D7703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93" name="Group 4592">
                            <a:extLst>
                              <a:ext uri="{FF2B5EF4-FFF2-40B4-BE49-F238E27FC236}">
                                <a16:creationId xmlns:a16="http://schemas.microsoft.com/office/drawing/2014/main" id="{2E3BC4C0-15EB-475A-9F3D-48E2B18842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7" name="Rectangle 4596">
                              <a:extLst>
                                <a:ext uri="{FF2B5EF4-FFF2-40B4-BE49-F238E27FC236}">
                                  <a16:creationId xmlns:a16="http://schemas.microsoft.com/office/drawing/2014/main" id="{3C45F5D4-E7DD-4A42-B653-18D4AC3E18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598" name="Rectangle 4597">
                              <a:extLst>
                                <a:ext uri="{FF2B5EF4-FFF2-40B4-BE49-F238E27FC236}">
                                  <a16:creationId xmlns:a16="http://schemas.microsoft.com/office/drawing/2014/main" id="{DAB03199-A4EA-4DBD-8ED9-4879747C61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94" name="Group 4593">
                            <a:extLst>
                              <a:ext uri="{FF2B5EF4-FFF2-40B4-BE49-F238E27FC236}">
                                <a16:creationId xmlns:a16="http://schemas.microsoft.com/office/drawing/2014/main" id="{C396E079-D8EB-4667-96DC-3361549561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5" name="Rectangle 4594">
                              <a:extLst>
                                <a:ext uri="{FF2B5EF4-FFF2-40B4-BE49-F238E27FC236}">
                                  <a16:creationId xmlns:a16="http://schemas.microsoft.com/office/drawing/2014/main" id="{3DC312A0-DAFE-491C-A697-56371054B3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596" name="Rectangle 4595">
                              <a:extLst>
                                <a:ext uri="{FF2B5EF4-FFF2-40B4-BE49-F238E27FC236}">
                                  <a16:creationId xmlns:a16="http://schemas.microsoft.com/office/drawing/2014/main" id="{26207743-5384-4F89-AE06-97ED4E9CA4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86" name="Group 4585">
                          <a:extLst>
                            <a:ext uri="{FF2B5EF4-FFF2-40B4-BE49-F238E27FC236}">
                              <a16:creationId xmlns:a16="http://schemas.microsoft.com/office/drawing/2014/main" id="{B957A293-93B3-4F09-B902-7B73767927E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87" name="Group 4586">
                            <a:extLst>
                              <a:ext uri="{FF2B5EF4-FFF2-40B4-BE49-F238E27FC236}">
                                <a16:creationId xmlns:a16="http://schemas.microsoft.com/office/drawing/2014/main" id="{FDEB907D-1BCA-48C1-AFCA-DF56BB142D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91" name="Rectangle 4590">
                              <a:extLst>
                                <a:ext uri="{FF2B5EF4-FFF2-40B4-BE49-F238E27FC236}">
                                  <a16:creationId xmlns:a16="http://schemas.microsoft.com/office/drawing/2014/main" id="{FEF63F73-F62C-4DBE-9B23-8D45C0125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592" name="Rectangle 4591">
                              <a:extLst>
                                <a:ext uri="{FF2B5EF4-FFF2-40B4-BE49-F238E27FC236}">
                                  <a16:creationId xmlns:a16="http://schemas.microsoft.com/office/drawing/2014/main" id="{8E1DD94E-9EFD-4C13-9F0A-7363010748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88" name="Group 4587">
                            <a:extLst>
                              <a:ext uri="{FF2B5EF4-FFF2-40B4-BE49-F238E27FC236}">
                                <a16:creationId xmlns:a16="http://schemas.microsoft.com/office/drawing/2014/main" id="{44BF007D-F506-439F-8620-BE39FDF61D0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89" name="Rectangle 4588">
                              <a:extLst>
                                <a:ext uri="{FF2B5EF4-FFF2-40B4-BE49-F238E27FC236}">
                                  <a16:creationId xmlns:a16="http://schemas.microsoft.com/office/drawing/2014/main" id="{A033419E-837C-49C4-9AAA-610E41D238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590" name="Rectangle 4589">
                              <a:extLst>
                                <a:ext uri="{FF2B5EF4-FFF2-40B4-BE49-F238E27FC236}">
                                  <a16:creationId xmlns:a16="http://schemas.microsoft.com/office/drawing/2014/main" id="{C04908B5-5087-412E-BB44-ADB5387E10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552" name="Group 4551">
                      <a:extLst>
                        <a:ext uri="{FF2B5EF4-FFF2-40B4-BE49-F238E27FC236}">
                          <a16:creationId xmlns:a16="http://schemas.microsoft.com/office/drawing/2014/main" id="{BDE6D1A6-1091-47B5-B29F-727A8D92E3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53" name="Group 4552">
                        <a:extLst>
                          <a:ext uri="{FF2B5EF4-FFF2-40B4-BE49-F238E27FC236}">
                            <a16:creationId xmlns:a16="http://schemas.microsoft.com/office/drawing/2014/main" id="{B567F97D-63CA-488A-8FD7-D984E8AC2D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69" name="Group 4568">
                          <a:extLst>
                            <a:ext uri="{FF2B5EF4-FFF2-40B4-BE49-F238E27FC236}">
                              <a16:creationId xmlns:a16="http://schemas.microsoft.com/office/drawing/2014/main" id="{9C9DE6C7-7115-41D8-BC9F-4A5B38C53F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77" name="Group 4576">
                            <a:extLst>
                              <a:ext uri="{FF2B5EF4-FFF2-40B4-BE49-F238E27FC236}">
                                <a16:creationId xmlns:a16="http://schemas.microsoft.com/office/drawing/2014/main" id="{263B0ED9-77C9-4539-BC76-3F376794A9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81" name="Rectangle 4580">
                              <a:extLst>
                                <a:ext uri="{FF2B5EF4-FFF2-40B4-BE49-F238E27FC236}">
                                  <a16:creationId xmlns:a16="http://schemas.microsoft.com/office/drawing/2014/main" id="{6B77FE3B-9A4D-499A-9D52-CE68419378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582" name="Rectangle 4581">
                              <a:extLst>
                                <a:ext uri="{FF2B5EF4-FFF2-40B4-BE49-F238E27FC236}">
                                  <a16:creationId xmlns:a16="http://schemas.microsoft.com/office/drawing/2014/main" id="{4341342E-F805-49EC-AEFA-33A097B60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78" name="Group 4577">
                            <a:extLst>
                              <a:ext uri="{FF2B5EF4-FFF2-40B4-BE49-F238E27FC236}">
                                <a16:creationId xmlns:a16="http://schemas.microsoft.com/office/drawing/2014/main" id="{80B2570D-E100-4B0B-8088-7F2A129B34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9" name="Rectangle 4578">
                              <a:extLst>
                                <a:ext uri="{FF2B5EF4-FFF2-40B4-BE49-F238E27FC236}">
                                  <a16:creationId xmlns:a16="http://schemas.microsoft.com/office/drawing/2014/main" id="{72C66C22-818B-4CDA-AEA7-55423AD2A4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580" name="Rectangle 4579">
                              <a:extLst>
                                <a:ext uri="{FF2B5EF4-FFF2-40B4-BE49-F238E27FC236}">
                                  <a16:creationId xmlns:a16="http://schemas.microsoft.com/office/drawing/2014/main" id="{2ACAD3FB-09A9-4B88-B74E-0AAD9B179D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70" name="Group 4569">
                          <a:extLst>
                            <a:ext uri="{FF2B5EF4-FFF2-40B4-BE49-F238E27FC236}">
                              <a16:creationId xmlns:a16="http://schemas.microsoft.com/office/drawing/2014/main" id="{2DE50EBA-F263-4606-AD36-17BD35EBC2C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71" name="Group 4570">
                            <a:extLst>
                              <a:ext uri="{FF2B5EF4-FFF2-40B4-BE49-F238E27FC236}">
                                <a16:creationId xmlns:a16="http://schemas.microsoft.com/office/drawing/2014/main" id="{6AF500A6-B0C3-4177-8E31-89E304152FB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5" name="Rectangle 4574">
                              <a:extLst>
                                <a:ext uri="{FF2B5EF4-FFF2-40B4-BE49-F238E27FC236}">
                                  <a16:creationId xmlns:a16="http://schemas.microsoft.com/office/drawing/2014/main" id="{DA5856AA-73DC-471B-9770-E2ED27F1D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576" name="Rectangle 4575">
                              <a:extLst>
                                <a:ext uri="{FF2B5EF4-FFF2-40B4-BE49-F238E27FC236}">
                                  <a16:creationId xmlns:a16="http://schemas.microsoft.com/office/drawing/2014/main" id="{129BFE0A-7904-4BD5-B1DD-5F3194886F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72" name="Group 4571">
                            <a:extLst>
                              <a:ext uri="{FF2B5EF4-FFF2-40B4-BE49-F238E27FC236}">
                                <a16:creationId xmlns:a16="http://schemas.microsoft.com/office/drawing/2014/main" id="{F3494740-7CD8-40E2-AB13-FF0E2C699D6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73" name="Rectangle 4572">
                              <a:extLst>
                                <a:ext uri="{FF2B5EF4-FFF2-40B4-BE49-F238E27FC236}">
                                  <a16:creationId xmlns:a16="http://schemas.microsoft.com/office/drawing/2014/main" id="{8B37AC4D-2B3A-4DE9-AB7D-F4F91AF345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574" name="Rectangle 4573">
                              <a:extLst>
                                <a:ext uri="{FF2B5EF4-FFF2-40B4-BE49-F238E27FC236}">
                                  <a16:creationId xmlns:a16="http://schemas.microsoft.com/office/drawing/2014/main" id="{178785BE-BFEF-4D8A-BF9F-878AD08E80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54" name="Group 4553">
                        <a:extLst>
                          <a:ext uri="{FF2B5EF4-FFF2-40B4-BE49-F238E27FC236}">
                            <a16:creationId xmlns:a16="http://schemas.microsoft.com/office/drawing/2014/main" id="{E9D7BC8A-7066-4E4B-B533-12AC0DF4DC7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55" name="Group 4554">
                          <a:extLst>
                            <a:ext uri="{FF2B5EF4-FFF2-40B4-BE49-F238E27FC236}">
                              <a16:creationId xmlns:a16="http://schemas.microsoft.com/office/drawing/2014/main" id="{98547561-C334-4BE8-84DC-CEF901CF3A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63" name="Group 4562">
                            <a:extLst>
                              <a:ext uri="{FF2B5EF4-FFF2-40B4-BE49-F238E27FC236}">
                                <a16:creationId xmlns:a16="http://schemas.microsoft.com/office/drawing/2014/main" id="{FD691F53-D667-4AA0-AAB2-207C3100E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7" name="Rectangle 4566">
                              <a:extLst>
                                <a:ext uri="{FF2B5EF4-FFF2-40B4-BE49-F238E27FC236}">
                                  <a16:creationId xmlns:a16="http://schemas.microsoft.com/office/drawing/2014/main" id="{06269047-A617-4F69-8D5D-72F6F2492B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568" name="Rectangle 4567">
                              <a:extLst>
                                <a:ext uri="{FF2B5EF4-FFF2-40B4-BE49-F238E27FC236}">
                                  <a16:creationId xmlns:a16="http://schemas.microsoft.com/office/drawing/2014/main" id="{47769E5D-FE48-4DE6-AD21-F4717EDCA9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64" name="Group 4563">
                            <a:extLst>
                              <a:ext uri="{FF2B5EF4-FFF2-40B4-BE49-F238E27FC236}">
                                <a16:creationId xmlns:a16="http://schemas.microsoft.com/office/drawing/2014/main" id="{7512C715-688B-4131-827F-D59F67034F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5" name="Rectangle 4564">
                              <a:extLst>
                                <a:ext uri="{FF2B5EF4-FFF2-40B4-BE49-F238E27FC236}">
                                  <a16:creationId xmlns:a16="http://schemas.microsoft.com/office/drawing/2014/main" id="{5A23A072-2D8A-44D0-8065-CDA0E45F8F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566" name="Rectangle 4565">
                              <a:extLst>
                                <a:ext uri="{FF2B5EF4-FFF2-40B4-BE49-F238E27FC236}">
                                  <a16:creationId xmlns:a16="http://schemas.microsoft.com/office/drawing/2014/main" id="{B1546C9A-6BBA-48CA-B911-5CF8A5EBC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56" name="Group 4555">
                          <a:extLst>
                            <a:ext uri="{FF2B5EF4-FFF2-40B4-BE49-F238E27FC236}">
                              <a16:creationId xmlns:a16="http://schemas.microsoft.com/office/drawing/2014/main" id="{25884090-DB77-4BC4-B516-EB81D93EEBB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57" name="Group 4556">
                            <a:extLst>
                              <a:ext uri="{FF2B5EF4-FFF2-40B4-BE49-F238E27FC236}">
                                <a16:creationId xmlns:a16="http://schemas.microsoft.com/office/drawing/2014/main" id="{0078D4F8-EB89-437A-ADCC-156B196ACDD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61" name="Rectangle 4560">
                              <a:extLst>
                                <a:ext uri="{FF2B5EF4-FFF2-40B4-BE49-F238E27FC236}">
                                  <a16:creationId xmlns:a16="http://schemas.microsoft.com/office/drawing/2014/main" id="{5D038F90-CDC3-40A3-82CE-E20E7F88B5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562" name="Rectangle 4561">
                              <a:extLst>
                                <a:ext uri="{FF2B5EF4-FFF2-40B4-BE49-F238E27FC236}">
                                  <a16:creationId xmlns:a16="http://schemas.microsoft.com/office/drawing/2014/main" id="{3697C08E-ED8C-44A3-ADE5-952EF32C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58" name="Group 4557">
                            <a:extLst>
                              <a:ext uri="{FF2B5EF4-FFF2-40B4-BE49-F238E27FC236}">
                                <a16:creationId xmlns:a16="http://schemas.microsoft.com/office/drawing/2014/main" id="{ADD25D94-FB75-466B-A784-1E618E6606D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59" name="Rectangle 4558">
                              <a:extLst>
                                <a:ext uri="{FF2B5EF4-FFF2-40B4-BE49-F238E27FC236}">
                                  <a16:creationId xmlns:a16="http://schemas.microsoft.com/office/drawing/2014/main" id="{E4A6E10B-2C47-493F-88A4-EFC1C09AA6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560" name="Rectangle 4559">
                              <a:extLst>
                                <a:ext uri="{FF2B5EF4-FFF2-40B4-BE49-F238E27FC236}">
                                  <a16:creationId xmlns:a16="http://schemas.microsoft.com/office/drawing/2014/main" id="{F5A1229D-9B89-4654-969F-E153520224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4292" name="Group 4291">
                <a:extLst>
                  <a:ext uri="{FF2B5EF4-FFF2-40B4-BE49-F238E27FC236}">
                    <a16:creationId xmlns:a16="http://schemas.microsoft.com/office/drawing/2014/main" id="{D2EB0C2C-22D8-41B3-80D0-973C5A936C2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293" name="Group 4292">
                  <a:extLst>
                    <a:ext uri="{FF2B5EF4-FFF2-40B4-BE49-F238E27FC236}">
                      <a16:creationId xmlns:a16="http://schemas.microsoft.com/office/drawing/2014/main" id="{F03C8958-9BFA-4245-9AA5-BB40CEC04AF1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421" name="Group 4420">
                    <a:extLst>
                      <a:ext uri="{FF2B5EF4-FFF2-40B4-BE49-F238E27FC236}">
                        <a16:creationId xmlns:a16="http://schemas.microsoft.com/office/drawing/2014/main" id="{CFD0E1AD-CE3D-4287-A2FA-776650585F2A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485" name="Group 4484">
                      <a:extLst>
                        <a:ext uri="{FF2B5EF4-FFF2-40B4-BE49-F238E27FC236}">
                          <a16:creationId xmlns:a16="http://schemas.microsoft.com/office/drawing/2014/main" id="{3322EF23-3248-468B-BA61-1AA28172D8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517" name="Group 4516">
                        <a:extLst>
                          <a:ext uri="{FF2B5EF4-FFF2-40B4-BE49-F238E27FC236}">
                            <a16:creationId xmlns:a16="http://schemas.microsoft.com/office/drawing/2014/main" id="{C5195475-6469-4082-BE47-7A4148B7B5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33" name="Group 4532">
                          <a:extLst>
                            <a:ext uri="{FF2B5EF4-FFF2-40B4-BE49-F238E27FC236}">
                              <a16:creationId xmlns:a16="http://schemas.microsoft.com/office/drawing/2014/main" id="{1B8D92E1-FD6A-4F75-B4EE-21F4FA7C9EA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41" name="Group 4540">
                            <a:extLst>
                              <a:ext uri="{FF2B5EF4-FFF2-40B4-BE49-F238E27FC236}">
                                <a16:creationId xmlns:a16="http://schemas.microsoft.com/office/drawing/2014/main" id="{A7781969-C53F-4FF6-B187-4652CD5229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45" name="Rectangle 4544">
                              <a:extLst>
                                <a:ext uri="{FF2B5EF4-FFF2-40B4-BE49-F238E27FC236}">
                                  <a16:creationId xmlns:a16="http://schemas.microsoft.com/office/drawing/2014/main" id="{FCB60913-BEF3-4340-8BCB-A5D9E22C28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546" name="Rectangle 4545">
                              <a:extLst>
                                <a:ext uri="{FF2B5EF4-FFF2-40B4-BE49-F238E27FC236}">
                                  <a16:creationId xmlns:a16="http://schemas.microsoft.com/office/drawing/2014/main" id="{5B4EAF24-D708-45B0-8FA9-AF1363C143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42" name="Group 4541">
                            <a:extLst>
                              <a:ext uri="{FF2B5EF4-FFF2-40B4-BE49-F238E27FC236}">
                                <a16:creationId xmlns:a16="http://schemas.microsoft.com/office/drawing/2014/main" id="{FE8C754C-C742-4CB8-878D-6168C9C1945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43" name="Rectangle 4542">
                              <a:extLst>
                                <a:ext uri="{FF2B5EF4-FFF2-40B4-BE49-F238E27FC236}">
                                  <a16:creationId xmlns:a16="http://schemas.microsoft.com/office/drawing/2014/main" id="{E266ECE2-5800-4607-800B-EC00A24EF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544" name="Rectangle 4543">
                              <a:extLst>
                                <a:ext uri="{FF2B5EF4-FFF2-40B4-BE49-F238E27FC236}">
                                  <a16:creationId xmlns:a16="http://schemas.microsoft.com/office/drawing/2014/main" id="{A45FF345-43C0-4F32-B1BA-E892EB0A5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34" name="Group 4533">
                          <a:extLst>
                            <a:ext uri="{FF2B5EF4-FFF2-40B4-BE49-F238E27FC236}">
                              <a16:creationId xmlns:a16="http://schemas.microsoft.com/office/drawing/2014/main" id="{FA90A53C-75C0-4756-B1A4-D911CD8BA9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35" name="Group 4534">
                            <a:extLst>
                              <a:ext uri="{FF2B5EF4-FFF2-40B4-BE49-F238E27FC236}">
                                <a16:creationId xmlns:a16="http://schemas.microsoft.com/office/drawing/2014/main" id="{1BEFDCBD-313E-42AE-9604-46EE81EEFDB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9" name="Rectangle 4538">
                              <a:extLst>
                                <a:ext uri="{FF2B5EF4-FFF2-40B4-BE49-F238E27FC236}">
                                  <a16:creationId xmlns:a16="http://schemas.microsoft.com/office/drawing/2014/main" id="{B91997BC-0C09-4EE2-8859-4E87DFBABA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540" name="Rectangle 4539">
                              <a:extLst>
                                <a:ext uri="{FF2B5EF4-FFF2-40B4-BE49-F238E27FC236}">
                                  <a16:creationId xmlns:a16="http://schemas.microsoft.com/office/drawing/2014/main" id="{6780EB01-E40D-4B45-A55D-7E8D842E7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36" name="Group 4535">
                            <a:extLst>
                              <a:ext uri="{FF2B5EF4-FFF2-40B4-BE49-F238E27FC236}">
                                <a16:creationId xmlns:a16="http://schemas.microsoft.com/office/drawing/2014/main" id="{8C527F8F-9EA1-460C-8130-2211E75EB31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7" name="Rectangle 4536">
                              <a:extLst>
                                <a:ext uri="{FF2B5EF4-FFF2-40B4-BE49-F238E27FC236}">
                                  <a16:creationId xmlns:a16="http://schemas.microsoft.com/office/drawing/2014/main" id="{AC180638-EED5-4571-B8A2-8F774C0B13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538" name="Rectangle 4537">
                              <a:extLst>
                                <a:ext uri="{FF2B5EF4-FFF2-40B4-BE49-F238E27FC236}">
                                  <a16:creationId xmlns:a16="http://schemas.microsoft.com/office/drawing/2014/main" id="{FD76002D-378C-4AB4-A05A-6D7AEF6C49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518" name="Group 4517">
                        <a:extLst>
                          <a:ext uri="{FF2B5EF4-FFF2-40B4-BE49-F238E27FC236}">
                            <a16:creationId xmlns:a16="http://schemas.microsoft.com/office/drawing/2014/main" id="{56452561-8822-4662-87AE-6FE1DF9EE00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19" name="Group 4518">
                          <a:extLst>
                            <a:ext uri="{FF2B5EF4-FFF2-40B4-BE49-F238E27FC236}">
                              <a16:creationId xmlns:a16="http://schemas.microsoft.com/office/drawing/2014/main" id="{3629A39C-FCD6-432F-8534-E1E3D967AD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27" name="Group 4526">
                            <a:extLst>
                              <a:ext uri="{FF2B5EF4-FFF2-40B4-BE49-F238E27FC236}">
                                <a16:creationId xmlns:a16="http://schemas.microsoft.com/office/drawing/2014/main" id="{5F2A728D-29FD-442E-8926-3C5C102B2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31" name="Rectangle 4530">
                              <a:extLst>
                                <a:ext uri="{FF2B5EF4-FFF2-40B4-BE49-F238E27FC236}">
                                  <a16:creationId xmlns:a16="http://schemas.microsoft.com/office/drawing/2014/main" id="{00BBCDC9-BC88-47B7-BFD5-FDBBD7C1F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532" name="Rectangle 4531">
                              <a:extLst>
                                <a:ext uri="{FF2B5EF4-FFF2-40B4-BE49-F238E27FC236}">
                                  <a16:creationId xmlns:a16="http://schemas.microsoft.com/office/drawing/2014/main" id="{7338A149-2689-4895-8BCB-E475A9C622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28" name="Group 4527">
                            <a:extLst>
                              <a:ext uri="{FF2B5EF4-FFF2-40B4-BE49-F238E27FC236}">
                                <a16:creationId xmlns:a16="http://schemas.microsoft.com/office/drawing/2014/main" id="{67DD753E-7ED6-4B8C-9716-71EEDA7DA8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9" name="Rectangle 4528">
                              <a:extLst>
                                <a:ext uri="{FF2B5EF4-FFF2-40B4-BE49-F238E27FC236}">
                                  <a16:creationId xmlns:a16="http://schemas.microsoft.com/office/drawing/2014/main" id="{A19AF080-7299-4C33-B416-42DCD18B17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530" name="Rectangle 4529">
                              <a:extLst>
                                <a:ext uri="{FF2B5EF4-FFF2-40B4-BE49-F238E27FC236}">
                                  <a16:creationId xmlns:a16="http://schemas.microsoft.com/office/drawing/2014/main" id="{577DA429-4F85-4161-8720-7C7DE1753D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20" name="Group 4519">
                          <a:extLst>
                            <a:ext uri="{FF2B5EF4-FFF2-40B4-BE49-F238E27FC236}">
                              <a16:creationId xmlns:a16="http://schemas.microsoft.com/office/drawing/2014/main" id="{722E46A1-3F8C-49C2-B858-F48889A298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21" name="Group 4520">
                            <a:extLst>
                              <a:ext uri="{FF2B5EF4-FFF2-40B4-BE49-F238E27FC236}">
                                <a16:creationId xmlns:a16="http://schemas.microsoft.com/office/drawing/2014/main" id="{57FCB7FC-6741-4948-ACAA-19168D5D45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5" name="Rectangle 4524">
                              <a:extLst>
                                <a:ext uri="{FF2B5EF4-FFF2-40B4-BE49-F238E27FC236}">
                                  <a16:creationId xmlns:a16="http://schemas.microsoft.com/office/drawing/2014/main" id="{C14270BB-2F5A-4CB5-B2CA-DBBEC8D631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526" name="Rectangle 4525">
                              <a:extLst>
                                <a:ext uri="{FF2B5EF4-FFF2-40B4-BE49-F238E27FC236}">
                                  <a16:creationId xmlns:a16="http://schemas.microsoft.com/office/drawing/2014/main" id="{CA1F3914-3723-40C2-843D-0623D471E7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22" name="Group 4521">
                            <a:extLst>
                              <a:ext uri="{FF2B5EF4-FFF2-40B4-BE49-F238E27FC236}">
                                <a16:creationId xmlns:a16="http://schemas.microsoft.com/office/drawing/2014/main" id="{C3301B74-3E56-4FF4-9FE4-314B6DDF5F1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23" name="Rectangle 4522">
                              <a:extLst>
                                <a:ext uri="{FF2B5EF4-FFF2-40B4-BE49-F238E27FC236}">
                                  <a16:creationId xmlns:a16="http://schemas.microsoft.com/office/drawing/2014/main" id="{8CCAE368-E693-4F68-8785-689DAC5E22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524" name="Rectangle 4523">
                              <a:extLst>
                                <a:ext uri="{FF2B5EF4-FFF2-40B4-BE49-F238E27FC236}">
                                  <a16:creationId xmlns:a16="http://schemas.microsoft.com/office/drawing/2014/main" id="{1DA65788-F99B-4679-A602-CC1B43C8E5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486" name="Group 4485">
                      <a:extLst>
                        <a:ext uri="{FF2B5EF4-FFF2-40B4-BE49-F238E27FC236}">
                          <a16:creationId xmlns:a16="http://schemas.microsoft.com/office/drawing/2014/main" id="{F0157EB4-1E10-44E7-8E18-861C706039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87" name="Group 4486">
                        <a:extLst>
                          <a:ext uri="{FF2B5EF4-FFF2-40B4-BE49-F238E27FC236}">
                            <a16:creationId xmlns:a16="http://schemas.microsoft.com/office/drawing/2014/main" id="{541B17FE-1E42-4F6B-9B22-70D37B40364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503" name="Group 4502">
                          <a:extLst>
                            <a:ext uri="{FF2B5EF4-FFF2-40B4-BE49-F238E27FC236}">
                              <a16:creationId xmlns:a16="http://schemas.microsoft.com/office/drawing/2014/main" id="{60D65DD7-2B1B-4C06-98A9-94E20DD8060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11" name="Group 4510">
                            <a:extLst>
                              <a:ext uri="{FF2B5EF4-FFF2-40B4-BE49-F238E27FC236}">
                                <a16:creationId xmlns:a16="http://schemas.microsoft.com/office/drawing/2014/main" id="{31DB5FB0-330A-4DC0-B211-DDEC4781A04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15" name="Rectangle 4514">
                              <a:extLst>
                                <a:ext uri="{FF2B5EF4-FFF2-40B4-BE49-F238E27FC236}">
                                  <a16:creationId xmlns:a16="http://schemas.microsoft.com/office/drawing/2014/main" id="{B22D028A-1785-47B2-A16A-28A66ADCFD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516" name="Rectangle 4515">
                              <a:extLst>
                                <a:ext uri="{FF2B5EF4-FFF2-40B4-BE49-F238E27FC236}">
                                  <a16:creationId xmlns:a16="http://schemas.microsoft.com/office/drawing/2014/main" id="{AD5A9587-BA50-42C7-8938-60E06C5E0F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12" name="Group 4511">
                            <a:extLst>
                              <a:ext uri="{FF2B5EF4-FFF2-40B4-BE49-F238E27FC236}">
                                <a16:creationId xmlns:a16="http://schemas.microsoft.com/office/drawing/2014/main" id="{AAC66D27-0918-4134-8B4F-0643099E809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13" name="Rectangle 4512">
                              <a:extLst>
                                <a:ext uri="{FF2B5EF4-FFF2-40B4-BE49-F238E27FC236}">
                                  <a16:creationId xmlns:a16="http://schemas.microsoft.com/office/drawing/2014/main" id="{885513A4-4D86-4913-A443-39CD362EDB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514" name="Rectangle 4513">
                              <a:extLst>
                                <a:ext uri="{FF2B5EF4-FFF2-40B4-BE49-F238E27FC236}">
                                  <a16:creationId xmlns:a16="http://schemas.microsoft.com/office/drawing/2014/main" id="{34D25492-89DB-44C8-AA70-111C4F3FCE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504" name="Group 4503">
                          <a:extLst>
                            <a:ext uri="{FF2B5EF4-FFF2-40B4-BE49-F238E27FC236}">
                              <a16:creationId xmlns:a16="http://schemas.microsoft.com/office/drawing/2014/main" id="{508571B0-8394-4129-BFBC-48626791A0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505" name="Group 4504">
                            <a:extLst>
                              <a:ext uri="{FF2B5EF4-FFF2-40B4-BE49-F238E27FC236}">
                                <a16:creationId xmlns:a16="http://schemas.microsoft.com/office/drawing/2014/main" id="{EB5217FF-10E2-4D99-BF52-CE2B656B8B9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9" name="Rectangle 4508">
                              <a:extLst>
                                <a:ext uri="{FF2B5EF4-FFF2-40B4-BE49-F238E27FC236}">
                                  <a16:creationId xmlns:a16="http://schemas.microsoft.com/office/drawing/2014/main" id="{147A9212-13BA-466E-BCBB-6AC3D49BEA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510" name="Rectangle 4509">
                              <a:extLst>
                                <a:ext uri="{FF2B5EF4-FFF2-40B4-BE49-F238E27FC236}">
                                  <a16:creationId xmlns:a16="http://schemas.microsoft.com/office/drawing/2014/main" id="{28D53EBD-756D-4C3A-836F-5441FB80E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506" name="Group 4505">
                            <a:extLst>
                              <a:ext uri="{FF2B5EF4-FFF2-40B4-BE49-F238E27FC236}">
                                <a16:creationId xmlns:a16="http://schemas.microsoft.com/office/drawing/2014/main" id="{A4552877-61F9-4CBC-834C-D5B68A233C5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7" name="Rectangle 4506">
                              <a:extLst>
                                <a:ext uri="{FF2B5EF4-FFF2-40B4-BE49-F238E27FC236}">
                                  <a16:creationId xmlns:a16="http://schemas.microsoft.com/office/drawing/2014/main" id="{EFC8F6C6-3F2F-48DA-80BB-61C63A230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508" name="Rectangle 4507">
                              <a:extLst>
                                <a:ext uri="{FF2B5EF4-FFF2-40B4-BE49-F238E27FC236}">
                                  <a16:creationId xmlns:a16="http://schemas.microsoft.com/office/drawing/2014/main" id="{E141DF74-7BA3-42F2-A995-326A214009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88" name="Group 4487">
                        <a:extLst>
                          <a:ext uri="{FF2B5EF4-FFF2-40B4-BE49-F238E27FC236}">
                            <a16:creationId xmlns:a16="http://schemas.microsoft.com/office/drawing/2014/main" id="{DAB7841F-5522-4ADF-A268-AF049CC238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89" name="Group 4488">
                          <a:extLst>
                            <a:ext uri="{FF2B5EF4-FFF2-40B4-BE49-F238E27FC236}">
                              <a16:creationId xmlns:a16="http://schemas.microsoft.com/office/drawing/2014/main" id="{85A6C56A-7731-42C0-A076-4EB969FF23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97" name="Group 4496">
                            <a:extLst>
                              <a:ext uri="{FF2B5EF4-FFF2-40B4-BE49-F238E27FC236}">
                                <a16:creationId xmlns:a16="http://schemas.microsoft.com/office/drawing/2014/main" id="{909FBDBB-F9AF-4DBD-B03E-F28565A36C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501" name="Rectangle 4500">
                              <a:extLst>
                                <a:ext uri="{FF2B5EF4-FFF2-40B4-BE49-F238E27FC236}">
                                  <a16:creationId xmlns:a16="http://schemas.microsoft.com/office/drawing/2014/main" id="{1467C3D9-A2FC-4077-B34A-D7C79B6CB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502" name="Rectangle 4501">
                              <a:extLst>
                                <a:ext uri="{FF2B5EF4-FFF2-40B4-BE49-F238E27FC236}">
                                  <a16:creationId xmlns:a16="http://schemas.microsoft.com/office/drawing/2014/main" id="{1BA42544-BBDF-4C8E-9A5E-D41E8D3A57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98" name="Group 4497">
                            <a:extLst>
                              <a:ext uri="{FF2B5EF4-FFF2-40B4-BE49-F238E27FC236}">
                                <a16:creationId xmlns:a16="http://schemas.microsoft.com/office/drawing/2014/main" id="{7CF3215B-8DDC-4749-9F40-63B01D597F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9" name="Rectangle 4498">
                              <a:extLst>
                                <a:ext uri="{FF2B5EF4-FFF2-40B4-BE49-F238E27FC236}">
                                  <a16:creationId xmlns:a16="http://schemas.microsoft.com/office/drawing/2014/main" id="{AF544F5D-B09A-4087-9D1A-AC96003C97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500" name="Rectangle 4499">
                              <a:extLst>
                                <a:ext uri="{FF2B5EF4-FFF2-40B4-BE49-F238E27FC236}">
                                  <a16:creationId xmlns:a16="http://schemas.microsoft.com/office/drawing/2014/main" id="{01FB57BE-1A1F-47D2-B75C-E759BFC1BE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90" name="Group 4489">
                          <a:extLst>
                            <a:ext uri="{FF2B5EF4-FFF2-40B4-BE49-F238E27FC236}">
                              <a16:creationId xmlns:a16="http://schemas.microsoft.com/office/drawing/2014/main" id="{A832E4DF-3993-48AD-84E0-E75EF2AA81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91" name="Group 4490">
                            <a:extLst>
                              <a:ext uri="{FF2B5EF4-FFF2-40B4-BE49-F238E27FC236}">
                                <a16:creationId xmlns:a16="http://schemas.microsoft.com/office/drawing/2014/main" id="{92649145-9932-4278-BD67-459684A670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5" name="Rectangle 4494">
                              <a:extLst>
                                <a:ext uri="{FF2B5EF4-FFF2-40B4-BE49-F238E27FC236}">
                                  <a16:creationId xmlns:a16="http://schemas.microsoft.com/office/drawing/2014/main" id="{BEF238CF-095F-4D55-8888-54EFB30B2E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496" name="Rectangle 4495">
                              <a:extLst>
                                <a:ext uri="{FF2B5EF4-FFF2-40B4-BE49-F238E27FC236}">
                                  <a16:creationId xmlns:a16="http://schemas.microsoft.com/office/drawing/2014/main" id="{C928F365-2D78-4E52-AB69-F9787C5F7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92" name="Group 4491">
                            <a:extLst>
                              <a:ext uri="{FF2B5EF4-FFF2-40B4-BE49-F238E27FC236}">
                                <a16:creationId xmlns:a16="http://schemas.microsoft.com/office/drawing/2014/main" id="{706C3C00-3C2A-43D0-90D6-A36A039C1B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93" name="Rectangle 4492">
                              <a:extLst>
                                <a:ext uri="{FF2B5EF4-FFF2-40B4-BE49-F238E27FC236}">
                                  <a16:creationId xmlns:a16="http://schemas.microsoft.com/office/drawing/2014/main" id="{239057C3-E4D3-4DEC-B94A-CB8FC04826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494" name="Rectangle 4493">
                              <a:extLst>
                                <a:ext uri="{FF2B5EF4-FFF2-40B4-BE49-F238E27FC236}">
                                  <a16:creationId xmlns:a16="http://schemas.microsoft.com/office/drawing/2014/main" id="{2B2BA72D-6955-4CFF-9153-A907A6DA9D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422" name="Group 4421">
                    <a:extLst>
                      <a:ext uri="{FF2B5EF4-FFF2-40B4-BE49-F238E27FC236}">
                        <a16:creationId xmlns:a16="http://schemas.microsoft.com/office/drawing/2014/main" id="{D6DCFA85-3B8F-4492-B842-1F7E9140A1D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423" name="Group 4422">
                      <a:extLst>
                        <a:ext uri="{FF2B5EF4-FFF2-40B4-BE49-F238E27FC236}">
                          <a16:creationId xmlns:a16="http://schemas.microsoft.com/office/drawing/2014/main" id="{F2712335-913B-4629-9717-93A8D679D4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55" name="Group 4454">
                        <a:extLst>
                          <a:ext uri="{FF2B5EF4-FFF2-40B4-BE49-F238E27FC236}">
                            <a16:creationId xmlns:a16="http://schemas.microsoft.com/office/drawing/2014/main" id="{11F6603C-C7CE-4A25-8C15-EF14FFEDA3E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71" name="Group 4470">
                          <a:extLst>
                            <a:ext uri="{FF2B5EF4-FFF2-40B4-BE49-F238E27FC236}">
                              <a16:creationId xmlns:a16="http://schemas.microsoft.com/office/drawing/2014/main" id="{0217AF46-C6C0-4F06-9CB6-2431763B41B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79" name="Group 4478">
                            <a:extLst>
                              <a:ext uri="{FF2B5EF4-FFF2-40B4-BE49-F238E27FC236}">
                                <a16:creationId xmlns:a16="http://schemas.microsoft.com/office/drawing/2014/main" id="{C581FDEE-D473-4FE3-93E5-B0901FA063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83" name="Rectangle 4482">
                              <a:extLst>
                                <a:ext uri="{FF2B5EF4-FFF2-40B4-BE49-F238E27FC236}">
                                  <a16:creationId xmlns:a16="http://schemas.microsoft.com/office/drawing/2014/main" id="{E14CC7E7-0EA5-46B7-A683-EEDAE88ED2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484" name="Rectangle 4483">
                              <a:extLst>
                                <a:ext uri="{FF2B5EF4-FFF2-40B4-BE49-F238E27FC236}">
                                  <a16:creationId xmlns:a16="http://schemas.microsoft.com/office/drawing/2014/main" id="{45B2CE36-B12F-4468-8B09-AAF00D42CE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80" name="Group 4479">
                            <a:extLst>
                              <a:ext uri="{FF2B5EF4-FFF2-40B4-BE49-F238E27FC236}">
                                <a16:creationId xmlns:a16="http://schemas.microsoft.com/office/drawing/2014/main" id="{489B2453-429E-4D2D-BAD2-079B9A00B1C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81" name="Rectangle 4480">
                              <a:extLst>
                                <a:ext uri="{FF2B5EF4-FFF2-40B4-BE49-F238E27FC236}">
                                  <a16:creationId xmlns:a16="http://schemas.microsoft.com/office/drawing/2014/main" id="{05F5BF49-DFE5-48A2-A64B-81A3B8CCB4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482" name="Rectangle 4481">
                              <a:extLst>
                                <a:ext uri="{FF2B5EF4-FFF2-40B4-BE49-F238E27FC236}">
                                  <a16:creationId xmlns:a16="http://schemas.microsoft.com/office/drawing/2014/main" id="{D85E7A3B-97E1-4E07-9BEB-5388C2F4EE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72" name="Group 4471">
                          <a:extLst>
                            <a:ext uri="{FF2B5EF4-FFF2-40B4-BE49-F238E27FC236}">
                              <a16:creationId xmlns:a16="http://schemas.microsoft.com/office/drawing/2014/main" id="{770A8B5F-66AC-4CCB-AC89-E797088F7C5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73" name="Group 4472">
                            <a:extLst>
                              <a:ext uri="{FF2B5EF4-FFF2-40B4-BE49-F238E27FC236}">
                                <a16:creationId xmlns:a16="http://schemas.microsoft.com/office/drawing/2014/main" id="{7D932B94-9550-4156-8AB2-4134CAA624C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77" name="Rectangle 4476">
                              <a:extLst>
                                <a:ext uri="{FF2B5EF4-FFF2-40B4-BE49-F238E27FC236}">
                                  <a16:creationId xmlns:a16="http://schemas.microsoft.com/office/drawing/2014/main" id="{34927844-76B7-4EDA-86F8-ADE2062968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478" name="Rectangle 4477">
                              <a:extLst>
                                <a:ext uri="{FF2B5EF4-FFF2-40B4-BE49-F238E27FC236}">
                                  <a16:creationId xmlns:a16="http://schemas.microsoft.com/office/drawing/2014/main" id="{921E05ED-8930-450D-A4F8-27412577EA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74" name="Group 4473">
                            <a:extLst>
                              <a:ext uri="{FF2B5EF4-FFF2-40B4-BE49-F238E27FC236}">
                                <a16:creationId xmlns:a16="http://schemas.microsoft.com/office/drawing/2014/main" id="{1113D08D-FB88-4F6E-A72A-7CF72D58A7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75" name="Rectangle 4474">
                              <a:extLst>
                                <a:ext uri="{FF2B5EF4-FFF2-40B4-BE49-F238E27FC236}">
                                  <a16:creationId xmlns:a16="http://schemas.microsoft.com/office/drawing/2014/main" id="{8A33C58A-B21D-4079-987F-FC6CCA1997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476" name="Rectangle 4475">
                              <a:extLst>
                                <a:ext uri="{FF2B5EF4-FFF2-40B4-BE49-F238E27FC236}">
                                  <a16:creationId xmlns:a16="http://schemas.microsoft.com/office/drawing/2014/main" id="{73FAC046-E36D-4184-812A-EFABAD676F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56" name="Group 4455">
                        <a:extLst>
                          <a:ext uri="{FF2B5EF4-FFF2-40B4-BE49-F238E27FC236}">
                            <a16:creationId xmlns:a16="http://schemas.microsoft.com/office/drawing/2014/main" id="{D235BC0D-0767-4B47-B962-7BBB6C81A07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57" name="Group 4456">
                          <a:extLst>
                            <a:ext uri="{FF2B5EF4-FFF2-40B4-BE49-F238E27FC236}">
                              <a16:creationId xmlns:a16="http://schemas.microsoft.com/office/drawing/2014/main" id="{07D41C12-CFC8-47C6-B272-8E597D5289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65" name="Group 4464">
                            <a:extLst>
                              <a:ext uri="{FF2B5EF4-FFF2-40B4-BE49-F238E27FC236}">
                                <a16:creationId xmlns:a16="http://schemas.microsoft.com/office/drawing/2014/main" id="{8D119570-7583-4E32-B5EF-FC5AD429AB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9" name="Rectangle 4468">
                              <a:extLst>
                                <a:ext uri="{FF2B5EF4-FFF2-40B4-BE49-F238E27FC236}">
                                  <a16:creationId xmlns:a16="http://schemas.microsoft.com/office/drawing/2014/main" id="{0622F98B-1A89-4BFE-A155-2FEDF0B82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470" name="Rectangle 4469">
                              <a:extLst>
                                <a:ext uri="{FF2B5EF4-FFF2-40B4-BE49-F238E27FC236}">
                                  <a16:creationId xmlns:a16="http://schemas.microsoft.com/office/drawing/2014/main" id="{BD1DE7C5-8376-457B-B7FA-914A0DD7C1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66" name="Group 4465">
                            <a:extLst>
                              <a:ext uri="{FF2B5EF4-FFF2-40B4-BE49-F238E27FC236}">
                                <a16:creationId xmlns:a16="http://schemas.microsoft.com/office/drawing/2014/main" id="{72EC90AC-913E-4BAD-A20D-9B000D295B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7" name="Rectangle 4466">
                              <a:extLst>
                                <a:ext uri="{FF2B5EF4-FFF2-40B4-BE49-F238E27FC236}">
                                  <a16:creationId xmlns:a16="http://schemas.microsoft.com/office/drawing/2014/main" id="{0ECBFE64-E6D6-481C-8414-51FD35C15C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468" name="Rectangle 4467">
                              <a:extLst>
                                <a:ext uri="{FF2B5EF4-FFF2-40B4-BE49-F238E27FC236}">
                                  <a16:creationId xmlns:a16="http://schemas.microsoft.com/office/drawing/2014/main" id="{15F95168-17DB-468D-ACF1-477A64DAAD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58" name="Group 4457">
                          <a:extLst>
                            <a:ext uri="{FF2B5EF4-FFF2-40B4-BE49-F238E27FC236}">
                              <a16:creationId xmlns:a16="http://schemas.microsoft.com/office/drawing/2014/main" id="{E195D894-B4ED-44FA-8B73-E4D90003C60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59" name="Group 4458">
                            <a:extLst>
                              <a:ext uri="{FF2B5EF4-FFF2-40B4-BE49-F238E27FC236}">
                                <a16:creationId xmlns:a16="http://schemas.microsoft.com/office/drawing/2014/main" id="{88DF1855-23AA-4E46-A00F-FB521E0C6B2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3" name="Rectangle 4462">
                              <a:extLst>
                                <a:ext uri="{FF2B5EF4-FFF2-40B4-BE49-F238E27FC236}">
                                  <a16:creationId xmlns:a16="http://schemas.microsoft.com/office/drawing/2014/main" id="{29F683AD-736F-43AB-9903-656CD5BB29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464" name="Rectangle 4463">
                              <a:extLst>
                                <a:ext uri="{FF2B5EF4-FFF2-40B4-BE49-F238E27FC236}">
                                  <a16:creationId xmlns:a16="http://schemas.microsoft.com/office/drawing/2014/main" id="{751B91AF-171E-4B26-95E2-E3AA4E24BA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60" name="Group 4459">
                            <a:extLst>
                              <a:ext uri="{FF2B5EF4-FFF2-40B4-BE49-F238E27FC236}">
                                <a16:creationId xmlns:a16="http://schemas.microsoft.com/office/drawing/2014/main" id="{7AC6BFDD-D3E2-4FAD-AAF8-8EADBE2B33A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61" name="Rectangle 4460">
                              <a:extLst>
                                <a:ext uri="{FF2B5EF4-FFF2-40B4-BE49-F238E27FC236}">
                                  <a16:creationId xmlns:a16="http://schemas.microsoft.com/office/drawing/2014/main" id="{E458F168-F53F-4A10-8462-1593919959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462" name="Rectangle 4461">
                              <a:extLst>
                                <a:ext uri="{FF2B5EF4-FFF2-40B4-BE49-F238E27FC236}">
                                  <a16:creationId xmlns:a16="http://schemas.microsoft.com/office/drawing/2014/main" id="{EC718B2D-68E4-4D5D-BB39-15B465E7DB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424" name="Group 4423">
                      <a:extLst>
                        <a:ext uri="{FF2B5EF4-FFF2-40B4-BE49-F238E27FC236}">
                          <a16:creationId xmlns:a16="http://schemas.microsoft.com/office/drawing/2014/main" id="{A6883E3F-E6D7-4555-9C7A-2186D78E34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425" name="Group 4424">
                        <a:extLst>
                          <a:ext uri="{FF2B5EF4-FFF2-40B4-BE49-F238E27FC236}">
                            <a16:creationId xmlns:a16="http://schemas.microsoft.com/office/drawing/2014/main" id="{F395B26D-8A45-4F86-956D-2ED836A07B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41" name="Group 4440">
                          <a:extLst>
                            <a:ext uri="{FF2B5EF4-FFF2-40B4-BE49-F238E27FC236}">
                              <a16:creationId xmlns:a16="http://schemas.microsoft.com/office/drawing/2014/main" id="{36139C8B-3584-4D60-82F3-ED0BE5CFC2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49" name="Group 4448">
                            <a:extLst>
                              <a:ext uri="{FF2B5EF4-FFF2-40B4-BE49-F238E27FC236}">
                                <a16:creationId xmlns:a16="http://schemas.microsoft.com/office/drawing/2014/main" id="{2EE90B34-C770-4417-8F93-7EF1E40F1C8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53" name="Rectangle 4452">
                              <a:extLst>
                                <a:ext uri="{FF2B5EF4-FFF2-40B4-BE49-F238E27FC236}">
                                  <a16:creationId xmlns:a16="http://schemas.microsoft.com/office/drawing/2014/main" id="{57B3A38A-6FA7-4E8E-8091-3F74C9D3C5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454" name="Rectangle 4453">
                              <a:extLst>
                                <a:ext uri="{FF2B5EF4-FFF2-40B4-BE49-F238E27FC236}">
                                  <a16:creationId xmlns:a16="http://schemas.microsoft.com/office/drawing/2014/main" id="{F8F4BE0C-2D26-4F07-A0EC-E30629C057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50" name="Group 4449">
                            <a:extLst>
                              <a:ext uri="{FF2B5EF4-FFF2-40B4-BE49-F238E27FC236}">
                                <a16:creationId xmlns:a16="http://schemas.microsoft.com/office/drawing/2014/main" id="{CAC67B7D-F9E0-48E5-B6F3-8B2E46FA69D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51" name="Rectangle 4450">
                              <a:extLst>
                                <a:ext uri="{FF2B5EF4-FFF2-40B4-BE49-F238E27FC236}">
                                  <a16:creationId xmlns:a16="http://schemas.microsoft.com/office/drawing/2014/main" id="{17CA19DE-43B3-4988-B5F6-E334E3F79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452" name="Rectangle 4451">
                              <a:extLst>
                                <a:ext uri="{FF2B5EF4-FFF2-40B4-BE49-F238E27FC236}">
                                  <a16:creationId xmlns:a16="http://schemas.microsoft.com/office/drawing/2014/main" id="{8DC0ADF6-C81B-466D-B404-C2425F6FFE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42" name="Group 4441">
                          <a:extLst>
                            <a:ext uri="{FF2B5EF4-FFF2-40B4-BE49-F238E27FC236}">
                              <a16:creationId xmlns:a16="http://schemas.microsoft.com/office/drawing/2014/main" id="{27E3A6DA-F0BF-4A7E-B28D-B5FCD023D0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43" name="Group 4442">
                            <a:extLst>
                              <a:ext uri="{FF2B5EF4-FFF2-40B4-BE49-F238E27FC236}">
                                <a16:creationId xmlns:a16="http://schemas.microsoft.com/office/drawing/2014/main" id="{10DA8A02-1683-4D9D-ABAD-12BF04FB2D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47" name="Rectangle 4446">
                              <a:extLst>
                                <a:ext uri="{FF2B5EF4-FFF2-40B4-BE49-F238E27FC236}">
                                  <a16:creationId xmlns:a16="http://schemas.microsoft.com/office/drawing/2014/main" id="{56A24475-31D2-4653-8835-848E9C4B9B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448" name="Rectangle 4447">
                              <a:extLst>
                                <a:ext uri="{FF2B5EF4-FFF2-40B4-BE49-F238E27FC236}">
                                  <a16:creationId xmlns:a16="http://schemas.microsoft.com/office/drawing/2014/main" id="{8A2D94C6-F289-4843-BE9E-72A9C138C8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44" name="Group 4443">
                            <a:extLst>
                              <a:ext uri="{FF2B5EF4-FFF2-40B4-BE49-F238E27FC236}">
                                <a16:creationId xmlns:a16="http://schemas.microsoft.com/office/drawing/2014/main" id="{31029C29-F808-403C-A589-100FED17ACC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45" name="Rectangle 4444">
                              <a:extLst>
                                <a:ext uri="{FF2B5EF4-FFF2-40B4-BE49-F238E27FC236}">
                                  <a16:creationId xmlns:a16="http://schemas.microsoft.com/office/drawing/2014/main" id="{760185B3-A787-4058-8D8A-D610DC350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446" name="Rectangle 4445">
                              <a:extLst>
                                <a:ext uri="{FF2B5EF4-FFF2-40B4-BE49-F238E27FC236}">
                                  <a16:creationId xmlns:a16="http://schemas.microsoft.com/office/drawing/2014/main" id="{91111C00-8A1D-4D3B-9520-073D6182C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426" name="Group 4425">
                        <a:extLst>
                          <a:ext uri="{FF2B5EF4-FFF2-40B4-BE49-F238E27FC236}">
                            <a16:creationId xmlns:a16="http://schemas.microsoft.com/office/drawing/2014/main" id="{58B89C17-ADC9-4CDE-AC9C-BE01D44E88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27" name="Group 4426">
                          <a:extLst>
                            <a:ext uri="{FF2B5EF4-FFF2-40B4-BE49-F238E27FC236}">
                              <a16:creationId xmlns:a16="http://schemas.microsoft.com/office/drawing/2014/main" id="{059F4F5B-5533-43AE-8026-56F8267004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35" name="Group 4434">
                            <a:extLst>
                              <a:ext uri="{FF2B5EF4-FFF2-40B4-BE49-F238E27FC236}">
                                <a16:creationId xmlns:a16="http://schemas.microsoft.com/office/drawing/2014/main" id="{6ABB5D33-D2F3-4F8E-A0AC-8A147CC7CCD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9" name="Rectangle 4438">
                              <a:extLst>
                                <a:ext uri="{FF2B5EF4-FFF2-40B4-BE49-F238E27FC236}">
                                  <a16:creationId xmlns:a16="http://schemas.microsoft.com/office/drawing/2014/main" id="{F391282A-53B4-4DE7-A190-673C89323A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440" name="Rectangle 4439">
                              <a:extLst>
                                <a:ext uri="{FF2B5EF4-FFF2-40B4-BE49-F238E27FC236}">
                                  <a16:creationId xmlns:a16="http://schemas.microsoft.com/office/drawing/2014/main" id="{D1AC3839-95CA-44E3-BDB3-B4656AC53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36" name="Group 4435">
                            <a:extLst>
                              <a:ext uri="{FF2B5EF4-FFF2-40B4-BE49-F238E27FC236}">
                                <a16:creationId xmlns:a16="http://schemas.microsoft.com/office/drawing/2014/main" id="{DA2B6E64-0146-48F7-BF4D-B8D9106DCB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7" name="Rectangle 4436">
                              <a:extLst>
                                <a:ext uri="{FF2B5EF4-FFF2-40B4-BE49-F238E27FC236}">
                                  <a16:creationId xmlns:a16="http://schemas.microsoft.com/office/drawing/2014/main" id="{8C9309E1-6917-417B-A9A4-76E1CFBD5F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438" name="Rectangle 4437">
                              <a:extLst>
                                <a:ext uri="{FF2B5EF4-FFF2-40B4-BE49-F238E27FC236}">
                                  <a16:creationId xmlns:a16="http://schemas.microsoft.com/office/drawing/2014/main" id="{582129CA-D704-46BB-9E49-B647BBFD75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28" name="Group 4427">
                          <a:extLst>
                            <a:ext uri="{FF2B5EF4-FFF2-40B4-BE49-F238E27FC236}">
                              <a16:creationId xmlns:a16="http://schemas.microsoft.com/office/drawing/2014/main" id="{CD424D3F-DB4B-442D-9D97-89D62B91E32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29" name="Group 4428">
                            <a:extLst>
                              <a:ext uri="{FF2B5EF4-FFF2-40B4-BE49-F238E27FC236}">
                                <a16:creationId xmlns:a16="http://schemas.microsoft.com/office/drawing/2014/main" id="{1CF36CB8-A49B-473C-AE51-57BA5A32E6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3" name="Rectangle 4432">
                              <a:extLst>
                                <a:ext uri="{FF2B5EF4-FFF2-40B4-BE49-F238E27FC236}">
                                  <a16:creationId xmlns:a16="http://schemas.microsoft.com/office/drawing/2014/main" id="{3E47DAA2-0519-4D58-803F-22222E8FD8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434" name="Rectangle 4433">
                              <a:extLst>
                                <a:ext uri="{FF2B5EF4-FFF2-40B4-BE49-F238E27FC236}">
                                  <a16:creationId xmlns:a16="http://schemas.microsoft.com/office/drawing/2014/main" id="{D3D0D5EC-DEF9-4575-B9BD-D6E762B81C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30" name="Group 4429">
                            <a:extLst>
                              <a:ext uri="{FF2B5EF4-FFF2-40B4-BE49-F238E27FC236}">
                                <a16:creationId xmlns:a16="http://schemas.microsoft.com/office/drawing/2014/main" id="{3861BFAA-B65E-4395-97D4-276395A960C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31" name="Rectangle 4430">
                              <a:extLst>
                                <a:ext uri="{FF2B5EF4-FFF2-40B4-BE49-F238E27FC236}">
                                  <a16:creationId xmlns:a16="http://schemas.microsoft.com/office/drawing/2014/main" id="{4B878914-E12E-433C-9541-ED1EFB696F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432" name="Rectangle 4431">
                              <a:extLst>
                                <a:ext uri="{FF2B5EF4-FFF2-40B4-BE49-F238E27FC236}">
                                  <a16:creationId xmlns:a16="http://schemas.microsoft.com/office/drawing/2014/main" id="{0F850B91-4262-4C84-99E5-2A7E501C96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294" name="Group 4293">
                  <a:extLst>
                    <a:ext uri="{FF2B5EF4-FFF2-40B4-BE49-F238E27FC236}">
                      <a16:creationId xmlns:a16="http://schemas.microsoft.com/office/drawing/2014/main" id="{27FB65C5-CFD6-451F-833F-543C7CDC6335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295" name="Group 4294">
                    <a:extLst>
                      <a:ext uri="{FF2B5EF4-FFF2-40B4-BE49-F238E27FC236}">
                        <a16:creationId xmlns:a16="http://schemas.microsoft.com/office/drawing/2014/main" id="{CE08626E-7662-42CA-954D-9188E86D3B9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359" name="Group 4358">
                      <a:extLst>
                        <a:ext uri="{FF2B5EF4-FFF2-40B4-BE49-F238E27FC236}">
                          <a16:creationId xmlns:a16="http://schemas.microsoft.com/office/drawing/2014/main" id="{2AE107DE-B7D0-462F-A26A-DACDAE32E7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91" name="Group 4390">
                        <a:extLst>
                          <a:ext uri="{FF2B5EF4-FFF2-40B4-BE49-F238E27FC236}">
                            <a16:creationId xmlns:a16="http://schemas.microsoft.com/office/drawing/2014/main" id="{E4AB8393-D18B-48B1-86B3-A400B46E92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407" name="Group 4406">
                          <a:extLst>
                            <a:ext uri="{FF2B5EF4-FFF2-40B4-BE49-F238E27FC236}">
                              <a16:creationId xmlns:a16="http://schemas.microsoft.com/office/drawing/2014/main" id="{9B4F853F-C0B4-4918-9782-D7396CCDE91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15" name="Group 4414">
                            <a:extLst>
                              <a:ext uri="{FF2B5EF4-FFF2-40B4-BE49-F238E27FC236}">
                                <a16:creationId xmlns:a16="http://schemas.microsoft.com/office/drawing/2014/main" id="{3F4FC18A-9FFC-4A38-A1BA-043A8C0027F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9" name="Rectangle 4418">
                              <a:extLst>
                                <a:ext uri="{FF2B5EF4-FFF2-40B4-BE49-F238E27FC236}">
                                  <a16:creationId xmlns:a16="http://schemas.microsoft.com/office/drawing/2014/main" id="{8B2A7FEB-ECB0-4B4C-BF5D-220F101429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420" name="Rectangle 4419">
                              <a:extLst>
                                <a:ext uri="{FF2B5EF4-FFF2-40B4-BE49-F238E27FC236}">
                                  <a16:creationId xmlns:a16="http://schemas.microsoft.com/office/drawing/2014/main" id="{79CA0D2B-108C-4000-848D-DE7864A643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16" name="Group 4415">
                            <a:extLst>
                              <a:ext uri="{FF2B5EF4-FFF2-40B4-BE49-F238E27FC236}">
                                <a16:creationId xmlns:a16="http://schemas.microsoft.com/office/drawing/2014/main" id="{DB0E549A-DBFE-4EC2-AA30-833330DF907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7" name="Rectangle 4416">
                              <a:extLst>
                                <a:ext uri="{FF2B5EF4-FFF2-40B4-BE49-F238E27FC236}">
                                  <a16:creationId xmlns:a16="http://schemas.microsoft.com/office/drawing/2014/main" id="{D82E3A6F-A9C1-4237-8235-2CE9568D47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418" name="Rectangle 4417">
                              <a:extLst>
                                <a:ext uri="{FF2B5EF4-FFF2-40B4-BE49-F238E27FC236}">
                                  <a16:creationId xmlns:a16="http://schemas.microsoft.com/office/drawing/2014/main" id="{F33FAF1E-35FC-4D18-BCED-F97EC231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408" name="Group 4407">
                          <a:extLst>
                            <a:ext uri="{FF2B5EF4-FFF2-40B4-BE49-F238E27FC236}">
                              <a16:creationId xmlns:a16="http://schemas.microsoft.com/office/drawing/2014/main" id="{E338BB41-EC1C-4582-BB38-C1946472FB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09" name="Group 4408">
                            <a:extLst>
                              <a:ext uri="{FF2B5EF4-FFF2-40B4-BE49-F238E27FC236}">
                                <a16:creationId xmlns:a16="http://schemas.microsoft.com/office/drawing/2014/main" id="{6B64EF37-4BBC-416D-9763-DF619AA9F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3" name="Rectangle 4412">
                              <a:extLst>
                                <a:ext uri="{FF2B5EF4-FFF2-40B4-BE49-F238E27FC236}">
                                  <a16:creationId xmlns:a16="http://schemas.microsoft.com/office/drawing/2014/main" id="{4AF7915E-8DC7-48DA-80F0-10F6851D00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414" name="Rectangle 4413">
                              <a:extLst>
                                <a:ext uri="{FF2B5EF4-FFF2-40B4-BE49-F238E27FC236}">
                                  <a16:creationId xmlns:a16="http://schemas.microsoft.com/office/drawing/2014/main" id="{EC593641-1A14-41DC-B097-2656E6F9FE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10" name="Group 4409">
                            <a:extLst>
                              <a:ext uri="{FF2B5EF4-FFF2-40B4-BE49-F238E27FC236}">
                                <a16:creationId xmlns:a16="http://schemas.microsoft.com/office/drawing/2014/main" id="{32D1B028-A6E6-43C0-A660-8210DE6DFB8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11" name="Rectangle 4410">
                              <a:extLst>
                                <a:ext uri="{FF2B5EF4-FFF2-40B4-BE49-F238E27FC236}">
                                  <a16:creationId xmlns:a16="http://schemas.microsoft.com/office/drawing/2014/main" id="{0EC3C121-D8E0-4AC7-A756-D0C2F7AD2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412" name="Rectangle 4411">
                              <a:extLst>
                                <a:ext uri="{FF2B5EF4-FFF2-40B4-BE49-F238E27FC236}">
                                  <a16:creationId xmlns:a16="http://schemas.microsoft.com/office/drawing/2014/main" id="{78FC9592-2185-4E13-832F-9B8320286F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92" name="Group 4391">
                        <a:extLst>
                          <a:ext uri="{FF2B5EF4-FFF2-40B4-BE49-F238E27FC236}">
                            <a16:creationId xmlns:a16="http://schemas.microsoft.com/office/drawing/2014/main" id="{78C67D9D-E509-4085-A1B4-830978E80C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93" name="Group 4392">
                          <a:extLst>
                            <a:ext uri="{FF2B5EF4-FFF2-40B4-BE49-F238E27FC236}">
                              <a16:creationId xmlns:a16="http://schemas.microsoft.com/office/drawing/2014/main" id="{8CE4136E-260E-4C3D-9CD0-FAD358212EE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401" name="Group 4400">
                            <a:extLst>
                              <a:ext uri="{FF2B5EF4-FFF2-40B4-BE49-F238E27FC236}">
                                <a16:creationId xmlns:a16="http://schemas.microsoft.com/office/drawing/2014/main" id="{20DB4EA8-D117-415A-81D2-7BEF77511A1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05" name="Rectangle 4404">
                              <a:extLst>
                                <a:ext uri="{FF2B5EF4-FFF2-40B4-BE49-F238E27FC236}">
                                  <a16:creationId xmlns:a16="http://schemas.microsoft.com/office/drawing/2014/main" id="{F4E8CC19-8C82-45DB-8929-51A86570AC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406" name="Rectangle 4405">
                              <a:extLst>
                                <a:ext uri="{FF2B5EF4-FFF2-40B4-BE49-F238E27FC236}">
                                  <a16:creationId xmlns:a16="http://schemas.microsoft.com/office/drawing/2014/main" id="{76FEEDB0-0B07-4068-B769-E907803C7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402" name="Group 4401">
                            <a:extLst>
                              <a:ext uri="{FF2B5EF4-FFF2-40B4-BE49-F238E27FC236}">
                                <a16:creationId xmlns:a16="http://schemas.microsoft.com/office/drawing/2014/main" id="{48F8C601-1DCB-4325-BC83-7113477F923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403" name="Rectangle 4402">
                              <a:extLst>
                                <a:ext uri="{FF2B5EF4-FFF2-40B4-BE49-F238E27FC236}">
                                  <a16:creationId xmlns:a16="http://schemas.microsoft.com/office/drawing/2014/main" id="{AAAACD05-136A-40C7-9969-48897F0D14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404" name="Rectangle 4403">
                              <a:extLst>
                                <a:ext uri="{FF2B5EF4-FFF2-40B4-BE49-F238E27FC236}">
                                  <a16:creationId xmlns:a16="http://schemas.microsoft.com/office/drawing/2014/main" id="{BEB4C516-2777-49C7-A488-495CBBAF7F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94" name="Group 4393">
                          <a:extLst>
                            <a:ext uri="{FF2B5EF4-FFF2-40B4-BE49-F238E27FC236}">
                              <a16:creationId xmlns:a16="http://schemas.microsoft.com/office/drawing/2014/main" id="{90F3412D-B3FC-4277-ABE1-2EA6BF1AC1C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95" name="Group 4394">
                            <a:extLst>
                              <a:ext uri="{FF2B5EF4-FFF2-40B4-BE49-F238E27FC236}">
                                <a16:creationId xmlns:a16="http://schemas.microsoft.com/office/drawing/2014/main" id="{F6796298-8237-4530-96A4-4E8E544182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99" name="Rectangle 4398">
                              <a:extLst>
                                <a:ext uri="{FF2B5EF4-FFF2-40B4-BE49-F238E27FC236}">
                                  <a16:creationId xmlns:a16="http://schemas.microsoft.com/office/drawing/2014/main" id="{3F186BA5-21F9-46D6-B0C5-F958597A18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400" name="Rectangle 4399">
                              <a:extLst>
                                <a:ext uri="{FF2B5EF4-FFF2-40B4-BE49-F238E27FC236}">
                                  <a16:creationId xmlns:a16="http://schemas.microsoft.com/office/drawing/2014/main" id="{7CF1EF9D-479E-4762-A70B-C65C8A3383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96" name="Group 4395">
                            <a:extLst>
                              <a:ext uri="{FF2B5EF4-FFF2-40B4-BE49-F238E27FC236}">
                                <a16:creationId xmlns:a16="http://schemas.microsoft.com/office/drawing/2014/main" id="{4D13D007-CD9F-47FC-9C1F-6F54977F87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97" name="Rectangle 4396">
                              <a:extLst>
                                <a:ext uri="{FF2B5EF4-FFF2-40B4-BE49-F238E27FC236}">
                                  <a16:creationId xmlns:a16="http://schemas.microsoft.com/office/drawing/2014/main" id="{B4DECFDE-7FCC-4E00-A11D-6F0AB150F3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398" name="Rectangle 4397">
                              <a:extLst>
                                <a:ext uri="{FF2B5EF4-FFF2-40B4-BE49-F238E27FC236}">
                                  <a16:creationId xmlns:a16="http://schemas.microsoft.com/office/drawing/2014/main" id="{4B76B33C-CBCC-424B-B905-5B467F1DC9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360" name="Group 4359">
                      <a:extLst>
                        <a:ext uri="{FF2B5EF4-FFF2-40B4-BE49-F238E27FC236}">
                          <a16:creationId xmlns:a16="http://schemas.microsoft.com/office/drawing/2014/main" id="{21C315AA-4C26-4DEB-9929-5B53A75B86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61" name="Group 4360">
                        <a:extLst>
                          <a:ext uri="{FF2B5EF4-FFF2-40B4-BE49-F238E27FC236}">
                            <a16:creationId xmlns:a16="http://schemas.microsoft.com/office/drawing/2014/main" id="{694E663D-E332-461C-A12E-BD2E6801C76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77" name="Group 4376">
                          <a:extLst>
                            <a:ext uri="{FF2B5EF4-FFF2-40B4-BE49-F238E27FC236}">
                              <a16:creationId xmlns:a16="http://schemas.microsoft.com/office/drawing/2014/main" id="{67AE999D-8C34-4A24-9775-6161DFF844F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85" name="Group 4384">
                            <a:extLst>
                              <a:ext uri="{FF2B5EF4-FFF2-40B4-BE49-F238E27FC236}">
                                <a16:creationId xmlns:a16="http://schemas.microsoft.com/office/drawing/2014/main" id="{7CBE595A-15E5-4005-B6A9-9F97699ACA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9" name="Rectangle 4388">
                              <a:extLst>
                                <a:ext uri="{FF2B5EF4-FFF2-40B4-BE49-F238E27FC236}">
                                  <a16:creationId xmlns:a16="http://schemas.microsoft.com/office/drawing/2014/main" id="{60F0BC13-94E3-4304-B068-77255B1A16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390" name="Rectangle 4389">
                              <a:extLst>
                                <a:ext uri="{FF2B5EF4-FFF2-40B4-BE49-F238E27FC236}">
                                  <a16:creationId xmlns:a16="http://schemas.microsoft.com/office/drawing/2014/main" id="{F54A0918-C1C2-499A-9B13-3FDD0AB242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86" name="Group 4385">
                            <a:extLst>
                              <a:ext uri="{FF2B5EF4-FFF2-40B4-BE49-F238E27FC236}">
                                <a16:creationId xmlns:a16="http://schemas.microsoft.com/office/drawing/2014/main" id="{019915DF-E364-4A5B-B7A8-D3C8D3C8A2C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7" name="Rectangle 4386">
                              <a:extLst>
                                <a:ext uri="{FF2B5EF4-FFF2-40B4-BE49-F238E27FC236}">
                                  <a16:creationId xmlns:a16="http://schemas.microsoft.com/office/drawing/2014/main" id="{7E11C8F9-F34E-448D-9378-475977B68A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388" name="Rectangle 4387">
                              <a:extLst>
                                <a:ext uri="{FF2B5EF4-FFF2-40B4-BE49-F238E27FC236}">
                                  <a16:creationId xmlns:a16="http://schemas.microsoft.com/office/drawing/2014/main" id="{94D3647A-4384-47B2-BB85-3E8D19C42D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78" name="Group 4377">
                          <a:extLst>
                            <a:ext uri="{FF2B5EF4-FFF2-40B4-BE49-F238E27FC236}">
                              <a16:creationId xmlns:a16="http://schemas.microsoft.com/office/drawing/2014/main" id="{02D53954-5209-4951-9DB8-A16C3062B16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79" name="Group 4378">
                            <a:extLst>
                              <a:ext uri="{FF2B5EF4-FFF2-40B4-BE49-F238E27FC236}">
                                <a16:creationId xmlns:a16="http://schemas.microsoft.com/office/drawing/2014/main" id="{04662F09-3B14-484B-944E-F9B9F7E395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3" name="Rectangle 4382">
                              <a:extLst>
                                <a:ext uri="{FF2B5EF4-FFF2-40B4-BE49-F238E27FC236}">
                                  <a16:creationId xmlns:a16="http://schemas.microsoft.com/office/drawing/2014/main" id="{0A629839-C1C4-4CF1-99A9-FD8433EE37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384" name="Rectangle 4383">
                              <a:extLst>
                                <a:ext uri="{FF2B5EF4-FFF2-40B4-BE49-F238E27FC236}">
                                  <a16:creationId xmlns:a16="http://schemas.microsoft.com/office/drawing/2014/main" id="{76485E33-3B54-4C47-8F7F-05707AB08E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80" name="Group 4379">
                            <a:extLst>
                              <a:ext uri="{FF2B5EF4-FFF2-40B4-BE49-F238E27FC236}">
                                <a16:creationId xmlns:a16="http://schemas.microsoft.com/office/drawing/2014/main" id="{07AA022D-9110-45FD-ABFE-92A4E76C9B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81" name="Rectangle 4380">
                              <a:extLst>
                                <a:ext uri="{FF2B5EF4-FFF2-40B4-BE49-F238E27FC236}">
                                  <a16:creationId xmlns:a16="http://schemas.microsoft.com/office/drawing/2014/main" id="{BFA8F0D9-5F90-4162-8855-3A523B1E48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382" name="Rectangle 4381">
                              <a:extLst>
                                <a:ext uri="{FF2B5EF4-FFF2-40B4-BE49-F238E27FC236}">
                                  <a16:creationId xmlns:a16="http://schemas.microsoft.com/office/drawing/2014/main" id="{7766181B-FCD5-4CA1-90E1-C3F6C9BB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62" name="Group 4361">
                        <a:extLst>
                          <a:ext uri="{FF2B5EF4-FFF2-40B4-BE49-F238E27FC236}">
                            <a16:creationId xmlns:a16="http://schemas.microsoft.com/office/drawing/2014/main" id="{F5B9322E-FB6B-48AD-850F-21ADF5448FE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63" name="Group 4362">
                          <a:extLst>
                            <a:ext uri="{FF2B5EF4-FFF2-40B4-BE49-F238E27FC236}">
                              <a16:creationId xmlns:a16="http://schemas.microsoft.com/office/drawing/2014/main" id="{A2A658D6-3D98-4001-923C-11864B788D5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71" name="Group 4370">
                            <a:extLst>
                              <a:ext uri="{FF2B5EF4-FFF2-40B4-BE49-F238E27FC236}">
                                <a16:creationId xmlns:a16="http://schemas.microsoft.com/office/drawing/2014/main" id="{583E5184-DA18-432D-A021-7FD8945D05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75" name="Rectangle 4374">
                              <a:extLst>
                                <a:ext uri="{FF2B5EF4-FFF2-40B4-BE49-F238E27FC236}">
                                  <a16:creationId xmlns:a16="http://schemas.microsoft.com/office/drawing/2014/main" id="{8437C8C0-8424-4D8E-8457-C0843DB806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376" name="Rectangle 4375">
                              <a:extLst>
                                <a:ext uri="{FF2B5EF4-FFF2-40B4-BE49-F238E27FC236}">
                                  <a16:creationId xmlns:a16="http://schemas.microsoft.com/office/drawing/2014/main" id="{44BFB647-3C7C-4355-A679-F8049A7D3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72" name="Group 4371">
                            <a:extLst>
                              <a:ext uri="{FF2B5EF4-FFF2-40B4-BE49-F238E27FC236}">
                                <a16:creationId xmlns:a16="http://schemas.microsoft.com/office/drawing/2014/main" id="{AED174FA-5875-4653-81BC-C16E4BF902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73" name="Rectangle 4372">
                              <a:extLst>
                                <a:ext uri="{FF2B5EF4-FFF2-40B4-BE49-F238E27FC236}">
                                  <a16:creationId xmlns:a16="http://schemas.microsoft.com/office/drawing/2014/main" id="{FB520E3E-E777-450F-8C8A-B3DE169093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374" name="Rectangle 4373">
                              <a:extLst>
                                <a:ext uri="{FF2B5EF4-FFF2-40B4-BE49-F238E27FC236}">
                                  <a16:creationId xmlns:a16="http://schemas.microsoft.com/office/drawing/2014/main" id="{EB478A45-2ABA-49EF-9AAD-EE3B5A715C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64" name="Group 4363">
                          <a:extLst>
                            <a:ext uri="{FF2B5EF4-FFF2-40B4-BE49-F238E27FC236}">
                              <a16:creationId xmlns:a16="http://schemas.microsoft.com/office/drawing/2014/main" id="{2FE81A82-2DE2-4624-8FBF-DAD82C38A9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65" name="Group 4364">
                            <a:extLst>
                              <a:ext uri="{FF2B5EF4-FFF2-40B4-BE49-F238E27FC236}">
                                <a16:creationId xmlns:a16="http://schemas.microsoft.com/office/drawing/2014/main" id="{72AFA720-C61F-40B6-9806-23552D6CB6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69" name="Rectangle 4368">
                              <a:extLst>
                                <a:ext uri="{FF2B5EF4-FFF2-40B4-BE49-F238E27FC236}">
                                  <a16:creationId xmlns:a16="http://schemas.microsoft.com/office/drawing/2014/main" id="{8A626EC4-FB9A-43C6-AE9A-81C45BDF8F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370" name="Rectangle 4369">
                              <a:extLst>
                                <a:ext uri="{FF2B5EF4-FFF2-40B4-BE49-F238E27FC236}">
                                  <a16:creationId xmlns:a16="http://schemas.microsoft.com/office/drawing/2014/main" id="{4DDFE70C-FB4E-4725-8192-A0AE5D977E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66" name="Group 4365">
                            <a:extLst>
                              <a:ext uri="{FF2B5EF4-FFF2-40B4-BE49-F238E27FC236}">
                                <a16:creationId xmlns:a16="http://schemas.microsoft.com/office/drawing/2014/main" id="{3BCD814E-F695-471A-85B3-671CB0C1630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67" name="Rectangle 4366">
                              <a:extLst>
                                <a:ext uri="{FF2B5EF4-FFF2-40B4-BE49-F238E27FC236}">
                                  <a16:creationId xmlns:a16="http://schemas.microsoft.com/office/drawing/2014/main" id="{74966712-FD6D-4D98-BBCF-8D03D6FB7A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368" name="Rectangle 4367">
                              <a:extLst>
                                <a:ext uri="{FF2B5EF4-FFF2-40B4-BE49-F238E27FC236}">
                                  <a16:creationId xmlns:a16="http://schemas.microsoft.com/office/drawing/2014/main" id="{C148C87E-10EC-44A3-A715-904214446E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296" name="Group 4295">
                    <a:extLst>
                      <a:ext uri="{FF2B5EF4-FFF2-40B4-BE49-F238E27FC236}">
                        <a16:creationId xmlns:a16="http://schemas.microsoft.com/office/drawing/2014/main" id="{CFF24912-BB2E-493C-9336-D171B9AFE505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297" name="Group 4296">
                      <a:extLst>
                        <a:ext uri="{FF2B5EF4-FFF2-40B4-BE49-F238E27FC236}">
                          <a16:creationId xmlns:a16="http://schemas.microsoft.com/office/drawing/2014/main" id="{218C3F0B-A2D7-40E2-B0C8-152BD82C4A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329" name="Group 4328">
                        <a:extLst>
                          <a:ext uri="{FF2B5EF4-FFF2-40B4-BE49-F238E27FC236}">
                            <a16:creationId xmlns:a16="http://schemas.microsoft.com/office/drawing/2014/main" id="{05D79268-DE99-4E67-B030-B63AA5AF676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45" name="Group 4344">
                          <a:extLst>
                            <a:ext uri="{FF2B5EF4-FFF2-40B4-BE49-F238E27FC236}">
                              <a16:creationId xmlns:a16="http://schemas.microsoft.com/office/drawing/2014/main" id="{6408D03D-FC4B-4600-A73B-0E4103F17A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53" name="Group 4352">
                            <a:extLst>
                              <a:ext uri="{FF2B5EF4-FFF2-40B4-BE49-F238E27FC236}">
                                <a16:creationId xmlns:a16="http://schemas.microsoft.com/office/drawing/2014/main" id="{AAB01861-9D19-4CE0-B79F-35181A1371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7" name="Rectangle 4356">
                              <a:extLst>
                                <a:ext uri="{FF2B5EF4-FFF2-40B4-BE49-F238E27FC236}">
                                  <a16:creationId xmlns:a16="http://schemas.microsoft.com/office/drawing/2014/main" id="{94B534D9-7305-4604-A778-B3F9B7EC31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358" name="Rectangle 4357">
                              <a:extLst>
                                <a:ext uri="{FF2B5EF4-FFF2-40B4-BE49-F238E27FC236}">
                                  <a16:creationId xmlns:a16="http://schemas.microsoft.com/office/drawing/2014/main" id="{EDBE2E06-C20C-41D2-85F5-6BF851938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54" name="Group 4353">
                            <a:extLst>
                              <a:ext uri="{FF2B5EF4-FFF2-40B4-BE49-F238E27FC236}">
                                <a16:creationId xmlns:a16="http://schemas.microsoft.com/office/drawing/2014/main" id="{9396121B-5F4B-4DF2-AD20-730BBDECC6E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5" name="Rectangle 4354">
                              <a:extLst>
                                <a:ext uri="{FF2B5EF4-FFF2-40B4-BE49-F238E27FC236}">
                                  <a16:creationId xmlns:a16="http://schemas.microsoft.com/office/drawing/2014/main" id="{C4422A69-DC86-493D-ADF7-20685C8BD6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356" name="Rectangle 4355">
                              <a:extLst>
                                <a:ext uri="{FF2B5EF4-FFF2-40B4-BE49-F238E27FC236}">
                                  <a16:creationId xmlns:a16="http://schemas.microsoft.com/office/drawing/2014/main" id="{4568BFB8-6890-465F-BC27-0109E9D97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46" name="Group 4345">
                          <a:extLst>
                            <a:ext uri="{FF2B5EF4-FFF2-40B4-BE49-F238E27FC236}">
                              <a16:creationId xmlns:a16="http://schemas.microsoft.com/office/drawing/2014/main" id="{36D1584A-69FB-43FB-8E47-8F4EB24E012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47" name="Group 4346">
                            <a:extLst>
                              <a:ext uri="{FF2B5EF4-FFF2-40B4-BE49-F238E27FC236}">
                                <a16:creationId xmlns:a16="http://schemas.microsoft.com/office/drawing/2014/main" id="{1C0BC46E-BC6F-4A9C-AA34-EE966268F44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51" name="Rectangle 4350">
                              <a:extLst>
                                <a:ext uri="{FF2B5EF4-FFF2-40B4-BE49-F238E27FC236}">
                                  <a16:creationId xmlns:a16="http://schemas.microsoft.com/office/drawing/2014/main" id="{719CC3C1-8CFD-4B75-AB4C-142F4D8CA3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352" name="Rectangle 4351">
                              <a:extLst>
                                <a:ext uri="{FF2B5EF4-FFF2-40B4-BE49-F238E27FC236}">
                                  <a16:creationId xmlns:a16="http://schemas.microsoft.com/office/drawing/2014/main" id="{BEBAE5CA-6A58-4C79-8123-74588A0424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48" name="Group 4347">
                            <a:extLst>
                              <a:ext uri="{FF2B5EF4-FFF2-40B4-BE49-F238E27FC236}">
                                <a16:creationId xmlns:a16="http://schemas.microsoft.com/office/drawing/2014/main" id="{A88F850F-9166-4773-958F-33443FA168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9" name="Rectangle 4348">
                              <a:extLst>
                                <a:ext uri="{FF2B5EF4-FFF2-40B4-BE49-F238E27FC236}">
                                  <a16:creationId xmlns:a16="http://schemas.microsoft.com/office/drawing/2014/main" id="{C85BCBE9-594F-4368-84B5-D6AA482A52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350" name="Rectangle 4349">
                              <a:extLst>
                                <a:ext uri="{FF2B5EF4-FFF2-40B4-BE49-F238E27FC236}">
                                  <a16:creationId xmlns:a16="http://schemas.microsoft.com/office/drawing/2014/main" id="{097F6EDB-4A9F-4002-8E2C-93BD22AFC5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30" name="Group 4329">
                        <a:extLst>
                          <a:ext uri="{FF2B5EF4-FFF2-40B4-BE49-F238E27FC236}">
                            <a16:creationId xmlns:a16="http://schemas.microsoft.com/office/drawing/2014/main" id="{220BD56F-3FF4-4A60-B192-6644F43816C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31" name="Group 4330">
                          <a:extLst>
                            <a:ext uri="{FF2B5EF4-FFF2-40B4-BE49-F238E27FC236}">
                              <a16:creationId xmlns:a16="http://schemas.microsoft.com/office/drawing/2014/main" id="{6C3EE5EB-E244-4D61-8F42-FCEA6ACE400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39" name="Group 4338">
                            <a:extLst>
                              <a:ext uri="{FF2B5EF4-FFF2-40B4-BE49-F238E27FC236}">
                                <a16:creationId xmlns:a16="http://schemas.microsoft.com/office/drawing/2014/main" id="{A4AA6B44-1C98-45C9-BEA5-5816A50174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3" name="Rectangle 4342">
                              <a:extLst>
                                <a:ext uri="{FF2B5EF4-FFF2-40B4-BE49-F238E27FC236}">
                                  <a16:creationId xmlns:a16="http://schemas.microsoft.com/office/drawing/2014/main" id="{1BD5F24D-862E-45ED-B774-3898585809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344" name="Rectangle 4343">
                              <a:extLst>
                                <a:ext uri="{FF2B5EF4-FFF2-40B4-BE49-F238E27FC236}">
                                  <a16:creationId xmlns:a16="http://schemas.microsoft.com/office/drawing/2014/main" id="{1F7D7A5E-D21A-48F0-B4E2-E111F6E17B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40" name="Group 4339">
                            <a:extLst>
                              <a:ext uri="{FF2B5EF4-FFF2-40B4-BE49-F238E27FC236}">
                                <a16:creationId xmlns:a16="http://schemas.microsoft.com/office/drawing/2014/main" id="{47C8DF7E-2994-4A16-96EE-8AF835164DC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41" name="Rectangle 4340">
                              <a:extLst>
                                <a:ext uri="{FF2B5EF4-FFF2-40B4-BE49-F238E27FC236}">
                                  <a16:creationId xmlns:a16="http://schemas.microsoft.com/office/drawing/2014/main" id="{63E1857B-9305-4D0C-BE6F-A24A8C44FB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342" name="Rectangle 4341">
                              <a:extLst>
                                <a:ext uri="{FF2B5EF4-FFF2-40B4-BE49-F238E27FC236}">
                                  <a16:creationId xmlns:a16="http://schemas.microsoft.com/office/drawing/2014/main" id="{129D8EC3-DF0E-4C53-A47A-F2500A1CC5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32" name="Group 4331">
                          <a:extLst>
                            <a:ext uri="{FF2B5EF4-FFF2-40B4-BE49-F238E27FC236}">
                              <a16:creationId xmlns:a16="http://schemas.microsoft.com/office/drawing/2014/main" id="{D9340C63-4475-4F57-BCDD-0ADF20BB27D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33" name="Group 4332">
                            <a:extLst>
                              <a:ext uri="{FF2B5EF4-FFF2-40B4-BE49-F238E27FC236}">
                                <a16:creationId xmlns:a16="http://schemas.microsoft.com/office/drawing/2014/main" id="{258ADE8C-3C44-4757-9A0D-12AE4B4664C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37" name="Rectangle 4336">
                              <a:extLst>
                                <a:ext uri="{FF2B5EF4-FFF2-40B4-BE49-F238E27FC236}">
                                  <a16:creationId xmlns:a16="http://schemas.microsoft.com/office/drawing/2014/main" id="{00EBF227-D5B6-45E6-B019-CE3158BCF9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338" name="Rectangle 4337">
                              <a:extLst>
                                <a:ext uri="{FF2B5EF4-FFF2-40B4-BE49-F238E27FC236}">
                                  <a16:creationId xmlns:a16="http://schemas.microsoft.com/office/drawing/2014/main" id="{05FE11F9-3CC3-4DE4-BA42-5AEF1A0582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34" name="Group 4333">
                            <a:extLst>
                              <a:ext uri="{FF2B5EF4-FFF2-40B4-BE49-F238E27FC236}">
                                <a16:creationId xmlns:a16="http://schemas.microsoft.com/office/drawing/2014/main" id="{E7634BE7-4E63-4E1C-804D-67866D1AEA5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35" name="Rectangle 4334">
                              <a:extLst>
                                <a:ext uri="{FF2B5EF4-FFF2-40B4-BE49-F238E27FC236}">
                                  <a16:creationId xmlns:a16="http://schemas.microsoft.com/office/drawing/2014/main" id="{89FE5A4E-CE3A-42C4-B92C-958448D5F1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336" name="Rectangle 4335">
                              <a:extLst>
                                <a:ext uri="{FF2B5EF4-FFF2-40B4-BE49-F238E27FC236}">
                                  <a16:creationId xmlns:a16="http://schemas.microsoft.com/office/drawing/2014/main" id="{586FB1CC-D4A9-40A0-8D44-32A8E2E8F2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298" name="Group 4297">
                      <a:extLst>
                        <a:ext uri="{FF2B5EF4-FFF2-40B4-BE49-F238E27FC236}">
                          <a16:creationId xmlns:a16="http://schemas.microsoft.com/office/drawing/2014/main" id="{8D22ABAD-4C81-4938-9B4E-8B188B5A46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99" name="Group 4298">
                        <a:extLst>
                          <a:ext uri="{FF2B5EF4-FFF2-40B4-BE49-F238E27FC236}">
                            <a16:creationId xmlns:a16="http://schemas.microsoft.com/office/drawing/2014/main" id="{152701AA-E923-4FDA-B2E2-D209A34BAAE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15" name="Group 4314">
                          <a:extLst>
                            <a:ext uri="{FF2B5EF4-FFF2-40B4-BE49-F238E27FC236}">
                              <a16:creationId xmlns:a16="http://schemas.microsoft.com/office/drawing/2014/main" id="{77005D89-D7F1-49CC-9A0D-B113A32F742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23" name="Group 4322">
                            <a:extLst>
                              <a:ext uri="{FF2B5EF4-FFF2-40B4-BE49-F238E27FC236}">
                                <a16:creationId xmlns:a16="http://schemas.microsoft.com/office/drawing/2014/main" id="{80D146DF-5ABA-47CB-872C-70BA79F5C4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7" name="Rectangle 4326">
                              <a:extLst>
                                <a:ext uri="{FF2B5EF4-FFF2-40B4-BE49-F238E27FC236}">
                                  <a16:creationId xmlns:a16="http://schemas.microsoft.com/office/drawing/2014/main" id="{74431D3F-2CD3-4BD6-827C-448A966939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328" name="Rectangle 4327">
                              <a:extLst>
                                <a:ext uri="{FF2B5EF4-FFF2-40B4-BE49-F238E27FC236}">
                                  <a16:creationId xmlns:a16="http://schemas.microsoft.com/office/drawing/2014/main" id="{9542C25F-8ACC-4DFE-99F6-E1BF4F50C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24" name="Group 4323">
                            <a:extLst>
                              <a:ext uri="{FF2B5EF4-FFF2-40B4-BE49-F238E27FC236}">
                                <a16:creationId xmlns:a16="http://schemas.microsoft.com/office/drawing/2014/main" id="{F8A6C123-4087-4B49-B30C-2A44B59FC15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5" name="Rectangle 4324">
                              <a:extLst>
                                <a:ext uri="{FF2B5EF4-FFF2-40B4-BE49-F238E27FC236}">
                                  <a16:creationId xmlns:a16="http://schemas.microsoft.com/office/drawing/2014/main" id="{309FA2E5-0424-4A2B-923E-36624F59C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326" name="Rectangle 4325">
                              <a:extLst>
                                <a:ext uri="{FF2B5EF4-FFF2-40B4-BE49-F238E27FC236}">
                                  <a16:creationId xmlns:a16="http://schemas.microsoft.com/office/drawing/2014/main" id="{8B0D1CE5-2C19-4D34-9FA7-7512ECA02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16" name="Group 4315">
                          <a:extLst>
                            <a:ext uri="{FF2B5EF4-FFF2-40B4-BE49-F238E27FC236}">
                              <a16:creationId xmlns:a16="http://schemas.microsoft.com/office/drawing/2014/main" id="{6CD4F790-954D-4A9A-8232-FB0D6EEA82D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17" name="Group 4316">
                            <a:extLst>
                              <a:ext uri="{FF2B5EF4-FFF2-40B4-BE49-F238E27FC236}">
                                <a16:creationId xmlns:a16="http://schemas.microsoft.com/office/drawing/2014/main" id="{7ED96A39-A1DD-460F-A0A1-3B31CD56A2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21" name="Rectangle 4320">
                              <a:extLst>
                                <a:ext uri="{FF2B5EF4-FFF2-40B4-BE49-F238E27FC236}">
                                  <a16:creationId xmlns:a16="http://schemas.microsoft.com/office/drawing/2014/main" id="{49CDDB85-77F1-4929-9EE4-A981F2D82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322" name="Rectangle 4321">
                              <a:extLst>
                                <a:ext uri="{FF2B5EF4-FFF2-40B4-BE49-F238E27FC236}">
                                  <a16:creationId xmlns:a16="http://schemas.microsoft.com/office/drawing/2014/main" id="{43B2D715-021F-4540-8359-B7F3272830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18" name="Group 4317">
                            <a:extLst>
                              <a:ext uri="{FF2B5EF4-FFF2-40B4-BE49-F238E27FC236}">
                                <a16:creationId xmlns:a16="http://schemas.microsoft.com/office/drawing/2014/main" id="{8472787D-1BA4-4281-A439-DDCE9F9491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9" name="Rectangle 4318">
                              <a:extLst>
                                <a:ext uri="{FF2B5EF4-FFF2-40B4-BE49-F238E27FC236}">
                                  <a16:creationId xmlns:a16="http://schemas.microsoft.com/office/drawing/2014/main" id="{37949CB6-106C-4CFF-99C3-E17DE5F3BB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320" name="Rectangle 4319">
                              <a:extLst>
                                <a:ext uri="{FF2B5EF4-FFF2-40B4-BE49-F238E27FC236}">
                                  <a16:creationId xmlns:a16="http://schemas.microsoft.com/office/drawing/2014/main" id="{2D24EEA1-85F9-408A-8E2E-035FA3B358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300" name="Group 4299">
                        <a:extLst>
                          <a:ext uri="{FF2B5EF4-FFF2-40B4-BE49-F238E27FC236}">
                            <a16:creationId xmlns:a16="http://schemas.microsoft.com/office/drawing/2014/main" id="{355707D7-5AD7-4192-891D-3723A5CF168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301" name="Group 4300">
                          <a:extLst>
                            <a:ext uri="{FF2B5EF4-FFF2-40B4-BE49-F238E27FC236}">
                              <a16:creationId xmlns:a16="http://schemas.microsoft.com/office/drawing/2014/main" id="{24624B49-B376-47C3-BE67-1EC4F6CB27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09" name="Group 4308">
                            <a:extLst>
                              <a:ext uri="{FF2B5EF4-FFF2-40B4-BE49-F238E27FC236}">
                                <a16:creationId xmlns:a16="http://schemas.microsoft.com/office/drawing/2014/main" id="{B58B2040-9279-440F-BC5E-F27B3E9691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3" name="Rectangle 4312">
                              <a:extLst>
                                <a:ext uri="{FF2B5EF4-FFF2-40B4-BE49-F238E27FC236}">
                                  <a16:creationId xmlns:a16="http://schemas.microsoft.com/office/drawing/2014/main" id="{E2A17DD8-DF2E-45E3-B0AF-9FB6CA3131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314" name="Rectangle 4313">
                              <a:extLst>
                                <a:ext uri="{FF2B5EF4-FFF2-40B4-BE49-F238E27FC236}">
                                  <a16:creationId xmlns:a16="http://schemas.microsoft.com/office/drawing/2014/main" id="{C11E36A1-2081-453B-B79D-4A7722A578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10" name="Group 4309">
                            <a:extLst>
                              <a:ext uri="{FF2B5EF4-FFF2-40B4-BE49-F238E27FC236}">
                                <a16:creationId xmlns:a16="http://schemas.microsoft.com/office/drawing/2014/main" id="{570DCDEF-C21E-4DBA-AD27-D182FB667C8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11" name="Rectangle 4310">
                              <a:extLst>
                                <a:ext uri="{FF2B5EF4-FFF2-40B4-BE49-F238E27FC236}">
                                  <a16:creationId xmlns:a16="http://schemas.microsoft.com/office/drawing/2014/main" id="{069C92CA-625E-4AE3-9154-4AF75101F3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312" name="Rectangle 4311">
                              <a:extLst>
                                <a:ext uri="{FF2B5EF4-FFF2-40B4-BE49-F238E27FC236}">
                                  <a16:creationId xmlns:a16="http://schemas.microsoft.com/office/drawing/2014/main" id="{1F96F0E4-7BED-4C4C-93AA-B8863443E5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302" name="Group 4301">
                          <a:extLst>
                            <a:ext uri="{FF2B5EF4-FFF2-40B4-BE49-F238E27FC236}">
                              <a16:creationId xmlns:a16="http://schemas.microsoft.com/office/drawing/2014/main" id="{AC595FAB-CCF7-4ACC-9EAE-CCF99C37EAD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303" name="Group 4302">
                            <a:extLst>
                              <a:ext uri="{FF2B5EF4-FFF2-40B4-BE49-F238E27FC236}">
                                <a16:creationId xmlns:a16="http://schemas.microsoft.com/office/drawing/2014/main" id="{6A1437AF-C604-4A8D-BB7A-DB74219E91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07" name="Rectangle 4306">
                              <a:extLst>
                                <a:ext uri="{FF2B5EF4-FFF2-40B4-BE49-F238E27FC236}">
                                  <a16:creationId xmlns:a16="http://schemas.microsoft.com/office/drawing/2014/main" id="{8A99B21B-4083-4CE4-86CE-1B7825E4C7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308" name="Rectangle 4307">
                              <a:extLst>
                                <a:ext uri="{FF2B5EF4-FFF2-40B4-BE49-F238E27FC236}">
                                  <a16:creationId xmlns:a16="http://schemas.microsoft.com/office/drawing/2014/main" id="{63EACBCC-BF5E-4FB0-8FC7-27C325E4B2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304" name="Group 4303">
                            <a:extLst>
                              <a:ext uri="{FF2B5EF4-FFF2-40B4-BE49-F238E27FC236}">
                                <a16:creationId xmlns:a16="http://schemas.microsoft.com/office/drawing/2014/main" id="{7B9CB5D7-F123-4D38-8624-F865695E5B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305" name="Rectangle 4304">
                              <a:extLst>
                                <a:ext uri="{FF2B5EF4-FFF2-40B4-BE49-F238E27FC236}">
                                  <a16:creationId xmlns:a16="http://schemas.microsoft.com/office/drawing/2014/main" id="{34DB1399-7EE3-41CD-B9B1-BD51CB764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306" name="Rectangle 4305">
                              <a:extLst>
                                <a:ext uri="{FF2B5EF4-FFF2-40B4-BE49-F238E27FC236}">
                                  <a16:creationId xmlns:a16="http://schemas.microsoft.com/office/drawing/2014/main" id="{8F504AFF-0222-4C70-8FDD-945670EA7A1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  <p:grpSp>
          <p:nvGrpSpPr>
            <p:cNvPr id="3780" name="Group 3779">
              <a:extLst>
                <a:ext uri="{FF2B5EF4-FFF2-40B4-BE49-F238E27FC236}">
                  <a16:creationId xmlns:a16="http://schemas.microsoft.com/office/drawing/2014/main" id="{5CA6BC74-533F-4EDF-9901-D2AEA6544CE5}"/>
                </a:ext>
              </a:extLst>
            </p:cNvPr>
            <p:cNvGrpSpPr/>
            <p:nvPr/>
          </p:nvGrpSpPr>
          <p:grpSpPr>
            <a:xfrm>
              <a:off x="5654354" y="5534053"/>
              <a:ext cx="3657600" cy="184994"/>
              <a:chOff x="2304448" y="4766691"/>
              <a:chExt cx="7304970" cy="184994"/>
            </a:xfrm>
          </p:grpSpPr>
          <p:grpSp>
            <p:nvGrpSpPr>
              <p:cNvPr id="3781" name="Group 3780">
                <a:extLst>
                  <a:ext uri="{FF2B5EF4-FFF2-40B4-BE49-F238E27FC236}">
                    <a16:creationId xmlns:a16="http://schemas.microsoft.com/office/drawing/2014/main" id="{CC5B242F-31AA-4132-9EE8-74A71571AA55}"/>
                  </a:ext>
                </a:extLst>
              </p:cNvPr>
              <p:cNvGrpSpPr/>
              <p:nvPr/>
            </p:nvGrpSpPr>
            <p:grpSpPr>
              <a:xfrm>
                <a:off x="230444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4037" name="Group 4036">
                  <a:extLst>
                    <a:ext uri="{FF2B5EF4-FFF2-40B4-BE49-F238E27FC236}">
                      <a16:creationId xmlns:a16="http://schemas.microsoft.com/office/drawing/2014/main" id="{4FEBA1BE-2902-457C-A959-52831B6DA49C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165" name="Group 4164">
                    <a:extLst>
                      <a:ext uri="{FF2B5EF4-FFF2-40B4-BE49-F238E27FC236}">
                        <a16:creationId xmlns:a16="http://schemas.microsoft.com/office/drawing/2014/main" id="{F491EA26-CF92-47E2-98B2-6A0420263F40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229" name="Group 4228">
                      <a:extLst>
                        <a:ext uri="{FF2B5EF4-FFF2-40B4-BE49-F238E27FC236}">
                          <a16:creationId xmlns:a16="http://schemas.microsoft.com/office/drawing/2014/main" id="{87D894CE-3B76-4833-A9F8-09064787F2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61" name="Group 4260">
                        <a:extLst>
                          <a:ext uri="{FF2B5EF4-FFF2-40B4-BE49-F238E27FC236}">
                            <a16:creationId xmlns:a16="http://schemas.microsoft.com/office/drawing/2014/main" id="{A0326F6F-FDA4-4F78-9D39-C96DB946E5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77" name="Group 4276">
                          <a:extLst>
                            <a:ext uri="{FF2B5EF4-FFF2-40B4-BE49-F238E27FC236}">
                              <a16:creationId xmlns:a16="http://schemas.microsoft.com/office/drawing/2014/main" id="{F6014560-EA12-4A77-94C9-0297320D24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85" name="Group 4284">
                            <a:extLst>
                              <a:ext uri="{FF2B5EF4-FFF2-40B4-BE49-F238E27FC236}">
                                <a16:creationId xmlns:a16="http://schemas.microsoft.com/office/drawing/2014/main" id="{8778D06D-F1AD-44AE-BD29-20AF0F40D59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9" name="Rectangle 4288">
                              <a:extLst>
                                <a:ext uri="{FF2B5EF4-FFF2-40B4-BE49-F238E27FC236}">
                                  <a16:creationId xmlns:a16="http://schemas.microsoft.com/office/drawing/2014/main" id="{4C0C2173-176F-4EA9-9B02-D73D43ED45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290" name="Rectangle 4289">
                              <a:extLst>
                                <a:ext uri="{FF2B5EF4-FFF2-40B4-BE49-F238E27FC236}">
                                  <a16:creationId xmlns:a16="http://schemas.microsoft.com/office/drawing/2014/main" id="{90E96D61-71EC-4417-A06C-4D810FD04A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86" name="Group 4285">
                            <a:extLst>
                              <a:ext uri="{FF2B5EF4-FFF2-40B4-BE49-F238E27FC236}">
                                <a16:creationId xmlns:a16="http://schemas.microsoft.com/office/drawing/2014/main" id="{20D98498-3A4D-4FDC-97B6-D1278A0B510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7" name="Rectangle 4286">
                              <a:extLst>
                                <a:ext uri="{FF2B5EF4-FFF2-40B4-BE49-F238E27FC236}">
                                  <a16:creationId xmlns:a16="http://schemas.microsoft.com/office/drawing/2014/main" id="{0E410242-415B-4FDF-BD5F-606ED8B9C0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288" name="Rectangle 4287">
                              <a:extLst>
                                <a:ext uri="{FF2B5EF4-FFF2-40B4-BE49-F238E27FC236}">
                                  <a16:creationId xmlns:a16="http://schemas.microsoft.com/office/drawing/2014/main" id="{89455AC7-65FE-4CCF-85C2-92951BD63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78" name="Group 4277">
                          <a:extLst>
                            <a:ext uri="{FF2B5EF4-FFF2-40B4-BE49-F238E27FC236}">
                              <a16:creationId xmlns:a16="http://schemas.microsoft.com/office/drawing/2014/main" id="{5C46C064-1CA3-4784-BB36-70E17169D12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79" name="Group 4278">
                            <a:extLst>
                              <a:ext uri="{FF2B5EF4-FFF2-40B4-BE49-F238E27FC236}">
                                <a16:creationId xmlns:a16="http://schemas.microsoft.com/office/drawing/2014/main" id="{8A3D1FAC-168B-4524-BA29-7C14865592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3" name="Rectangle 4282">
                              <a:extLst>
                                <a:ext uri="{FF2B5EF4-FFF2-40B4-BE49-F238E27FC236}">
                                  <a16:creationId xmlns:a16="http://schemas.microsoft.com/office/drawing/2014/main" id="{A69C2567-F286-48D2-AF20-0B2D74E24F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284" name="Rectangle 4283">
                              <a:extLst>
                                <a:ext uri="{FF2B5EF4-FFF2-40B4-BE49-F238E27FC236}">
                                  <a16:creationId xmlns:a16="http://schemas.microsoft.com/office/drawing/2014/main" id="{37694EB0-5E5D-480D-B2FB-7FD55EA481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80" name="Group 4279">
                            <a:extLst>
                              <a:ext uri="{FF2B5EF4-FFF2-40B4-BE49-F238E27FC236}">
                                <a16:creationId xmlns:a16="http://schemas.microsoft.com/office/drawing/2014/main" id="{535228AD-480A-432B-9BA0-C29020F0CEF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81" name="Rectangle 4280">
                              <a:extLst>
                                <a:ext uri="{FF2B5EF4-FFF2-40B4-BE49-F238E27FC236}">
                                  <a16:creationId xmlns:a16="http://schemas.microsoft.com/office/drawing/2014/main" id="{F9BE37F7-1106-46DB-B825-836D299AD5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282" name="Rectangle 4281">
                              <a:extLst>
                                <a:ext uri="{FF2B5EF4-FFF2-40B4-BE49-F238E27FC236}">
                                  <a16:creationId xmlns:a16="http://schemas.microsoft.com/office/drawing/2014/main" id="{0AD01F9A-5AE5-4088-91E3-49562175F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62" name="Group 4261">
                        <a:extLst>
                          <a:ext uri="{FF2B5EF4-FFF2-40B4-BE49-F238E27FC236}">
                            <a16:creationId xmlns:a16="http://schemas.microsoft.com/office/drawing/2014/main" id="{610F97B1-1D6E-4B88-931C-03E67E5C1B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63" name="Group 4262">
                          <a:extLst>
                            <a:ext uri="{FF2B5EF4-FFF2-40B4-BE49-F238E27FC236}">
                              <a16:creationId xmlns:a16="http://schemas.microsoft.com/office/drawing/2014/main" id="{8148D9D2-13BF-45F7-A377-A999F0E72B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71" name="Group 4270">
                            <a:extLst>
                              <a:ext uri="{FF2B5EF4-FFF2-40B4-BE49-F238E27FC236}">
                                <a16:creationId xmlns:a16="http://schemas.microsoft.com/office/drawing/2014/main" id="{5231DC78-A5A1-4706-A5DF-F663C5E7C9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75" name="Rectangle 4274">
                              <a:extLst>
                                <a:ext uri="{FF2B5EF4-FFF2-40B4-BE49-F238E27FC236}">
                                  <a16:creationId xmlns:a16="http://schemas.microsoft.com/office/drawing/2014/main" id="{EE5125FF-8F84-4C3C-A083-EDB949B5D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276" name="Rectangle 4275">
                              <a:extLst>
                                <a:ext uri="{FF2B5EF4-FFF2-40B4-BE49-F238E27FC236}">
                                  <a16:creationId xmlns:a16="http://schemas.microsoft.com/office/drawing/2014/main" id="{894DD63B-033A-4336-B5D6-BF8254187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72" name="Group 4271">
                            <a:extLst>
                              <a:ext uri="{FF2B5EF4-FFF2-40B4-BE49-F238E27FC236}">
                                <a16:creationId xmlns:a16="http://schemas.microsoft.com/office/drawing/2014/main" id="{87C6A8B4-3AF3-4F97-B99E-780F8EE6BB7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73" name="Rectangle 4272">
                              <a:extLst>
                                <a:ext uri="{FF2B5EF4-FFF2-40B4-BE49-F238E27FC236}">
                                  <a16:creationId xmlns:a16="http://schemas.microsoft.com/office/drawing/2014/main" id="{AC149C39-E19A-434B-AE47-C49DDFAB97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274" name="Rectangle 4273">
                              <a:extLst>
                                <a:ext uri="{FF2B5EF4-FFF2-40B4-BE49-F238E27FC236}">
                                  <a16:creationId xmlns:a16="http://schemas.microsoft.com/office/drawing/2014/main" id="{87111AB7-71B5-4CA8-BE95-12279E3E9E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64" name="Group 4263">
                          <a:extLst>
                            <a:ext uri="{FF2B5EF4-FFF2-40B4-BE49-F238E27FC236}">
                              <a16:creationId xmlns:a16="http://schemas.microsoft.com/office/drawing/2014/main" id="{6202ECF0-3CD8-4376-B6A7-59F4286B8B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65" name="Group 4264">
                            <a:extLst>
                              <a:ext uri="{FF2B5EF4-FFF2-40B4-BE49-F238E27FC236}">
                                <a16:creationId xmlns:a16="http://schemas.microsoft.com/office/drawing/2014/main" id="{F84724D7-9A31-4D6F-9D14-4F851FB358F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69" name="Rectangle 4268">
                              <a:extLst>
                                <a:ext uri="{FF2B5EF4-FFF2-40B4-BE49-F238E27FC236}">
                                  <a16:creationId xmlns:a16="http://schemas.microsoft.com/office/drawing/2014/main" id="{AA5821D1-BE7C-45C0-A2FB-C93AE50A6EE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270" name="Rectangle 4269">
                              <a:extLst>
                                <a:ext uri="{FF2B5EF4-FFF2-40B4-BE49-F238E27FC236}">
                                  <a16:creationId xmlns:a16="http://schemas.microsoft.com/office/drawing/2014/main" id="{C0027FAB-5E06-4294-B04F-6D534F4253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66" name="Group 4265">
                            <a:extLst>
                              <a:ext uri="{FF2B5EF4-FFF2-40B4-BE49-F238E27FC236}">
                                <a16:creationId xmlns:a16="http://schemas.microsoft.com/office/drawing/2014/main" id="{C986E556-943A-48A3-BA95-4C4A811358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67" name="Rectangle 4266">
                              <a:extLst>
                                <a:ext uri="{FF2B5EF4-FFF2-40B4-BE49-F238E27FC236}">
                                  <a16:creationId xmlns:a16="http://schemas.microsoft.com/office/drawing/2014/main" id="{470A943A-8F63-4CB4-93A5-83D1EFCE6B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268" name="Rectangle 4267">
                              <a:extLst>
                                <a:ext uri="{FF2B5EF4-FFF2-40B4-BE49-F238E27FC236}">
                                  <a16:creationId xmlns:a16="http://schemas.microsoft.com/office/drawing/2014/main" id="{7D1C5C82-1BA5-4A8E-89DF-8D4FC73CF2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230" name="Group 4229">
                      <a:extLst>
                        <a:ext uri="{FF2B5EF4-FFF2-40B4-BE49-F238E27FC236}">
                          <a16:creationId xmlns:a16="http://schemas.microsoft.com/office/drawing/2014/main" id="{3185A72F-014D-4D46-BCFD-C8753AD489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231" name="Group 4230">
                        <a:extLst>
                          <a:ext uri="{FF2B5EF4-FFF2-40B4-BE49-F238E27FC236}">
                            <a16:creationId xmlns:a16="http://schemas.microsoft.com/office/drawing/2014/main" id="{6CE6A71E-898C-480E-AFBF-B2BDBB05B2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47" name="Group 4246">
                          <a:extLst>
                            <a:ext uri="{FF2B5EF4-FFF2-40B4-BE49-F238E27FC236}">
                              <a16:creationId xmlns:a16="http://schemas.microsoft.com/office/drawing/2014/main" id="{B9B5B871-53DC-4F5D-93F6-987EC54D8C7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55" name="Group 4254">
                            <a:extLst>
                              <a:ext uri="{FF2B5EF4-FFF2-40B4-BE49-F238E27FC236}">
                                <a16:creationId xmlns:a16="http://schemas.microsoft.com/office/drawing/2014/main" id="{6EE8527A-D958-4BFE-8C61-043436DF90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9" name="Rectangle 4258">
                              <a:extLst>
                                <a:ext uri="{FF2B5EF4-FFF2-40B4-BE49-F238E27FC236}">
                                  <a16:creationId xmlns:a16="http://schemas.microsoft.com/office/drawing/2014/main" id="{D05F353F-CC84-45A9-B9BD-A22EF736F6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260" name="Rectangle 4259">
                              <a:extLst>
                                <a:ext uri="{FF2B5EF4-FFF2-40B4-BE49-F238E27FC236}">
                                  <a16:creationId xmlns:a16="http://schemas.microsoft.com/office/drawing/2014/main" id="{7A365882-BEF5-4297-A957-6F92272764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56" name="Group 4255">
                            <a:extLst>
                              <a:ext uri="{FF2B5EF4-FFF2-40B4-BE49-F238E27FC236}">
                                <a16:creationId xmlns:a16="http://schemas.microsoft.com/office/drawing/2014/main" id="{3E66E4A1-20EE-419C-9C6A-C588AA71585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7" name="Rectangle 4256">
                              <a:extLst>
                                <a:ext uri="{FF2B5EF4-FFF2-40B4-BE49-F238E27FC236}">
                                  <a16:creationId xmlns:a16="http://schemas.microsoft.com/office/drawing/2014/main" id="{909EF4D1-8B1F-4CD5-8496-556CC67DC7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258" name="Rectangle 4257">
                              <a:extLst>
                                <a:ext uri="{FF2B5EF4-FFF2-40B4-BE49-F238E27FC236}">
                                  <a16:creationId xmlns:a16="http://schemas.microsoft.com/office/drawing/2014/main" id="{91DCE61B-DA1A-4A2B-8163-1D0CEA8AA7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48" name="Group 4247">
                          <a:extLst>
                            <a:ext uri="{FF2B5EF4-FFF2-40B4-BE49-F238E27FC236}">
                              <a16:creationId xmlns:a16="http://schemas.microsoft.com/office/drawing/2014/main" id="{1EA5D28A-6BED-405C-BF45-8EDE4226125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49" name="Group 4248">
                            <a:extLst>
                              <a:ext uri="{FF2B5EF4-FFF2-40B4-BE49-F238E27FC236}">
                                <a16:creationId xmlns:a16="http://schemas.microsoft.com/office/drawing/2014/main" id="{9BD0FE59-A98A-4D5C-9E81-B0F4803AEC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3" name="Rectangle 4252">
                              <a:extLst>
                                <a:ext uri="{FF2B5EF4-FFF2-40B4-BE49-F238E27FC236}">
                                  <a16:creationId xmlns:a16="http://schemas.microsoft.com/office/drawing/2014/main" id="{5CF68F11-2878-4576-97A7-D8153FC83A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254" name="Rectangle 4253">
                              <a:extLst>
                                <a:ext uri="{FF2B5EF4-FFF2-40B4-BE49-F238E27FC236}">
                                  <a16:creationId xmlns:a16="http://schemas.microsoft.com/office/drawing/2014/main" id="{E5DC724A-220C-4D6B-AEA1-92DAA65170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50" name="Group 4249">
                            <a:extLst>
                              <a:ext uri="{FF2B5EF4-FFF2-40B4-BE49-F238E27FC236}">
                                <a16:creationId xmlns:a16="http://schemas.microsoft.com/office/drawing/2014/main" id="{E66125D8-6C29-47E4-93EC-0C2FD87EE90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51" name="Rectangle 4250">
                              <a:extLst>
                                <a:ext uri="{FF2B5EF4-FFF2-40B4-BE49-F238E27FC236}">
                                  <a16:creationId xmlns:a16="http://schemas.microsoft.com/office/drawing/2014/main" id="{393BDB00-6BFB-4222-9AD2-F1D6F9A32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252" name="Rectangle 4251">
                              <a:extLst>
                                <a:ext uri="{FF2B5EF4-FFF2-40B4-BE49-F238E27FC236}">
                                  <a16:creationId xmlns:a16="http://schemas.microsoft.com/office/drawing/2014/main" id="{873E5249-982E-43A4-AC28-A8F11F6F98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32" name="Group 4231">
                        <a:extLst>
                          <a:ext uri="{FF2B5EF4-FFF2-40B4-BE49-F238E27FC236}">
                            <a16:creationId xmlns:a16="http://schemas.microsoft.com/office/drawing/2014/main" id="{D695B71A-A272-42CB-B5F7-80F11A2D61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33" name="Group 4232">
                          <a:extLst>
                            <a:ext uri="{FF2B5EF4-FFF2-40B4-BE49-F238E27FC236}">
                              <a16:creationId xmlns:a16="http://schemas.microsoft.com/office/drawing/2014/main" id="{61F431CD-4AF3-46F6-AE4B-12F16185C3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41" name="Group 4240">
                            <a:extLst>
                              <a:ext uri="{FF2B5EF4-FFF2-40B4-BE49-F238E27FC236}">
                                <a16:creationId xmlns:a16="http://schemas.microsoft.com/office/drawing/2014/main" id="{0AFAB419-A42A-44CF-A28C-2AE7CA81BCC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45" name="Rectangle 4244">
                              <a:extLst>
                                <a:ext uri="{FF2B5EF4-FFF2-40B4-BE49-F238E27FC236}">
                                  <a16:creationId xmlns:a16="http://schemas.microsoft.com/office/drawing/2014/main" id="{87F011B3-441E-4DFA-97C1-8C60E2E43D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246" name="Rectangle 4245">
                              <a:extLst>
                                <a:ext uri="{FF2B5EF4-FFF2-40B4-BE49-F238E27FC236}">
                                  <a16:creationId xmlns:a16="http://schemas.microsoft.com/office/drawing/2014/main" id="{CBD2EC7A-FB1E-4F09-BA7D-5E4871BAB7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42" name="Group 4241">
                            <a:extLst>
                              <a:ext uri="{FF2B5EF4-FFF2-40B4-BE49-F238E27FC236}">
                                <a16:creationId xmlns:a16="http://schemas.microsoft.com/office/drawing/2014/main" id="{8DFB973F-5D8F-48E0-8A29-F743140273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43" name="Rectangle 4242">
                              <a:extLst>
                                <a:ext uri="{FF2B5EF4-FFF2-40B4-BE49-F238E27FC236}">
                                  <a16:creationId xmlns:a16="http://schemas.microsoft.com/office/drawing/2014/main" id="{1DE3912A-B486-4E01-A7C9-E257C8C604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244" name="Rectangle 4243">
                              <a:extLst>
                                <a:ext uri="{FF2B5EF4-FFF2-40B4-BE49-F238E27FC236}">
                                  <a16:creationId xmlns:a16="http://schemas.microsoft.com/office/drawing/2014/main" id="{D5241FDF-146D-43FE-B3FE-2FB0814232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34" name="Group 4233">
                          <a:extLst>
                            <a:ext uri="{FF2B5EF4-FFF2-40B4-BE49-F238E27FC236}">
                              <a16:creationId xmlns:a16="http://schemas.microsoft.com/office/drawing/2014/main" id="{B7A80A67-DBB9-4CA1-A2D2-076E2B42397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35" name="Group 4234">
                            <a:extLst>
                              <a:ext uri="{FF2B5EF4-FFF2-40B4-BE49-F238E27FC236}">
                                <a16:creationId xmlns:a16="http://schemas.microsoft.com/office/drawing/2014/main" id="{B4255C44-7890-461D-B990-524F064AEE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39" name="Rectangle 4238">
                              <a:extLst>
                                <a:ext uri="{FF2B5EF4-FFF2-40B4-BE49-F238E27FC236}">
                                  <a16:creationId xmlns:a16="http://schemas.microsoft.com/office/drawing/2014/main" id="{3FD24CD6-24B9-4746-AAF0-23E52581EC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240" name="Rectangle 4239">
                              <a:extLst>
                                <a:ext uri="{FF2B5EF4-FFF2-40B4-BE49-F238E27FC236}">
                                  <a16:creationId xmlns:a16="http://schemas.microsoft.com/office/drawing/2014/main" id="{B89C7A20-13EC-4886-BF90-334A4B27F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36" name="Group 4235">
                            <a:extLst>
                              <a:ext uri="{FF2B5EF4-FFF2-40B4-BE49-F238E27FC236}">
                                <a16:creationId xmlns:a16="http://schemas.microsoft.com/office/drawing/2014/main" id="{0C0D2FDE-9180-4DA6-90F5-4118465BB7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37" name="Rectangle 4236">
                              <a:extLst>
                                <a:ext uri="{FF2B5EF4-FFF2-40B4-BE49-F238E27FC236}">
                                  <a16:creationId xmlns:a16="http://schemas.microsoft.com/office/drawing/2014/main" id="{45F8E7C9-CF91-4E19-93B4-B972FC926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238" name="Rectangle 4237">
                              <a:extLst>
                                <a:ext uri="{FF2B5EF4-FFF2-40B4-BE49-F238E27FC236}">
                                  <a16:creationId xmlns:a16="http://schemas.microsoft.com/office/drawing/2014/main" id="{6A987F60-2705-435E-B1EE-9BE005207E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166" name="Group 4165">
                    <a:extLst>
                      <a:ext uri="{FF2B5EF4-FFF2-40B4-BE49-F238E27FC236}">
                        <a16:creationId xmlns:a16="http://schemas.microsoft.com/office/drawing/2014/main" id="{1EB31F77-16D2-4FE3-8316-E8705B51010F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167" name="Group 4166">
                      <a:extLst>
                        <a:ext uri="{FF2B5EF4-FFF2-40B4-BE49-F238E27FC236}">
                          <a16:creationId xmlns:a16="http://schemas.microsoft.com/office/drawing/2014/main" id="{3EBA42E1-E091-45BD-B1E5-07A4976FFF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99" name="Group 4198">
                        <a:extLst>
                          <a:ext uri="{FF2B5EF4-FFF2-40B4-BE49-F238E27FC236}">
                            <a16:creationId xmlns:a16="http://schemas.microsoft.com/office/drawing/2014/main" id="{CBF6BA02-C07E-4C47-A517-1CD91DD98D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15" name="Group 4214">
                          <a:extLst>
                            <a:ext uri="{FF2B5EF4-FFF2-40B4-BE49-F238E27FC236}">
                              <a16:creationId xmlns:a16="http://schemas.microsoft.com/office/drawing/2014/main" id="{092DD0D6-DEFE-47EF-AF3A-437F9D69FE8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23" name="Group 4222">
                            <a:extLst>
                              <a:ext uri="{FF2B5EF4-FFF2-40B4-BE49-F238E27FC236}">
                                <a16:creationId xmlns:a16="http://schemas.microsoft.com/office/drawing/2014/main" id="{23FAC681-9D44-4EDA-A326-0B90B7C8413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7" name="Rectangle 4226">
                              <a:extLst>
                                <a:ext uri="{FF2B5EF4-FFF2-40B4-BE49-F238E27FC236}">
                                  <a16:creationId xmlns:a16="http://schemas.microsoft.com/office/drawing/2014/main" id="{375A08E2-4ACC-4883-A8BA-4272F2BDE7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228" name="Rectangle 4227">
                              <a:extLst>
                                <a:ext uri="{FF2B5EF4-FFF2-40B4-BE49-F238E27FC236}">
                                  <a16:creationId xmlns:a16="http://schemas.microsoft.com/office/drawing/2014/main" id="{D7AEDD11-F5B8-4290-9414-4685C815AE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24" name="Group 4223">
                            <a:extLst>
                              <a:ext uri="{FF2B5EF4-FFF2-40B4-BE49-F238E27FC236}">
                                <a16:creationId xmlns:a16="http://schemas.microsoft.com/office/drawing/2014/main" id="{71F767D3-94F7-4C2D-81A5-8D57A42B0B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5" name="Rectangle 4224">
                              <a:extLst>
                                <a:ext uri="{FF2B5EF4-FFF2-40B4-BE49-F238E27FC236}">
                                  <a16:creationId xmlns:a16="http://schemas.microsoft.com/office/drawing/2014/main" id="{FC127FD5-9844-4B95-A9BC-98B5EEB3F4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226" name="Rectangle 4225">
                              <a:extLst>
                                <a:ext uri="{FF2B5EF4-FFF2-40B4-BE49-F238E27FC236}">
                                  <a16:creationId xmlns:a16="http://schemas.microsoft.com/office/drawing/2014/main" id="{BF2CDBCD-A115-4340-A253-C18C40F090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16" name="Group 4215">
                          <a:extLst>
                            <a:ext uri="{FF2B5EF4-FFF2-40B4-BE49-F238E27FC236}">
                              <a16:creationId xmlns:a16="http://schemas.microsoft.com/office/drawing/2014/main" id="{EC85772D-371C-4D7B-9AE9-B15B3FC9BB3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17" name="Group 4216">
                            <a:extLst>
                              <a:ext uri="{FF2B5EF4-FFF2-40B4-BE49-F238E27FC236}">
                                <a16:creationId xmlns:a16="http://schemas.microsoft.com/office/drawing/2014/main" id="{EEA5BE85-50F2-4581-9322-5C80805294E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21" name="Rectangle 4220">
                              <a:extLst>
                                <a:ext uri="{FF2B5EF4-FFF2-40B4-BE49-F238E27FC236}">
                                  <a16:creationId xmlns:a16="http://schemas.microsoft.com/office/drawing/2014/main" id="{08AF93B7-9DEC-4359-A1BB-C2C74B6241A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222" name="Rectangle 4221">
                              <a:extLst>
                                <a:ext uri="{FF2B5EF4-FFF2-40B4-BE49-F238E27FC236}">
                                  <a16:creationId xmlns:a16="http://schemas.microsoft.com/office/drawing/2014/main" id="{0FDB2C5B-A463-45EC-B9C1-5E16C8759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18" name="Group 4217">
                            <a:extLst>
                              <a:ext uri="{FF2B5EF4-FFF2-40B4-BE49-F238E27FC236}">
                                <a16:creationId xmlns:a16="http://schemas.microsoft.com/office/drawing/2014/main" id="{FA73B93F-9BE0-4614-A692-6B73CAD6015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9" name="Rectangle 4218">
                              <a:extLst>
                                <a:ext uri="{FF2B5EF4-FFF2-40B4-BE49-F238E27FC236}">
                                  <a16:creationId xmlns:a16="http://schemas.microsoft.com/office/drawing/2014/main" id="{FB5CCA25-510F-4149-89CC-94E07A1B32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220" name="Rectangle 4219">
                              <a:extLst>
                                <a:ext uri="{FF2B5EF4-FFF2-40B4-BE49-F238E27FC236}">
                                  <a16:creationId xmlns:a16="http://schemas.microsoft.com/office/drawing/2014/main" id="{50C1CF21-37BA-4B0C-9BD0-D38D52429F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200" name="Group 4199">
                        <a:extLst>
                          <a:ext uri="{FF2B5EF4-FFF2-40B4-BE49-F238E27FC236}">
                            <a16:creationId xmlns:a16="http://schemas.microsoft.com/office/drawing/2014/main" id="{5B3B0A91-6DE2-454C-A49D-BD81CA60DE2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201" name="Group 4200">
                          <a:extLst>
                            <a:ext uri="{FF2B5EF4-FFF2-40B4-BE49-F238E27FC236}">
                              <a16:creationId xmlns:a16="http://schemas.microsoft.com/office/drawing/2014/main" id="{9F36E7F7-1DB0-4042-8B3A-842A24B70F0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09" name="Group 4208">
                            <a:extLst>
                              <a:ext uri="{FF2B5EF4-FFF2-40B4-BE49-F238E27FC236}">
                                <a16:creationId xmlns:a16="http://schemas.microsoft.com/office/drawing/2014/main" id="{6129D24F-7D7F-44FB-825A-6E4FB9768C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3" name="Rectangle 4212">
                              <a:extLst>
                                <a:ext uri="{FF2B5EF4-FFF2-40B4-BE49-F238E27FC236}">
                                  <a16:creationId xmlns:a16="http://schemas.microsoft.com/office/drawing/2014/main" id="{89E9D895-2AE2-42EA-BF08-E8F8A3FFBA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214" name="Rectangle 4213">
                              <a:extLst>
                                <a:ext uri="{FF2B5EF4-FFF2-40B4-BE49-F238E27FC236}">
                                  <a16:creationId xmlns:a16="http://schemas.microsoft.com/office/drawing/2014/main" id="{C3055F5B-93CB-435B-9435-E870841368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10" name="Group 4209">
                            <a:extLst>
                              <a:ext uri="{FF2B5EF4-FFF2-40B4-BE49-F238E27FC236}">
                                <a16:creationId xmlns:a16="http://schemas.microsoft.com/office/drawing/2014/main" id="{0F153145-06D1-4A74-9046-49D7781DEA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11" name="Rectangle 4210">
                              <a:extLst>
                                <a:ext uri="{FF2B5EF4-FFF2-40B4-BE49-F238E27FC236}">
                                  <a16:creationId xmlns:a16="http://schemas.microsoft.com/office/drawing/2014/main" id="{3012D6FC-D816-46A5-A92A-9AE51D741C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212" name="Rectangle 4211">
                              <a:extLst>
                                <a:ext uri="{FF2B5EF4-FFF2-40B4-BE49-F238E27FC236}">
                                  <a16:creationId xmlns:a16="http://schemas.microsoft.com/office/drawing/2014/main" id="{89CAA40C-A337-4A51-ADEC-F997DA094D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202" name="Group 4201">
                          <a:extLst>
                            <a:ext uri="{FF2B5EF4-FFF2-40B4-BE49-F238E27FC236}">
                              <a16:creationId xmlns:a16="http://schemas.microsoft.com/office/drawing/2014/main" id="{C464BA3C-2573-49D1-B726-1B5C354D57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203" name="Group 4202">
                            <a:extLst>
                              <a:ext uri="{FF2B5EF4-FFF2-40B4-BE49-F238E27FC236}">
                                <a16:creationId xmlns:a16="http://schemas.microsoft.com/office/drawing/2014/main" id="{9CDC9BD5-8FE9-470C-A467-811C889AB15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07" name="Rectangle 4206">
                              <a:extLst>
                                <a:ext uri="{FF2B5EF4-FFF2-40B4-BE49-F238E27FC236}">
                                  <a16:creationId xmlns:a16="http://schemas.microsoft.com/office/drawing/2014/main" id="{80CA9DB7-3DD9-477F-A0D1-B769431C16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208" name="Rectangle 4207">
                              <a:extLst>
                                <a:ext uri="{FF2B5EF4-FFF2-40B4-BE49-F238E27FC236}">
                                  <a16:creationId xmlns:a16="http://schemas.microsoft.com/office/drawing/2014/main" id="{1DA0AAD6-46FF-4623-A8DD-414415E854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204" name="Group 4203">
                            <a:extLst>
                              <a:ext uri="{FF2B5EF4-FFF2-40B4-BE49-F238E27FC236}">
                                <a16:creationId xmlns:a16="http://schemas.microsoft.com/office/drawing/2014/main" id="{EBC62EF7-EEC2-4FCB-A4B1-3509ACF686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205" name="Rectangle 4204">
                              <a:extLst>
                                <a:ext uri="{FF2B5EF4-FFF2-40B4-BE49-F238E27FC236}">
                                  <a16:creationId xmlns:a16="http://schemas.microsoft.com/office/drawing/2014/main" id="{3E5CF9AD-CC13-4B62-B401-34AB17F4EC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206" name="Rectangle 4205">
                              <a:extLst>
                                <a:ext uri="{FF2B5EF4-FFF2-40B4-BE49-F238E27FC236}">
                                  <a16:creationId xmlns:a16="http://schemas.microsoft.com/office/drawing/2014/main" id="{CCD28357-1F83-4134-B887-C41B02708D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168" name="Group 4167">
                      <a:extLst>
                        <a:ext uri="{FF2B5EF4-FFF2-40B4-BE49-F238E27FC236}">
                          <a16:creationId xmlns:a16="http://schemas.microsoft.com/office/drawing/2014/main" id="{2C39BBBD-79F3-40BC-ADCA-2138C721B9E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69" name="Group 4168">
                        <a:extLst>
                          <a:ext uri="{FF2B5EF4-FFF2-40B4-BE49-F238E27FC236}">
                            <a16:creationId xmlns:a16="http://schemas.microsoft.com/office/drawing/2014/main" id="{6EE608FA-A64C-4A99-A131-84AD283E48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85" name="Group 4184">
                          <a:extLst>
                            <a:ext uri="{FF2B5EF4-FFF2-40B4-BE49-F238E27FC236}">
                              <a16:creationId xmlns:a16="http://schemas.microsoft.com/office/drawing/2014/main" id="{30D5C247-2510-4C14-99EE-A3A089F7F83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93" name="Group 4192">
                            <a:extLst>
                              <a:ext uri="{FF2B5EF4-FFF2-40B4-BE49-F238E27FC236}">
                                <a16:creationId xmlns:a16="http://schemas.microsoft.com/office/drawing/2014/main" id="{B5B33FFA-2777-49BB-AC50-B33D7C0D420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7" name="Rectangle 4196">
                              <a:extLst>
                                <a:ext uri="{FF2B5EF4-FFF2-40B4-BE49-F238E27FC236}">
                                  <a16:creationId xmlns:a16="http://schemas.microsoft.com/office/drawing/2014/main" id="{5586CF3E-2979-46DC-8A29-95934EAD35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198" name="Rectangle 4197">
                              <a:extLst>
                                <a:ext uri="{FF2B5EF4-FFF2-40B4-BE49-F238E27FC236}">
                                  <a16:creationId xmlns:a16="http://schemas.microsoft.com/office/drawing/2014/main" id="{BC612EC9-2FE6-479C-B23C-9540096651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94" name="Group 4193">
                            <a:extLst>
                              <a:ext uri="{FF2B5EF4-FFF2-40B4-BE49-F238E27FC236}">
                                <a16:creationId xmlns:a16="http://schemas.microsoft.com/office/drawing/2014/main" id="{899270CE-1863-4914-891D-0AD3101593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5" name="Rectangle 4194">
                              <a:extLst>
                                <a:ext uri="{FF2B5EF4-FFF2-40B4-BE49-F238E27FC236}">
                                  <a16:creationId xmlns:a16="http://schemas.microsoft.com/office/drawing/2014/main" id="{1E05BF8A-6186-45C2-B2D4-E5620D4466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196" name="Rectangle 4195">
                              <a:extLst>
                                <a:ext uri="{FF2B5EF4-FFF2-40B4-BE49-F238E27FC236}">
                                  <a16:creationId xmlns:a16="http://schemas.microsoft.com/office/drawing/2014/main" id="{BF7C46B4-5C53-436A-B3FD-AE7E2BBAF9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86" name="Group 4185">
                          <a:extLst>
                            <a:ext uri="{FF2B5EF4-FFF2-40B4-BE49-F238E27FC236}">
                              <a16:creationId xmlns:a16="http://schemas.microsoft.com/office/drawing/2014/main" id="{EACA1B49-EAF1-494D-A83A-044B54C920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87" name="Group 4186">
                            <a:extLst>
                              <a:ext uri="{FF2B5EF4-FFF2-40B4-BE49-F238E27FC236}">
                                <a16:creationId xmlns:a16="http://schemas.microsoft.com/office/drawing/2014/main" id="{A653F3F6-D55C-489A-8216-68AB8297C01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91" name="Rectangle 4190">
                              <a:extLst>
                                <a:ext uri="{FF2B5EF4-FFF2-40B4-BE49-F238E27FC236}">
                                  <a16:creationId xmlns:a16="http://schemas.microsoft.com/office/drawing/2014/main" id="{75BAAB1B-056E-4580-9716-A7C210927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192" name="Rectangle 4191">
                              <a:extLst>
                                <a:ext uri="{FF2B5EF4-FFF2-40B4-BE49-F238E27FC236}">
                                  <a16:creationId xmlns:a16="http://schemas.microsoft.com/office/drawing/2014/main" id="{BACE3EC3-00E4-4311-BBED-8D56687680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88" name="Group 4187">
                            <a:extLst>
                              <a:ext uri="{FF2B5EF4-FFF2-40B4-BE49-F238E27FC236}">
                                <a16:creationId xmlns:a16="http://schemas.microsoft.com/office/drawing/2014/main" id="{F177ED55-7990-4D02-8019-0C0644BB74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9" name="Rectangle 4188">
                              <a:extLst>
                                <a:ext uri="{FF2B5EF4-FFF2-40B4-BE49-F238E27FC236}">
                                  <a16:creationId xmlns:a16="http://schemas.microsoft.com/office/drawing/2014/main" id="{CE9521F2-4602-483A-AA82-94E5299296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190" name="Rectangle 4189">
                              <a:extLst>
                                <a:ext uri="{FF2B5EF4-FFF2-40B4-BE49-F238E27FC236}">
                                  <a16:creationId xmlns:a16="http://schemas.microsoft.com/office/drawing/2014/main" id="{746B804D-87FF-4FD7-8E3D-CCF864ED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70" name="Group 4169">
                        <a:extLst>
                          <a:ext uri="{FF2B5EF4-FFF2-40B4-BE49-F238E27FC236}">
                            <a16:creationId xmlns:a16="http://schemas.microsoft.com/office/drawing/2014/main" id="{0083B709-0E54-484E-8F70-B7E16E04FA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71" name="Group 4170">
                          <a:extLst>
                            <a:ext uri="{FF2B5EF4-FFF2-40B4-BE49-F238E27FC236}">
                              <a16:creationId xmlns:a16="http://schemas.microsoft.com/office/drawing/2014/main" id="{F7FB49EA-8D63-417F-9706-A6BD5A30E9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79" name="Group 4178">
                            <a:extLst>
                              <a:ext uri="{FF2B5EF4-FFF2-40B4-BE49-F238E27FC236}">
                                <a16:creationId xmlns:a16="http://schemas.microsoft.com/office/drawing/2014/main" id="{5E3E91A6-97DA-4D9D-86C6-21BCF082C08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3" name="Rectangle 4182">
                              <a:extLst>
                                <a:ext uri="{FF2B5EF4-FFF2-40B4-BE49-F238E27FC236}">
                                  <a16:creationId xmlns:a16="http://schemas.microsoft.com/office/drawing/2014/main" id="{10572FA6-A61A-45C1-A1E3-370B8A0E8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184" name="Rectangle 4183">
                              <a:extLst>
                                <a:ext uri="{FF2B5EF4-FFF2-40B4-BE49-F238E27FC236}">
                                  <a16:creationId xmlns:a16="http://schemas.microsoft.com/office/drawing/2014/main" id="{D3802C93-F099-4728-B6B9-2357D72BC6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80" name="Group 4179">
                            <a:extLst>
                              <a:ext uri="{FF2B5EF4-FFF2-40B4-BE49-F238E27FC236}">
                                <a16:creationId xmlns:a16="http://schemas.microsoft.com/office/drawing/2014/main" id="{A890920C-CF5F-4BFD-87F4-AC9F289BB0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81" name="Rectangle 4180">
                              <a:extLst>
                                <a:ext uri="{FF2B5EF4-FFF2-40B4-BE49-F238E27FC236}">
                                  <a16:creationId xmlns:a16="http://schemas.microsoft.com/office/drawing/2014/main" id="{A83ECA68-3C8B-444E-A016-B7F4B7F811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182" name="Rectangle 4181">
                              <a:extLst>
                                <a:ext uri="{FF2B5EF4-FFF2-40B4-BE49-F238E27FC236}">
                                  <a16:creationId xmlns:a16="http://schemas.microsoft.com/office/drawing/2014/main" id="{900FAB48-1EDB-4306-99FA-1A431206E5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72" name="Group 4171">
                          <a:extLst>
                            <a:ext uri="{FF2B5EF4-FFF2-40B4-BE49-F238E27FC236}">
                              <a16:creationId xmlns:a16="http://schemas.microsoft.com/office/drawing/2014/main" id="{96D0CE10-F8A7-4C2F-8816-FE3CFF30CA0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73" name="Group 4172">
                            <a:extLst>
                              <a:ext uri="{FF2B5EF4-FFF2-40B4-BE49-F238E27FC236}">
                                <a16:creationId xmlns:a16="http://schemas.microsoft.com/office/drawing/2014/main" id="{BC4E8183-5C90-4F71-BA7A-CE3C0DB400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77" name="Rectangle 4176">
                              <a:extLst>
                                <a:ext uri="{FF2B5EF4-FFF2-40B4-BE49-F238E27FC236}">
                                  <a16:creationId xmlns:a16="http://schemas.microsoft.com/office/drawing/2014/main" id="{E2016B08-99E1-4E05-81F6-3CF931C2B2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178" name="Rectangle 4177">
                              <a:extLst>
                                <a:ext uri="{FF2B5EF4-FFF2-40B4-BE49-F238E27FC236}">
                                  <a16:creationId xmlns:a16="http://schemas.microsoft.com/office/drawing/2014/main" id="{9465C6E4-D0B6-4959-B7BD-AD52379FCD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74" name="Group 4173">
                            <a:extLst>
                              <a:ext uri="{FF2B5EF4-FFF2-40B4-BE49-F238E27FC236}">
                                <a16:creationId xmlns:a16="http://schemas.microsoft.com/office/drawing/2014/main" id="{0C7629B4-6320-49EF-A8A2-213BABFDB2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75" name="Rectangle 4174">
                              <a:extLst>
                                <a:ext uri="{FF2B5EF4-FFF2-40B4-BE49-F238E27FC236}">
                                  <a16:creationId xmlns:a16="http://schemas.microsoft.com/office/drawing/2014/main" id="{3E3C705B-1FD4-46F9-9868-1AA1E2903D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176" name="Rectangle 4175">
                              <a:extLst>
                                <a:ext uri="{FF2B5EF4-FFF2-40B4-BE49-F238E27FC236}">
                                  <a16:creationId xmlns:a16="http://schemas.microsoft.com/office/drawing/2014/main" id="{35C6D3E9-A8F9-4785-A7ED-4339B05709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4038" name="Group 4037">
                  <a:extLst>
                    <a:ext uri="{FF2B5EF4-FFF2-40B4-BE49-F238E27FC236}">
                      <a16:creationId xmlns:a16="http://schemas.microsoft.com/office/drawing/2014/main" id="{6D8AAB00-684C-4D6E-B4CE-3AB202CA0A2B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4039" name="Group 4038">
                    <a:extLst>
                      <a:ext uri="{FF2B5EF4-FFF2-40B4-BE49-F238E27FC236}">
                        <a16:creationId xmlns:a16="http://schemas.microsoft.com/office/drawing/2014/main" id="{A2C3279C-39DD-450F-8099-38D0EF64BE78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103" name="Group 4102">
                      <a:extLst>
                        <a:ext uri="{FF2B5EF4-FFF2-40B4-BE49-F238E27FC236}">
                          <a16:creationId xmlns:a16="http://schemas.microsoft.com/office/drawing/2014/main" id="{7F53CEBA-C4FE-4913-9AC9-1FE6DFBF5F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35" name="Group 4134">
                        <a:extLst>
                          <a:ext uri="{FF2B5EF4-FFF2-40B4-BE49-F238E27FC236}">
                            <a16:creationId xmlns:a16="http://schemas.microsoft.com/office/drawing/2014/main" id="{56163932-F05E-4B66-92EF-6A321D82620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51" name="Group 4150">
                          <a:extLst>
                            <a:ext uri="{FF2B5EF4-FFF2-40B4-BE49-F238E27FC236}">
                              <a16:creationId xmlns:a16="http://schemas.microsoft.com/office/drawing/2014/main" id="{2E26373E-8749-4782-A45D-A5294FFA68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59" name="Group 4158">
                            <a:extLst>
                              <a:ext uri="{FF2B5EF4-FFF2-40B4-BE49-F238E27FC236}">
                                <a16:creationId xmlns:a16="http://schemas.microsoft.com/office/drawing/2014/main" id="{25C0F589-70B6-4A08-9270-5B3B820C9A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63" name="Rectangle 4162">
                              <a:extLst>
                                <a:ext uri="{FF2B5EF4-FFF2-40B4-BE49-F238E27FC236}">
                                  <a16:creationId xmlns:a16="http://schemas.microsoft.com/office/drawing/2014/main" id="{0D716DBC-D15E-4B9B-B22E-D634F88B6B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164" name="Rectangle 4163">
                              <a:extLst>
                                <a:ext uri="{FF2B5EF4-FFF2-40B4-BE49-F238E27FC236}">
                                  <a16:creationId xmlns:a16="http://schemas.microsoft.com/office/drawing/2014/main" id="{34DC02A8-6926-46E4-8CE1-207D029539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60" name="Group 4159">
                            <a:extLst>
                              <a:ext uri="{FF2B5EF4-FFF2-40B4-BE49-F238E27FC236}">
                                <a16:creationId xmlns:a16="http://schemas.microsoft.com/office/drawing/2014/main" id="{ADB32D51-6162-4380-AFA9-193743DB716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61" name="Rectangle 4160">
                              <a:extLst>
                                <a:ext uri="{FF2B5EF4-FFF2-40B4-BE49-F238E27FC236}">
                                  <a16:creationId xmlns:a16="http://schemas.microsoft.com/office/drawing/2014/main" id="{FEC1A337-D81C-489E-9B58-0C074153FB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162" name="Rectangle 4161">
                              <a:extLst>
                                <a:ext uri="{FF2B5EF4-FFF2-40B4-BE49-F238E27FC236}">
                                  <a16:creationId xmlns:a16="http://schemas.microsoft.com/office/drawing/2014/main" id="{5213D095-3617-4AC8-812A-BE092213C8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52" name="Group 4151">
                          <a:extLst>
                            <a:ext uri="{FF2B5EF4-FFF2-40B4-BE49-F238E27FC236}">
                              <a16:creationId xmlns:a16="http://schemas.microsoft.com/office/drawing/2014/main" id="{2B65E6B3-FEFD-42FC-B57B-B39A6CD9AC1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53" name="Group 4152">
                            <a:extLst>
                              <a:ext uri="{FF2B5EF4-FFF2-40B4-BE49-F238E27FC236}">
                                <a16:creationId xmlns:a16="http://schemas.microsoft.com/office/drawing/2014/main" id="{E88BCD03-69EE-4D4E-BE85-CB5A814A841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57" name="Rectangle 4156">
                              <a:extLst>
                                <a:ext uri="{FF2B5EF4-FFF2-40B4-BE49-F238E27FC236}">
                                  <a16:creationId xmlns:a16="http://schemas.microsoft.com/office/drawing/2014/main" id="{1F6AFB22-DB51-4995-8630-860A4066ED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158" name="Rectangle 4157">
                              <a:extLst>
                                <a:ext uri="{FF2B5EF4-FFF2-40B4-BE49-F238E27FC236}">
                                  <a16:creationId xmlns:a16="http://schemas.microsoft.com/office/drawing/2014/main" id="{F9B278A9-9645-40F7-A618-9D51BB6EBBC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54" name="Group 4153">
                            <a:extLst>
                              <a:ext uri="{FF2B5EF4-FFF2-40B4-BE49-F238E27FC236}">
                                <a16:creationId xmlns:a16="http://schemas.microsoft.com/office/drawing/2014/main" id="{E387F86E-76A6-4165-8578-CF5DF4CA68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55" name="Rectangle 4154">
                              <a:extLst>
                                <a:ext uri="{FF2B5EF4-FFF2-40B4-BE49-F238E27FC236}">
                                  <a16:creationId xmlns:a16="http://schemas.microsoft.com/office/drawing/2014/main" id="{601415E6-6DA1-46BF-BE66-A16175DC7C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156" name="Rectangle 4155">
                              <a:extLst>
                                <a:ext uri="{FF2B5EF4-FFF2-40B4-BE49-F238E27FC236}">
                                  <a16:creationId xmlns:a16="http://schemas.microsoft.com/office/drawing/2014/main" id="{5A98EF71-7412-4102-9327-1C27B582A4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36" name="Group 4135">
                        <a:extLst>
                          <a:ext uri="{FF2B5EF4-FFF2-40B4-BE49-F238E27FC236}">
                            <a16:creationId xmlns:a16="http://schemas.microsoft.com/office/drawing/2014/main" id="{4C036428-A477-4546-BE9E-C1BC41765B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37" name="Group 4136">
                          <a:extLst>
                            <a:ext uri="{FF2B5EF4-FFF2-40B4-BE49-F238E27FC236}">
                              <a16:creationId xmlns:a16="http://schemas.microsoft.com/office/drawing/2014/main" id="{594FAEAB-5CD4-46DD-A068-2EC73886B1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45" name="Group 4144">
                            <a:extLst>
                              <a:ext uri="{FF2B5EF4-FFF2-40B4-BE49-F238E27FC236}">
                                <a16:creationId xmlns:a16="http://schemas.microsoft.com/office/drawing/2014/main" id="{92CDF1A1-2F8C-45C4-8290-F384DCD090B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9" name="Rectangle 4148">
                              <a:extLst>
                                <a:ext uri="{FF2B5EF4-FFF2-40B4-BE49-F238E27FC236}">
                                  <a16:creationId xmlns:a16="http://schemas.microsoft.com/office/drawing/2014/main" id="{37F90DC2-BAE8-4C53-8A57-5F8958BB97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150" name="Rectangle 4149">
                              <a:extLst>
                                <a:ext uri="{FF2B5EF4-FFF2-40B4-BE49-F238E27FC236}">
                                  <a16:creationId xmlns:a16="http://schemas.microsoft.com/office/drawing/2014/main" id="{430C00A2-6B5C-49E4-A899-C60D393A5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46" name="Group 4145">
                            <a:extLst>
                              <a:ext uri="{FF2B5EF4-FFF2-40B4-BE49-F238E27FC236}">
                                <a16:creationId xmlns:a16="http://schemas.microsoft.com/office/drawing/2014/main" id="{F1EAC968-ED3A-4014-AF7B-62205F30111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7" name="Rectangle 4146">
                              <a:extLst>
                                <a:ext uri="{FF2B5EF4-FFF2-40B4-BE49-F238E27FC236}">
                                  <a16:creationId xmlns:a16="http://schemas.microsoft.com/office/drawing/2014/main" id="{BD4212FC-954F-4BD6-89A1-96F1977572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148" name="Rectangle 4147">
                              <a:extLst>
                                <a:ext uri="{FF2B5EF4-FFF2-40B4-BE49-F238E27FC236}">
                                  <a16:creationId xmlns:a16="http://schemas.microsoft.com/office/drawing/2014/main" id="{21EFD893-DE25-4827-A230-5F202EBAB7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38" name="Group 4137">
                          <a:extLst>
                            <a:ext uri="{FF2B5EF4-FFF2-40B4-BE49-F238E27FC236}">
                              <a16:creationId xmlns:a16="http://schemas.microsoft.com/office/drawing/2014/main" id="{9EFE2FE3-536B-462E-B5D7-F7405ECDBD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39" name="Group 4138">
                            <a:extLst>
                              <a:ext uri="{FF2B5EF4-FFF2-40B4-BE49-F238E27FC236}">
                                <a16:creationId xmlns:a16="http://schemas.microsoft.com/office/drawing/2014/main" id="{DF8263C0-881C-4599-A517-39CD0EBE9D2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3" name="Rectangle 4142">
                              <a:extLst>
                                <a:ext uri="{FF2B5EF4-FFF2-40B4-BE49-F238E27FC236}">
                                  <a16:creationId xmlns:a16="http://schemas.microsoft.com/office/drawing/2014/main" id="{9D1FCF49-80B7-4CC8-8AFA-8BCE972524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144" name="Rectangle 4143">
                              <a:extLst>
                                <a:ext uri="{FF2B5EF4-FFF2-40B4-BE49-F238E27FC236}">
                                  <a16:creationId xmlns:a16="http://schemas.microsoft.com/office/drawing/2014/main" id="{6945E860-F927-4014-87E4-AEF8EA2538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40" name="Group 4139">
                            <a:extLst>
                              <a:ext uri="{FF2B5EF4-FFF2-40B4-BE49-F238E27FC236}">
                                <a16:creationId xmlns:a16="http://schemas.microsoft.com/office/drawing/2014/main" id="{D15D2877-E60F-4EAC-983B-8AD4F9F475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41" name="Rectangle 4140">
                              <a:extLst>
                                <a:ext uri="{FF2B5EF4-FFF2-40B4-BE49-F238E27FC236}">
                                  <a16:creationId xmlns:a16="http://schemas.microsoft.com/office/drawing/2014/main" id="{00883483-A1A3-414A-BA58-32D5F867B9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142" name="Rectangle 4141">
                              <a:extLst>
                                <a:ext uri="{FF2B5EF4-FFF2-40B4-BE49-F238E27FC236}">
                                  <a16:creationId xmlns:a16="http://schemas.microsoft.com/office/drawing/2014/main" id="{32B607B5-7E35-45BD-AF2B-0090D8233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104" name="Group 4103">
                      <a:extLst>
                        <a:ext uri="{FF2B5EF4-FFF2-40B4-BE49-F238E27FC236}">
                          <a16:creationId xmlns:a16="http://schemas.microsoft.com/office/drawing/2014/main" id="{EF22563E-53D0-4335-80B1-45F7B7DB24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105" name="Group 4104">
                        <a:extLst>
                          <a:ext uri="{FF2B5EF4-FFF2-40B4-BE49-F238E27FC236}">
                            <a16:creationId xmlns:a16="http://schemas.microsoft.com/office/drawing/2014/main" id="{B151B433-B636-44AE-9957-F9638625323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21" name="Group 4120">
                          <a:extLst>
                            <a:ext uri="{FF2B5EF4-FFF2-40B4-BE49-F238E27FC236}">
                              <a16:creationId xmlns:a16="http://schemas.microsoft.com/office/drawing/2014/main" id="{DD04907F-9D5E-4699-9B20-9BAE88E9B9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29" name="Group 4128">
                            <a:extLst>
                              <a:ext uri="{FF2B5EF4-FFF2-40B4-BE49-F238E27FC236}">
                                <a16:creationId xmlns:a16="http://schemas.microsoft.com/office/drawing/2014/main" id="{7264C2AF-CF4A-4857-8B01-42EE372D4A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33" name="Rectangle 4132">
                              <a:extLst>
                                <a:ext uri="{FF2B5EF4-FFF2-40B4-BE49-F238E27FC236}">
                                  <a16:creationId xmlns:a16="http://schemas.microsoft.com/office/drawing/2014/main" id="{C4FC48FB-CD38-4736-9DAE-8974BB1C0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134" name="Rectangle 4133">
                              <a:extLst>
                                <a:ext uri="{FF2B5EF4-FFF2-40B4-BE49-F238E27FC236}">
                                  <a16:creationId xmlns:a16="http://schemas.microsoft.com/office/drawing/2014/main" id="{44DCC0BC-490D-424E-A50C-419DC7BC13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30" name="Group 4129">
                            <a:extLst>
                              <a:ext uri="{FF2B5EF4-FFF2-40B4-BE49-F238E27FC236}">
                                <a16:creationId xmlns:a16="http://schemas.microsoft.com/office/drawing/2014/main" id="{141B3A9F-9338-4B65-9D6A-68ACE6410CA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31" name="Rectangle 4130">
                              <a:extLst>
                                <a:ext uri="{FF2B5EF4-FFF2-40B4-BE49-F238E27FC236}">
                                  <a16:creationId xmlns:a16="http://schemas.microsoft.com/office/drawing/2014/main" id="{84A6EF51-7EB1-4B35-89D3-FDADF2F95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132" name="Rectangle 4131">
                              <a:extLst>
                                <a:ext uri="{FF2B5EF4-FFF2-40B4-BE49-F238E27FC236}">
                                  <a16:creationId xmlns:a16="http://schemas.microsoft.com/office/drawing/2014/main" id="{BA532850-047F-4C30-96D5-F71B7AD44B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22" name="Group 4121">
                          <a:extLst>
                            <a:ext uri="{FF2B5EF4-FFF2-40B4-BE49-F238E27FC236}">
                              <a16:creationId xmlns:a16="http://schemas.microsoft.com/office/drawing/2014/main" id="{E7BB91A8-F3C3-4374-B089-AE311AFD4E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23" name="Group 4122">
                            <a:extLst>
                              <a:ext uri="{FF2B5EF4-FFF2-40B4-BE49-F238E27FC236}">
                                <a16:creationId xmlns:a16="http://schemas.microsoft.com/office/drawing/2014/main" id="{02420044-550C-481E-9FCE-4D6E3B3FC0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27" name="Rectangle 4126">
                              <a:extLst>
                                <a:ext uri="{FF2B5EF4-FFF2-40B4-BE49-F238E27FC236}">
                                  <a16:creationId xmlns:a16="http://schemas.microsoft.com/office/drawing/2014/main" id="{2C8D3446-C8A9-47DE-B077-099442A8FA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128" name="Rectangle 4127">
                              <a:extLst>
                                <a:ext uri="{FF2B5EF4-FFF2-40B4-BE49-F238E27FC236}">
                                  <a16:creationId xmlns:a16="http://schemas.microsoft.com/office/drawing/2014/main" id="{D4378CF5-420F-41D6-A791-40CA167CCF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24" name="Group 4123">
                            <a:extLst>
                              <a:ext uri="{FF2B5EF4-FFF2-40B4-BE49-F238E27FC236}">
                                <a16:creationId xmlns:a16="http://schemas.microsoft.com/office/drawing/2014/main" id="{9964AD5A-B8D5-45F5-8564-E13F8CD8ED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25" name="Rectangle 4124">
                              <a:extLst>
                                <a:ext uri="{FF2B5EF4-FFF2-40B4-BE49-F238E27FC236}">
                                  <a16:creationId xmlns:a16="http://schemas.microsoft.com/office/drawing/2014/main" id="{8ECB5B57-A826-45FD-9385-BEB4289854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126" name="Rectangle 4125">
                              <a:extLst>
                                <a:ext uri="{FF2B5EF4-FFF2-40B4-BE49-F238E27FC236}">
                                  <a16:creationId xmlns:a16="http://schemas.microsoft.com/office/drawing/2014/main" id="{DA0755D9-8DB3-4E39-8B26-36B27571B7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106" name="Group 4105">
                        <a:extLst>
                          <a:ext uri="{FF2B5EF4-FFF2-40B4-BE49-F238E27FC236}">
                            <a16:creationId xmlns:a16="http://schemas.microsoft.com/office/drawing/2014/main" id="{6E74137E-314E-44ED-8B3F-260FDDED2EE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107" name="Group 4106">
                          <a:extLst>
                            <a:ext uri="{FF2B5EF4-FFF2-40B4-BE49-F238E27FC236}">
                              <a16:creationId xmlns:a16="http://schemas.microsoft.com/office/drawing/2014/main" id="{5CAA81B6-3F41-4DF4-BBFC-84A2BCF582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15" name="Group 4114">
                            <a:extLst>
                              <a:ext uri="{FF2B5EF4-FFF2-40B4-BE49-F238E27FC236}">
                                <a16:creationId xmlns:a16="http://schemas.microsoft.com/office/drawing/2014/main" id="{B1FB275C-9E27-4260-8F7E-C7D7C3CE02A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9" name="Rectangle 4118">
                              <a:extLst>
                                <a:ext uri="{FF2B5EF4-FFF2-40B4-BE49-F238E27FC236}">
                                  <a16:creationId xmlns:a16="http://schemas.microsoft.com/office/drawing/2014/main" id="{0A7E3D2C-E577-47FD-9863-F0FCEAAFED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120" name="Rectangle 4119">
                              <a:extLst>
                                <a:ext uri="{FF2B5EF4-FFF2-40B4-BE49-F238E27FC236}">
                                  <a16:creationId xmlns:a16="http://schemas.microsoft.com/office/drawing/2014/main" id="{86F45A85-CC0A-44E7-9FE4-D5FF28A5F5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16" name="Group 4115">
                            <a:extLst>
                              <a:ext uri="{FF2B5EF4-FFF2-40B4-BE49-F238E27FC236}">
                                <a16:creationId xmlns:a16="http://schemas.microsoft.com/office/drawing/2014/main" id="{EC9A2B87-DAD7-44BF-A174-5446365DB2B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7" name="Rectangle 4116">
                              <a:extLst>
                                <a:ext uri="{FF2B5EF4-FFF2-40B4-BE49-F238E27FC236}">
                                  <a16:creationId xmlns:a16="http://schemas.microsoft.com/office/drawing/2014/main" id="{CD071DCA-67CE-436C-9608-AFCCA2CB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118" name="Rectangle 4117">
                              <a:extLst>
                                <a:ext uri="{FF2B5EF4-FFF2-40B4-BE49-F238E27FC236}">
                                  <a16:creationId xmlns:a16="http://schemas.microsoft.com/office/drawing/2014/main" id="{A5472B82-62E6-4E31-B3EA-59B1D86691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108" name="Group 4107">
                          <a:extLst>
                            <a:ext uri="{FF2B5EF4-FFF2-40B4-BE49-F238E27FC236}">
                              <a16:creationId xmlns:a16="http://schemas.microsoft.com/office/drawing/2014/main" id="{D0FBD6C2-DB2D-4CBE-AA7C-1FE316BE39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109" name="Group 4108">
                            <a:extLst>
                              <a:ext uri="{FF2B5EF4-FFF2-40B4-BE49-F238E27FC236}">
                                <a16:creationId xmlns:a16="http://schemas.microsoft.com/office/drawing/2014/main" id="{687F071B-AF82-4DAE-AFC0-06F33F4A28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3" name="Rectangle 4112">
                              <a:extLst>
                                <a:ext uri="{FF2B5EF4-FFF2-40B4-BE49-F238E27FC236}">
                                  <a16:creationId xmlns:a16="http://schemas.microsoft.com/office/drawing/2014/main" id="{E15FD9B0-367F-4DCB-A124-5113EBD126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114" name="Rectangle 4113">
                              <a:extLst>
                                <a:ext uri="{FF2B5EF4-FFF2-40B4-BE49-F238E27FC236}">
                                  <a16:creationId xmlns:a16="http://schemas.microsoft.com/office/drawing/2014/main" id="{79E91E90-8ABB-48AE-AEDC-30B7D722F9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110" name="Group 4109">
                            <a:extLst>
                              <a:ext uri="{FF2B5EF4-FFF2-40B4-BE49-F238E27FC236}">
                                <a16:creationId xmlns:a16="http://schemas.microsoft.com/office/drawing/2014/main" id="{62FA9F6B-1FBC-4EB7-BC70-33C70A5EBB6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11" name="Rectangle 4110">
                              <a:extLst>
                                <a:ext uri="{FF2B5EF4-FFF2-40B4-BE49-F238E27FC236}">
                                  <a16:creationId xmlns:a16="http://schemas.microsoft.com/office/drawing/2014/main" id="{AC1820F1-CB9C-4F8D-BBF9-38E577A38E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112" name="Rectangle 4111">
                              <a:extLst>
                                <a:ext uri="{FF2B5EF4-FFF2-40B4-BE49-F238E27FC236}">
                                  <a16:creationId xmlns:a16="http://schemas.microsoft.com/office/drawing/2014/main" id="{B15871D8-4C30-47BA-BCEF-E588B938BF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4040" name="Group 4039">
                    <a:extLst>
                      <a:ext uri="{FF2B5EF4-FFF2-40B4-BE49-F238E27FC236}">
                        <a16:creationId xmlns:a16="http://schemas.microsoft.com/office/drawing/2014/main" id="{06B0A9C0-D63E-416F-9462-2883CD27388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4041" name="Group 4040">
                      <a:extLst>
                        <a:ext uri="{FF2B5EF4-FFF2-40B4-BE49-F238E27FC236}">
                          <a16:creationId xmlns:a16="http://schemas.microsoft.com/office/drawing/2014/main" id="{379EAF68-B767-4452-BF46-7C8B93998B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73" name="Group 4072">
                        <a:extLst>
                          <a:ext uri="{FF2B5EF4-FFF2-40B4-BE49-F238E27FC236}">
                            <a16:creationId xmlns:a16="http://schemas.microsoft.com/office/drawing/2014/main" id="{B41BBC15-684B-48C1-A390-65E983C4276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89" name="Group 4088">
                          <a:extLst>
                            <a:ext uri="{FF2B5EF4-FFF2-40B4-BE49-F238E27FC236}">
                              <a16:creationId xmlns:a16="http://schemas.microsoft.com/office/drawing/2014/main" id="{D5AC52BA-6086-460E-8A67-D821A35D295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97" name="Group 4096">
                            <a:extLst>
                              <a:ext uri="{FF2B5EF4-FFF2-40B4-BE49-F238E27FC236}">
                                <a16:creationId xmlns:a16="http://schemas.microsoft.com/office/drawing/2014/main" id="{4DCAAB0D-2EDE-4E5B-AE7E-250427D7533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101" name="Rectangle 4100">
                              <a:extLst>
                                <a:ext uri="{FF2B5EF4-FFF2-40B4-BE49-F238E27FC236}">
                                  <a16:creationId xmlns:a16="http://schemas.microsoft.com/office/drawing/2014/main" id="{3615CB22-F5C9-4665-BE18-1C80347D67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102" name="Rectangle 4101">
                              <a:extLst>
                                <a:ext uri="{FF2B5EF4-FFF2-40B4-BE49-F238E27FC236}">
                                  <a16:creationId xmlns:a16="http://schemas.microsoft.com/office/drawing/2014/main" id="{A063C5D3-FBD9-4226-8460-A21381FF59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98" name="Group 4097">
                            <a:extLst>
                              <a:ext uri="{FF2B5EF4-FFF2-40B4-BE49-F238E27FC236}">
                                <a16:creationId xmlns:a16="http://schemas.microsoft.com/office/drawing/2014/main" id="{1DD521E6-8272-4E49-97F3-7D81874546F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9" name="Rectangle 4098">
                              <a:extLst>
                                <a:ext uri="{FF2B5EF4-FFF2-40B4-BE49-F238E27FC236}">
                                  <a16:creationId xmlns:a16="http://schemas.microsoft.com/office/drawing/2014/main" id="{973D7702-9AF9-4E56-B8CD-53545C5305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100" name="Rectangle 4099">
                              <a:extLst>
                                <a:ext uri="{FF2B5EF4-FFF2-40B4-BE49-F238E27FC236}">
                                  <a16:creationId xmlns:a16="http://schemas.microsoft.com/office/drawing/2014/main" id="{984E6CDD-9714-4487-866C-0F370B7353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90" name="Group 4089">
                          <a:extLst>
                            <a:ext uri="{FF2B5EF4-FFF2-40B4-BE49-F238E27FC236}">
                              <a16:creationId xmlns:a16="http://schemas.microsoft.com/office/drawing/2014/main" id="{AA307351-2CCE-407D-9196-2A56C033A17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91" name="Group 4090">
                            <a:extLst>
                              <a:ext uri="{FF2B5EF4-FFF2-40B4-BE49-F238E27FC236}">
                                <a16:creationId xmlns:a16="http://schemas.microsoft.com/office/drawing/2014/main" id="{F6EF3735-132F-411B-8973-72D68952CF2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5" name="Rectangle 4094">
                              <a:extLst>
                                <a:ext uri="{FF2B5EF4-FFF2-40B4-BE49-F238E27FC236}">
                                  <a16:creationId xmlns:a16="http://schemas.microsoft.com/office/drawing/2014/main" id="{C9B17273-A57F-4226-87CF-EC7BE174E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096" name="Rectangle 4095">
                              <a:extLst>
                                <a:ext uri="{FF2B5EF4-FFF2-40B4-BE49-F238E27FC236}">
                                  <a16:creationId xmlns:a16="http://schemas.microsoft.com/office/drawing/2014/main" id="{78465D95-20FD-4847-A1F8-E02CA30F5F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92" name="Group 4091">
                            <a:extLst>
                              <a:ext uri="{FF2B5EF4-FFF2-40B4-BE49-F238E27FC236}">
                                <a16:creationId xmlns:a16="http://schemas.microsoft.com/office/drawing/2014/main" id="{087FB6BA-F697-4336-99A8-CD76148F4D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93" name="Rectangle 4092">
                              <a:extLst>
                                <a:ext uri="{FF2B5EF4-FFF2-40B4-BE49-F238E27FC236}">
                                  <a16:creationId xmlns:a16="http://schemas.microsoft.com/office/drawing/2014/main" id="{F31633D5-8177-447C-93F5-C13335C0F4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094" name="Rectangle 4093">
                              <a:extLst>
                                <a:ext uri="{FF2B5EF4-FFF2-40B4-BE49-F238E27FC236}">
                                  <a16:creationId xmlns:a16="http://schemas.microsoft.com/office/drawing/2014/main" id="{C65E2926-DA9B-4A1F-81DF-CFBB236372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74" name="Group 4073">
                        <a:extLst>
                          <a:ext uri="{FF2B5EF4-FFF2-40B4-BE49-F238E27FC236}">
                            <a16:creationId xmlns:a16="http://schemas.microsoft.com/office/drawing/2014/main" id="{02D4EABC-C9EB-4428-BF55-B7024E3E7E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75" name="Group 4074">
                          <a:extLst>
                            <a:ext uri="{FF2B5EF4-FFF2-40B4-BE49-F238E27FC236}">
                              <a16:creationId xmlns:a16="http://schemas.microsoft.com/office/drawing/2014/main" id="{B09C7966-1CC6-4C90-A20D-1B9E1120EE1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83" name="Group 4082">
                            <a:extLst>
                              <a:ext uri="{FF2B5EF4-FFF2-40B4-BE49-F238E27FC236}">
                                <a16:creationId xmlns:a16="http://schemas.microsoft.com/office/drawing/2014/main" id="{DAF39D4B-8441-4227-9098-8A29FFDCF86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7" name="Rectangle 4086">
                              <a:extLst>
                                <a:ext uri="{FF2B5EF4-FFF2-40B4-BE49-F238E27FC236}">
                                  <a16:creationId xmlns:a16="http://schemas.microsoft.com/office/drawing/2014/main" id="{26DE23AF-73E7-46DC-AC9E-F0A8E5217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088" name="Rectangle 4087">
                              <a:extLst>
                                <a:ext uri="{FF2B5EF4-FFF2-40B4-BE49-F238E27FC236}">
                                  <a16:creationId xmlns:a16="http://schemas.microsoft.com/office/drawing/2014/main" id="{8F050532-7320-4E1B-929C-53158E23C5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84" name="Group 4083">
                            <a:extLst>
                              <a:ext uri="{FF2B5EF4-FFF2-40B4-BE49-F238E27FC236}">
                                <a16:creationId xmlns:a16="http://schemas.microsoft.com/office/drawing/2014/main" id="{1E9F42E4-A357-48FA-B6FE-DA4656B691F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5" name="Rectangle 4084">
                              <a:extLst>
                                <a:ext uri="{FF2B5EF4-FFF2-40B4-BE49-F238E27FC236}">
                                  <a16:creationId xmlns:a16="http://schemas.microsoft.com/office/drawing/2014/main" id="{17060DDC-0263-42D2-8666-3856A1C0F3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086" name="Rectangle 4085">
                              <a:extLst>
                                <a:ext uri="{FF2B5EF4-FFF2-40B4-BE49-F238E27FC236}">
                                  <a16:creationId xmlns:a16="http://schemas.microsoft.com/office/drawing/2014/main" id="{A5B78EA6-CB9B-47AC-85C7-7B8C0F125C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76" name="Group 4075">
                          <a:extLst>
                            <a:ext uri="{FF2B5EF4-FFF2-40B4-BE49-F238E27FC236}">
                              <a16:creationId xmlns:a16="http://schemas.microsoft.com/office/drawing/2014/main" id="{7572DFFF-9E3F-45F3-8695-323B75198B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77" name="Group 4076">
                            <a:extLst>
                              <a:ext uri="{FF2B5EF4-FFF2-40B4-BE49-F238E27FC236}">
                                <a16:creationId xmlns:a16="http://schemas.microsoft.com/office/drawing/2014/main" id="{A5805A27-1FF4-4CCA-A409-084EDFEA9AD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81" name="Rectangle 4080">
                              <a:extLst>
                                <a:ext uri="{FF2B5EF4-FFF2-40B4-BE49-F238E27FC236}">
                                  <a16:creationId xmlns:a16="http://schemas.microsoft.com/office/drawing/2014/main" id="{EF6F5DE3-201D-4C33-A5F7-4902AC000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082" name="Rectangle 4081">
                              <a:extLst>
                                <a:ext uri="{FF2B5EF4-FFF2-40B4-BE49-F238E27FC236}">
                                  <a16:creationId xmlns:a16="http://schemas.microsoft.com/office/drawing/2014/main" id="{F60C4173-9638-45CB-A5C9-B1F7557D9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78" name="Group 4077">
                            <a:extLst>
                              <a:ext uri="{FF2B5EF4-FFF2-40B4-BE49-F238E27FC236}">
                                <a16:creationId xmlns:a16="http://schemas.microsoft.com/office/drawing/2014/main" id="{C63D9FB3-9412-47CF-87AE-381698CCE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79" name="Rectangle 4078">
                              <a:extLst>
                                <a:ext uri="{FF2B5EF4-FFF2-40B4-BE49-F238E27FC236}">
                                  <a16:creationId xmlns:a16="http://schemas.microsoft.com/office/drawing/2014/main" id="{B4EF97AB-0E1D-4D6B-867E-EE2C278D28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080" name="Rectangle 4079">
                              <a:extLst>
                                <a:ext uri="{FF2B5EF4-FFF2-40B4-BE49-F238E27FC236}">
                                  <a16:creationId xmlns:a16="http://schemas.microsoft.com/office/drawing/2014/main" id="{A7389EA8-7B82-4F9B-9BE6-D47EBF61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4042" name="Group 4041">
                      <a:extLst>
                        <a:ext uri="{FF2B5EF4-FFF2-40B4-BE49-F238E27FC236}">
                          <a16:creationId xmlns:a16="http://schemas.microsoft.com/office/drawing/2014/main" id="{048B620E-ECB8-4096-9EF3-F23FCA0F05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43" name="Group 4042">
                        <a:extLst>
                          <a:ext uri="{FF2B5EF4-FFF2-40B4-BE49-F238E27FC236}">
                            <a16:creationId xmlns:a16="http://schemas.microsoft.com/office/drawing/2014/main" id="{59006D44-2718-4A23-BABB-58DDB5B5B0F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59" name="Group 4058">
                          <a:extLst>
                            <a:ext uri="{FF2B5EF4-FFF2-40B4-BE49-F238E27FC236}">
                              <a16:creationId xmlns:a16="http://schemas.microsoft.com/office/drawing/2014/main" id="{339E966C-726A-4BC2-B0EC-A973BB8A5DE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67" name="Group 4066">
                            <a:extLst>
                              <a:ext uri="{FF2B5EF4-FFF2-40B4-BE49-F238E27FC236}">
                                <a16:creationId xmlns:a16="http://schemas.microsoft.com/office/drawing/2014/main" id="{897F88DD-F527-4DE3-AFF2-BD701C85D5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71" name="Rectangle 4070">
                              <a:extLst>
                                <a:ext uri="{FF2B5EF4-FFF2-40B4-BE49-F238E27FC236}">
                                  <a16:creationId xmlns:a16="http://schemas.microsoft.com/office/drawing/2014/main" id="{FAF9A207-92AB-4EE7-967B-57191C49E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072" name="Rectangle 4071">
                              <a:extLst>
                                <a:ext uri="{FF2B5EF4-FFF2-40B4-BE49-F238E27FC236}">
                                  <a16:creationId xmlns:a16="http://schemas.microsoft.com/office/drawing/2014/main" id="{D505B8E8-F329-4BB5-8C35-BECF763278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68" name="Group 4067">
                            <a:extLst>
                              <a:ext uri="{FF2B5EF4-FFF2-40B4-BE49-F238E27FC236}">
                                <a16:creationId xmlns:a16="http://schemas.microsoft.com/office/drawing/2014/main" id="{3767E9F3-BCD0-42BE-92F2-3270B03E80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9" name="Rectangle 4068">
                              <a:extLst>
                                <a:ext uri="{FF2B5EF4-FFF2-40B4-BE49-F238E27FC236}">
                                  <a16:creationId xmlns:a16="http://schemas.microsoft.com/office/drawing/2014/main" id="{4E8CF544-4333-4FA2-81AE-940EC2194BD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070" name="Rectangle 4069">
                              <a:extLst>
                                <a:ext uri="{FF2B5EF4-FFF2-40B4-BE49-F238E27FC236}">
                                  <a16:creationId xmlns:a16="http://schemas.microsoft.com/office/drawing/2014/main" id="{3EA7C03A-2E92-4CA9-90D8-A07AA36DCF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60" name="Group 4059">
                          <a:extLst>
                            <a:ext uri="{FF2B5EF4-FFF2-40B4-BE49-F238E27FC236}">
                              <a16:creationId xmlns:a16="http://schemas.microsoft.com/office/drawing/2014/main" id="{B11B2D49-A9C1-4AFB-B088-E93EE508BA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61" name="Group 4060">
                            <a:extLst>
                              <a:ext uri="{FF2B5EF4-FFF2-40B4-BE49-F238E27FC236}">
                                <a16:creationId xmlns:a16="http://schemas.microsoft.com/office/drawing/2014/main" id="{A01A857A-D30A-4686-A9CD-BE3BE4D8E1E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5" name="Rectangle 4064">
                              <a:extLst>
                                <a:ext uri="{FF2B5EF4-FFF2-40B4-BE49-F238E27FC236}">
                                  <a16:creationId xmlns:a16="http://schemas.microsoft.com/office/drawing/2014/main" id="{3D3B4B94-8ADD-452E-A290-C537251B1B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066" name="Rectangle 4065">
                              <a:extLst>
                                <a:ext uri="{FF2B5EF4-FFF2-40B4-BE49-F238E27FC236}">
                                  <a16:creationId xmlns:a16="http://schemas.microsoft.com/office/drawing/2014/main" id="{B287140C-ABD6-4D04-AEB8-E24A856CD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62" name="Group 4061">
                            <a:extLst>
                              <a:ext uri="{FF2B5EF4-FFF2-40B4-BE49-F238E27FC236}">
                                <a16:creationId xmlns:a16="http://schemas.microsoft.com/office/drawing/2014/main" id="{73484140-C3FB-4631-9E3C-E0D7795E4E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63" name="Rectangle 4062">
                              <a:extLst>
                                <a:ext uri="{FF2B5EF4-FFF2-40B4-BE49-F238E27FC236}">
                                  <a16:creationId xmlns:a16="http://schemas.microsoft.com/office/drawing/2014/main" id="{AA4D2DBB-E687-40F4-B4EF-82BFFB4A6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4064" name="Rectangle 4063">
                              <a:extLst>
                                <a:ext uri="{FF2B5EF4-FFF2-40B4-BE49-F238E27FC236}">
                                  <a16:creationId xmlns:a16="http://schemas.microsoft.com/office/drawing/2014/main" id="{67B29582-9874-410F-8DD1-07DBB762B1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44" name="Group 4043">
                        <a:extLst>
                          <a:ext uri="{FF2B5EF4-FFF2-40B4-BE49-F238E27FC236}">
                            <a16:creationId xmlns:a16="http://schemas.microsoft.com/office/drawing/2014/main" id="{A5017AC8-AC3D-4698-A2E9-09BBD4E20D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45" name="Group 4044">
                          <a:extLst>
                            <a:ext uri="{FF2B5EF4-FFF2-40B4-BE49-F238E27FC236}">
                              <a16:creationId xmlns:a16="http://schemas.microsoft.com/office/drawing/2014/main" id="{C6F8C31A-AE63-4E2D-A1C7-24365B47742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53" name="Group 4052">
                            <a:extLst>
                              <a:ext uri="{FF2B5EF4-FFF2-40B4-BE49-F238E27FC236}">
                                <a16:creationId xmlns:a16="http://schemas.microsoft.com/office/drawing/2014/main" id="{346E0AAA-F8B8-46A0-BAA3-EE7032C49D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7" name="Rectangle 4056">
                              <a:extLst>
                                <a:ext uri="{FF2B5EF4-FFF2-40B4-BE49-F238E27FC236}">
                                  <a16:creationId xmlns:a16="http://schemas.microsoft.com/office/drawing/2014/main" id="{DAEA2C5E-07A0-4255-B7FB-C647D1566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4058" name="Rectangle 4057">
                              <a:extLst>
                                <a:ext uri="{FF2B5EF4-FFF2-40B4-BE49-F238E27FC236}">
                                  <a16:creationId xmlns:a16="http://schemas.microsoft.com/office/drawing/2014/main" id="{852AE9DE-2B62-4960-B1FF-D04092ADF2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54" name="Group 4053">
                            <a:extLst>
                              <a:ext uri="{FF2B5EF4-FFF2-40B4-BE49-F238E27FC236}">
                                <a16:creationId xmlns:a16="http://schemas.microsoft.com/office/drawing/2014/main" id="{23D24C25-5BA0-446B-B5CD-B38926222C7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5" name="Rectangle 4054">
                              <a:extLst>
                                <a:ext uri="{FF2B5EF4-FFF2-40B4-BE49-F238E27FC236}">
                                  <a16:creationId xmlns:a16="http://schemas.microsoft.com/office/drawing/2014/main" id="{A953A254-CB50-4872-A746-32FAAEAAA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4056" name="Rectangle 4055">
                              <a:extLst>
                                <a:ext uri="{FF2B5EF4-FFF2-40B4-BE49-F238E27FC236}">
                                  <a16:creationId xmlns:a16="http://schemas.microsoft.com/office/drawing/2014/main" id="{E751C5FE-C7EC-4F22-A7A7-0F52C8DD5E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46" name="Group 4045">
                          <a:extLst>
                            <a:ext uri="{FF2B5EF4-FFF2-40B4-BE49-F238E27FC236}">
                              <a16:creationId xmlns:a16="http://schemas.microsoft.com/office/drawing/2014/main" id="{40940BBB-352C-4F5D-8194-12D17F102B6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47" name="Group 4046">
                            <a:extLst>
                              <a:ext uri="{FF2B5EF4-FFF2-40B4-BE49-F238E27FC236}">
                                <a16:creationId xmlns:a16="http://schemas.microsoft.com/office/drawing/2014/main" id="{B9490F2F-51CE-4F20-9E99-C6301E6A45C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51" name="Rectangle 4050">
                              <a:extLst>
                                <a:ext uri="{FF2B5EF4-FFF2-40B4-BE49-F238E27FC236}">
                                  <a16:creationId xmlns:a16="http://schemas.microsoft.com/office/drawing/2014/main" id="{59418216-AA21-46D7-8F3C-8DE7B70965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4052" name="Rectangle 4051">
                              <a:extLst>
                                <a:ext uri="{FF2B5EF4-FFF2-40B4-BE49-F238E27FC236}">
                                  <a16:creationId xmlns:a16="http://schemas.microsoft.com/office/drawing/2014/main" id="{B820C3DD-0C6D-4835-81C2-B178F21073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48" name="Group 4047">
                            <a:extLst>
                              <a:ext uri="{FF2B5EF4-FFF2-40B4-BE49-F238E27FC236}">
                                <a16:creationId xmlns:a16="http://schemas.microsoft.com/office/drawing/2014/main" id="{89BA2E94-0E7E-450C-B2BE-1C3E33D3E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49" name="Rectangle 4048">
                              <a:extLst>
                                <a:ext uri="{FF2B5EF4-FFF2-40B4-BE49-F238E27FC236}">
                                  <a16:creationId xmlns:a16="http://schemas.microsoft.com/office/drawing/2014/main" id="{C8DC53C9-F6CC-448C-9F0B-D1D62DAE3B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4050" name="Rectangle 4049">
                              <a:extLst>
                                <a:ext uri="{FF2B5EF4-FFF2-40B4-BE49-F238E27FC236}">
                                  <a16:creationId xmlns:a16="http://schemas.microsoft.com/office/drawing/2014/main" id="{BE74D7A2-9E4B-4D17-A433-71FA96F068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  <p:grpSp>
            <p:nvGrpSpPr>
              <p:cNvPr id="3782" name="Group 3781">
                <a:extLst>
                  <a:ext uri="{FF2B5EF4-FFF2-40B4-BE49-F238E27FC236}">
                    <a16:creationId xmlns:a16="http://schemas.microsoft.com/office/drawing/2014/main" id="{4AB79DFA-0068-40AA-80C4-25DAA581B478}"/>
                  </a:ext>
                </a:extLst>
              </p:cNvPr>
              <p:cNvGrpSpPr/>
              <p:nvPr/>
            </p:nvGrpSpPr>
            <p:grpSpPr>
              <a:xfrm>
                <a:off x="5951818" y="4766691"/>
                <a:ext cx="3657600" cy="184994"/>
                <a:chOff x="2304448" y="4486932"/>
                <a:chExt cx="7310286" cy="184994"/>
              </a:xfrm>
            </p:grpSpPr>
            <p:grpSp>
              <p:nvGrpSpPr>
                <p:cNvPr id="3783" name="Group 3782">
                  <a:extLst>
                    <a:ext uri="{FF2B5EF4-FFF2-40B4-BE49-F238E27FC236}">
                      <a16:creationId xmlns:a16="http://schemas.microsoft.com/office/drawing/2014/main" id="{2204B609-B00B-46BF-9A59-1F6663B960F3}"/>
                    </a:ext>
                  </a:extLst>
                </p:cNvPr>
                <p:cNvGrpSpPr/>
                <p:nvPr/>
              </p:nvGrpSpPr>
              <p:grpSpPr>
                <a:xfrm>
                  <a:off x="2304448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911" name="Group 3910">
                    <a:extLst>
                      <a:ext uri="{FF2B5EF4-FFF2-40B4-BE49-F238E27FC236}">
                        <a16:creationId xmlns:a16="http://schemas.microsoft.com/office/drawing/2014/main" id="{14D8D78D-9882-4323-830C-FF32C8981C71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975" name="Group 3974">
                      <a:extLst>
                        <a:ext uri="{FF2B5EF4-FFF2-40B4-BE49-F238E27FC236}">
                          <a16:creationId xmlns:a16="http://schemas.microsoft.com/office/drawing/2014/main" id="{86569791-A4D6-4CE6-B37F-9A91B1E020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4007" name="Group 4006">
                        <a:extLst>
                          <a:ext uri="{FF2B5EF4-FFF2-40B4-BE49-F238E27FC236}">
                            <a16:creationId xmlns:a16="http://schemas.microsoft.com/office/drawing/2014/main" id="{3C9926F5-3387-41F3-B10D-DC957934250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23" name="Group 4022">
                          <a:extLst>
                            <a:ext uri="{FF2B5EF4-FFF2-40B4-BE49-F238E27FC236}">
                              <a16:creationId xmlns:a16="http://schemas.microsoft.com/office/drawing/2014/main" id="{087BE6C7-B3C2-47F6-A456-18CCFAC8829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31" name="Group 4030">
                            <a:extLst>
                              <a:ext uri="{FF2B5EF4-FFF2-40B4-BE49-F238E27FC236}">
                                <a16:creationId xmlns:a16="http://schemas.microsoft.com/office/drawing/2014/main" id="{2B9F423F-7228-4619-9B46-FB70A5EF69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35" name="Rectangle 4034">
                              <a:extLst>
                                <a:ext uri="{FF2B5EF4-FFF2-40B4-BE49-F238E27FC236}">
                                  <a16:creationId xmlns:a16="http://schemas.microsoft.com/office/drawing/2014/main" id="{26BC7858-8DFC-43B8-B1A3-346F378316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4036" name="Rectangle 4035">
                              <a:extLst>
                                <a:ext uri="{FF2B5EF4-FFF2-40B4-BE49-F238E27FC236}">
                                  <a16:creationId xmlns:a16="http://schemas.microsoft.com/office/drawing/2014/main" id="{5ACAD627-B36B-4F06-B6B5-7C9B8A3A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32" name="Group 4031">
                            <a:extLst>
                              <a:ext uri="{FF2B5EF4-FFF2-40B4-BE49-F238E27FC236}">
                                <a16:creationId xmlns:a16="http://schemas.microsoft.com/office/drawing/2014/main" id="{E5559838-CEB1-4674-B94B-5981D98DDE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33" name="Rectangle 4032">
                              <a:extLst>
                                <a:ext uri="{FF2B5EF4-FFF2-40B4-BE49-F238E27FC236}">
                                  <a16:creationId xmlns:a16="http://schemas.microsoft.com/office/drawing/2014/main" id="{AAA1E80D-194C-46F4-8607-389FF3E1F6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4034" name="Rectangle 4033">
                              <a:extLst>
                                <a:ext uri="{FF2B5EF4-FFF2-40B4-BE49-F238E27FC236}">
                                  <a16:creationId xmlns:a16="http://schemas.microsoft.com/office/drawing/2014/main" id="{F9777174-F246-48AC-957C-2BBD71C42D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24" name="Group 4023">
                          <a:extLst>
                            <a:ext uri="{FF2B5EF4-FFF2-40B4-BE49-F238E27FC236}">
                              <a16:creationId xmlns:a16="http://schemas.microsoft.com/office/drawing/2014/main" id="{79FF0519-DA11-4E89-80B7-BC2B54E1448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25" name="Group 4024">
                            <a:extLst>
                              <a:ext uri="{FF2B5EF4-FFF2-40B4-BE49-F238E27FC236}">
                                <a16:creationId xmlns:a16="http://schemas.microsoft.com/office/drawing/2014/main" id="{798EAB09-BB95-49C1-AE6B-734F860B11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9" name="Rectangle 4028">
                              <a:extLst>
                                <a:ext uri="{FF2B5EF4-FFF2-40B4-BE49-F238E27FC236}">
                                  <a16:creationId xmlns:a16="http://schemas.microsoft.com/office/drawing/2014/main" id="{5AFD1CA1-9E42-41FA-8490-9943B2BE87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4030" name="Rectangle 4029">
                              <a:extLst>
                                <a:ext uri="{FF2B5EF4-FFF2-40B4-BE49-F238E27FC236}">
                                  <a16:creationId xmlns:a16="http://schemas.microsoft.com/office/drawing/2014/main" id="{1D3DF87D-9D8E-487C-ACC2-A8980870D4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26" name="Group 4025">
                            <a:extLst>
                              <a:ext uri="{FF2B5EF4-FFF2-40B4-BE49-F238E27FC236}">
                                <a16:creationId xmlns:a16="http://schemas.microsoft.com/office/drawing/2014/main" id="{F03AE81B-9538-41B5-978D-FE114DDCC3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7" name="Rectangle 4026">
                              <a:extLst>
                                <a:ext uri="{FF2B5EF4-FFF2-40B4-BE49-F238E27FC236}">
                                  <a16:creationId xmlns:a16="http://schemas.microsoft.com/office/drawing/2014/main" id="{09B65E87-C635-44E3-8559-4900E36BF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4028" name="Rectangle 4027">
                              <a:extLst>
                                <a:ext uri="{FF2B5EF4-FFF2-40B4-BE49-F238E27FC236}">
                                  <a16:creationId xmlns:a16="http://schemas.microsoft.com/office/drawing/2014/main" id="{366DF0BB-335B-4747-9708-FFEE6E06AD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4008" name="Group 4007">
                        <a:extLst>
                          <a:ext uri="{FF2B5EF4-FFF2-40B4-BE49-F238E27FC236}">
                            <a16:creationId xmlns:a16="http://schemas.microsoft.com/office/drawing/2014/main" id="{3F9515B2-7598-4256-BB4F-171A3765E2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4009" name="Group 4008">
                          <a:extLst>
                            <a:ext uri="{FF2B5EF4-FFF2-40B4-BE49-F238E27FC236}">
                              <a16:creationId xmlns:a16="http://schemas.microsoft.com/office/drawing/2014/main" id="{965EC5EB-034A-4562-AAE8-42A1784F3C4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17" name="Group 4016">
                            <a:extLst>
                              <a:ext uri="{FF2B5EF4-FFF2-40B4-BE49-F238E27FC236}">
                                <a16:creationId xmlns:a16="http://schemas.microsoft.com/office/drawing/2014/main" id="{7DEC8AC8-472D-4770-9220-9E7CA52ABC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21" name="Rectangle 4020">
                              <a:extLst>
                                <a:ext uri="{FF2B5EF4-FFF2-40B4-BE49-F238E27FC236}">
                                  <a16:creationId xmlns:a16="http://schemas.microsoft.com/office/drawing/2014/main" id="{77804CD6-EF28-43A3-A652-A381633A53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4022" name="Rectangle 4021">
                              <a:extLst>
                                <a:ext uri="{FF2B5EF4-FFF2-40B4-BE49-F238E27FC236}">
                                  <a16:creationId xmlns:a16="http://schemas.microsoft.com/office/drawing/2014/main" id="{A3EC6AB7-BF43-4439-A8F2-1BA411212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18" name="Group 4017">
                            <a:extLst>
                              <a:ext uri="{FF2B5EF4-FFF2-40B4-BE49-F238E27FC236}">
                                <a16:creationId xmlns:a16="http://schemas.microsoft.com/office/drawing/2014/main" id="{526A02AB-412C-4061-9078-027CA6C48C1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9" name="Rectangle 4018">
                              <a:extLst>
                                <a:ext uri="{FF2B5EF4-FFF2-40B4-BE49-F238E27FC236}">
                                  <a16:creationId xmlns:a16="http://schemas.microsoft.com/office/drawing/2014/main" id="{9BB1F25C-ABD5-4024-A9E6-4A4F34E386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4020" name="Rectangle 4019">
                              <a:extLst>
                                <a:ext uri="{FF2B5EF4-FFF2-40B4-BE49-F238E27FC236}">
                                  <a16:creationId xmlns:a16="http://schemas.microsoft.com/office/drawing/2014/main" id="{2F6116A0-0999-4FCB-AB72-21D67C449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4010" name="Group 4009">
                          <a:extLst>
                            <a:ext uri="{FF2B5EF4-FFF2-40B4-BE49-F238E27FC236}">
                              <a16:creationId xmlns:a16="http://schemas.microsoft.com/office/drawing/2014/main" id="{0170E8B8-D473-4B6E-A43B-36C52EB75AD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11" name="Group 4010">
                            <a:extLst>
                              <a:ext uri="{FF2B5EF4-FFF2-40B4-BE49-F238E27FC236}">
                                <a16:creationId xmlns:a16="http://schemas.microsoft.com/office/drawing/2014/main" id="{EB503BB9-0404-4517-902D-CF2D22AE4F3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5" name="Rectangle 4014">
                              <a:extLst>
                                <a:ext uri="{FF2B5EF4-FFF2-40B4-BE49-F238E27FC236}">
                                  <a16:creationId xmlns:a16="http://schemas.microsoft.com/office/drawing/2014/main" id="{522B7D3C-49DC-401F-912C-4A6336564A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4016" name="Rectangle 4015">
                              <a:extLst>
                                <a:ext uri="{FF2B5EF4-FFF2-40B4-BE49-F238E27FC236}">
                                  <a16:creationId xmlns:a16="http://schemas.microsoft.com/office/drawing/2014/main" id="{109E86A8-0AFA-4A49-86A2-8CC8CEBBC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12" name="Group 4011">
                            <a:extLst>
                              <a:ext uri="{FF2B5EF4-FFF2-40B4-BE49-F238E27FC236}">
                                <a16:creationId xmlns:a16="http://schemas.microsoft.com/office/drawing/2014/main" id="{84520153-C6C4-4F96-9D00-69E1FEAAE71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13" name="Rectangle 4012">
                              <a:extLst>
                                <a:ext uri="{FF2B5EF4-FFF2-40B4-BE49-F238E27FC236}">
                                  <a16:creationId xmlns:a16="http://schemas.microsoft.com/office/drawing/2014/main" id="{B8461C91-1054-40A6-802D-6AF80BF12D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4014" name="Rectangle 4013">
                              <a:extLst>
                                <a:ext uri="{FF2B5EF4-FFF2-40B4-BE49-F238E27FC236}">
                                  <a16:creationId xmlns:a16="http://schemas.microsoft.com/office/drawing/2014/main" id="{0EE5EBEC-62DF-4705-B963-746D0B2E9E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976" name="Group 3975">
                      <a:extLst>
                        <a:ext uri="{FF2B5EF4-FFF2-40B4-BE49-F238E27FC236}">
                          <a16:creationId xmlns:a16="http://schemas.microsoft.com/office/drawing/2014/main" id="{2758B8F6-FD53-44ED-926A-6551034C3B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77" name="Group 3976">
                        <a:extLst>
                          <a:ext uri="{FF2B5EF4-FFF2-40B4-BE49-F238E27FC236}">
                            <a16:creationId xmlns:a16="http://schemas.microsoft.com/office/drawing/2014/main" id="{E49E4B06-AFEF-491F-B849-8845C69C2F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93" name="Group 3992">
                          <a:extLst>
                            <a:ext uri="{FF2B5EF4-FFF2-40B4-BE49-F238E27FC236}">
                              <a16:creationId xmlns:a16="http://schemas.microsoft.com/office/drawing/2014/main" id="{AE33BF10-18AB-4BE1-B991-EAE2A87AC9E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4001" name="Group 4000">
                            <a:extLst>
                              <a:ext uri="{FF2B5EF4-FFF2-40B4-BE49-F238E27FC236}">
                                <a16:creationId xmlns:a16="http://schemas.microsoft.com/office/drawing/2014/main" id="{FD0330B5-7B79-437D-8949-D0554AEC18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05" name="Rectangle 4004">
                              <a:extLst>
                                <a:ext uri="{FF2B5EF4-FFF2-40B4-BE49-F238E27FC236}">
                                  <a16:creationId xmlns:a16="http://schemas.microsoft.com/office/drawing/2014/main" id="{E46D4E2D-4CC1-4A2E-B4BE-490C1A1C6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4006" name="Rectangle 4005">
                              <a:extLst>
                                <a:ext uri="{FF2B5EF4-FFF2-40B4-BE49-F238E27FC236}">
                                  <a16:creationId xmlns:a16="http://schemas.microsoft.com/office/drawing/2014/main" id="{B3632E69-1374-4C6A-A248-B01F50E9A9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4002" name="Group 4001">
                            <a:extLst>
                              <a:ext uri="{FF2B5EF4-FFF2-40B4-BE49-F238E27FC236}">
                                <a16:creationId xmlns:a16="http://schemas.microsoft.com/office/drawing/2014/main" id="{B0441172-C2E2-4540-A7EE-5CDB495511E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4003" name="Rectangle 4002">
                              <a:extLst>
                                <a:ext uri="{FF2B5EF4-FFF2-40B4-BE49-F238E27FC236}">
                                  <a16:creationId xmlns:a16="http://schemas.microsoft.com/office/drawing/2014/main" id="{F112DD35-B578-425E-9680-3512B6112B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4004" name="Rectangle 4003">
                              <a:extLst>
                                <a:ext uri="{FF2B5EF4-FFF2-40B4-BE49-F238E27FC236}">
                                  <a16:creationId xmlns:a16="http://schemas.microsoft.com/office/drawing/2014/main" id="{0D46A805-F850-4ED0-AA51-B1C82F17C3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94" name="Group 3993">
                          <a:extLst>
                            <a:ext uri="{FF2B5EF4-FFF2-40B4-BE49-F238E27FC236}">
                              <a16:creationId xmlns:a16="http://schemas.microsoft.com/office/drawing/2014/main" id="{F7E80FAF-27CE-4351-A0E0-1EFC6B09016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95" name="Group 3994">
                            <a:extLst>
                              <a:ext uri="{FF2B5EF4-FFF2-40B4-BE49-F238E27FC236}">
                                <a16:creationId xmlns:a16="http://schemas.microsoft.com/office/drawing/2014/main" id="{EB6321D3-0291-4228-BDDF-D796CA2D43B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9" name="Rectangle 3998">
                              <a:extLst>
                                <a:ext uri="{FF2B5EF4-FFF2-40B4-BE49-F238E27FC236}">
                                  <a16:creationId xmlns:a16="http://schemas.microsoft.com/office/drawing/2014/main" id="{2DDBE5A5-3549-4C8F-B32F-AB2251403B8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4000" name="Rectangle 3999">
                              <a:extLst>
                                <a:ext uri="{FF2B5EF4-FFF2-40B4-BE49-F238E27FC236}">
                                  <a16:creationId xmlns:a16="http://schemas.microsoft.com/office/drawing/2014/main" id="{374743B5-B2C6-4F59-A60D-94D0C9AE2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96" name="Group 3995">
                            <a:extLst>
                              <a:ext uri="{FF2B5EF4-FFF2-40B4-BE49-F238E27FC236}">
                                <a16:creationId xmlns:a16="http://schemas.microsoft.com/office/drawing/2014/main" id="{E2940512-C68F-441A-A1C0-C493785F85B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7" name="Rectangle 3996">
                              <a:extLst>
                                <a:ext uri="{FF2B5EF4-FFF2-40B4-BE49-F238E27FC236}">
                                  <a16:creationId xmlns:a16="http://schemas.microsoft.com/office/drawing/2014/main" id="{443B8E2F-4CFC-49AC-A072-50BA6E6AD0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998" name="Rectangle 3997">
                              <a:extLst>
                                <a:ext uri="{FF2B5EF4-FFF2-40B4-BE49-F238E27FC236}">
                                  <a16:creationId xmlns:a16="http://schemas.microsoft.com/office/drawing/2014/main" id="{189AFF97-0B80-4131-B44D-DF4C79A41B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78" name="Group 3977">
                        <a:extLst>
                          <a:ext uri="{FF2B5EF4-FFF2-40B4-BE49-F238E27FC236}">
                            <a16:creationId xmlns:a16="http://schemas.microsoft.com/office/drawing/2014/main" id="{B41E0EEF-CA10-497B-B2A4-DFF8B3460DA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79" name="Group 3978">
                          <a:extLst>
                            <a:ext uri="{FF2B5EF4-FFF2-40B4-BE49-F238E27FC236}">
                              <a16:creationId xmlns:a16="http://schemas.microsoft.com/office/drawing/2014/main" id="{442DD11A-E73D-4A7F-908D-97152E5A7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87" name="Group 3986">
                            <a:extLst>
                              <a:ext uri="{FF2B5EF4-FFF2-40B4-BE49-F238E27FC236}">
                                <a16:creationId xmlns:a16="http://schemas.microsoft.com/office/drawing/2014/main" id="{7F4D7E42-4F6D-44DD-9D4E-BA936A6A243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91" name="Rectangle 3990">
                              <a:extLst>
                                <a:ext uri="{FF2B5EF4-FFF2-40B4-BE49-F238E27FC236}">
                                  <a16:creationId xmlns:a16="http://schemas.microsoft.com/office/drawing/2014/main" id="{319C6689-E46B-49D0-BE07-993F0BD654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992" name="Rectangle 3991">
                              <a:extLst>
                                <a:ext uri="{FF2B5EF4-FFF2-40B4-BE49-F238E27FC236}">
                                  <a16:creationId xmlns:a16="http://schemas.microsoft.com/office/drawing/2014/main" id="{DDB84249-BF44-4120-B76C-E1247D2F35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88" name="Group 3987">
                            <a:extLst>
                              <a:ext uri="{FF2B5EF4-FFF2-40B4-BE49-F238E27FC236}">
                                <a16:creationId xmlns:a16="http://schemas.microsoft.com/office/drawing/2014/main" id="{711543DA-EB91-44FA-9A1E-AA8306A0D56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9" name="Rectangle 3988">
                              <a:extLst>
                                <a:ext uri="{FF2B5EF4-FFF2-40B4-BE49-F238E27FC236}">
                                  <a16:creationId xmlns:a16="http://schemas.microsoft.com/office/drawing/2014/main" id="{D582732C-1930-423F-9238-3ABF9206D2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990" name="Rectangle 3989">
                              <a:extLst>
                                <a:ext uri="{FF2B5EF4-FFF2-40B4-BE49-F238E27FC236}">
                                  <a16:creationId xmlns:a16="http://schemas.microsoft.com/office/drawing/2014/main" id="{F6F81A6A-CC16-418A-A961-E60AD2CE18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80" name="Group 3979">
                          <a:extLst>
                            <a:ext uri="{FF2B5EF4-FFF2-40B4-BE49-F238E27FC236}">
                              <a16:creationId xmlns:a16="http://schemas.microsoft.com/office/drawing/2014/main" id="{7D666F8D-C289-4897-A8B4-A8B52A90AB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81" name="Group 3980">
                            <a:extLst>
                              <a:ext uri="{FF2B5EF4-FFF2-40B4-BE49-F238E27FC236}">
                                <a16:creationId xmlns:a16="http://schemas.microsoft.com/office/drawing/2014/main" id="{0EF413C6-6AD1-4C5F-9B85-095925A99A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5" name="Rectangle 3984">
                              <a:extLst>
                                <a:ext uri="{FF2B5EF4-FFF2-40B4-BE49-F238E27FC236}">
                                  <a16:creationId xmlns:a16="http://schemas.microsoft.com/office/drawing/2014/main" id="{FA499861-55DF-4C7E-B25B-4397220285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986" name="Rectangle 3985">
                              <a:extLst>
                                <a:ext uri="{FF2B5EF4-FFF2-40B4-BE49-F238E27FC236}">
                                  <a16:creationId xmlns:a16="http://schemas.microsoft.com/office/drawing/2014/main" id="{48AAF8A3-EF13-4F15-AC80-D1764F45F1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82" name="Group 3981">
                            <a:extLst>
                              <a:ext uri="{FF2B5EF4-FFF2-40B4-BE49-F238E27FC236}">
                                <a16:creationId xmlns:a16="http://schemas.microsoft.com/office/drawing/2014/main" id="{2DFDD52B-4F86-4C45-BC27-560E6D2437C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83" name="Rectangle 3982">
                              <a:extLst>
                                <a:ext uri="{FF2B5EF4-FFF2-40B4-BE49-F238E27FC236}">
                                  <a16:creationId xmlns:a16="http://schemas.microsoft.com/office/drawing/2014/main" id="{72A6F18C-594D-4723-94BF-10C6F903FD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984" name="Rectangle 3983">
                              <a:extLst>
                                <a:ext uri="{FF2B5EF4-FFF2-40B4-BE49-F238E27FC236}">
                                  <a16:creationId xmlns:a16="http://schemas.microsoft.com/office/drawing/2014/main" id="{93E7FA20-1076-4D79-9EE5-9B3376DD2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912" name="Group 3911">
                    <a:extLst>
                      <a:ext uri="{FF2B5EF4-FFF2-40B4-BE49-F238E27FC236}">
                        <a16:creationId xmlns:a16="http://schemas.microsoft.com/office/drawing/2014/main" id="{D6E4A7CC-1C26-481A-9242-A127FB0F94C4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913" name="Group 3912">
                      <a:extLst>
                        <a:ext uri="{FF2B5EF4-FFF2-40B4-BE49-F238E27FC236}">
                          <a16:creationId xmlns:a16="http://schemas.microsoft.com/office/drawing/2014/main" id="{FA85D407-7797-43B6-B59B-3985715D510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45" name="Group 3944">
                        <a:extLst>
                          <a:ext uri="{FF2B5EF4-FFF2-40B4-BE49-F238E27FC236}">
                            <a16:creationId xmlns:a16="http://schemas.microsoft.com/office/drawing/2014/main" id="{2BE2E516-16F9-4171-BBD2-17BAA75C20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61" name="Group 3960">
                          <a:extLst>
                            <a:ext uri="{FF2B5EF4-FFF2-40B4-BE49-F238E27FC236}">
                              <a16:creationId xmlns:a16="http://schemas.microsoft.com/office/drawing/2014/main" id="{0010A814-39A5-4708-B398-C56DB85E0D9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69" name="Group 3968">
                            <a:extLst>
                              <a:ext uri="{FF2B5EF4-FFF2-40B4-BE49-F238E27FC236}">
                                <a16:creationId xmlns:a16="http://schemas.microsoft.com/office/drawing/2014/main" id="{33746C82-6541-403D-A9C3-09AF5725C4D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73" name="Rectangle 3972">
                              <a:extLst>
                                <a:ext uri="{FF2B5EF4-FFF2-40B4-BE49-F238E27FC236}">
                                  <a16:creationId xmlns:a16="http://schemas.microsoft.com/office/drawing/2014/main" id="{F8B76B69-2722-4F55-92BE-A521004DD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974" name="Rectangle 3973">
                              <a:extLst>
                                <a:ext uri="{FF2B5EF4-FFF2-40B4-BE49-F238E27FC236}">
                                  <a16:creationId xmlns:a16="http://schemas.microsoft.com/office/drawing/2014/main" id="{7A17DB28-F41D-42B3-A067-F48517CCB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70" name="Group 3969">
                            <a:extLst>
                              <a:ext uri="{FF2B5EF4-FFF2-40B4-BE49-F238E27FC236}">
                                <a16:creationId xmlns:a16="http://schemas.microsoft.com/office/drawing/2014/main" id="{7A29C646-99AA-48A4-8921-0DF16C2884E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71" name="Rectangle 3970">
                              <a:extLst>
                                <a:ext uri="{FF2B5EF4-FFF2-40B4-BE49-F238E27FC236}">
                                  <a16:creationId xmlns:a16="http://schemas.microsoft.com/office/drawing/2014/main" id="{65627A33-2E74-4FB0-BF0C-0EEE599C5F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972" name="Rectangle 3971">
                              <a:extLst>
                                <a:ext uri="{FF2B5EF4-FFF2-40B4-BE49-F238E27FC236}">
                                  <a16:creationId xmlns:a16="http://schemas.microsoft.com/office/drawing/2014/main" id="{7616B060-E15E-4177-A605-62354CDAA0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62" name="Group 3961">
                          <a:extLst>
                            <a:ext uri="{FF2B5EF4-FFF2-40B4-BE49-F238E27FC236}">
                              <a16:creationId xmlns:a16="http://schemas.microsoft.com/office/drawing/2014/main" id="{98CC4CEE-8C93-40CA-9891-B6DD2455E7E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63" name="Group 3962">
                            <a:extLst>
                              <a:ext uri="{FF2B5EF4-FFF2-40B4-BE49-F238E27FC236}">
                                <a16:creationId xmlns:a16="http://schemas.microsoft.com/office/drawing/2014/main" id="{DCCC7487-5FDB-48A0-BDFE-18B4CF8817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67" name="Rectangle 3966">
                              <a:extLst>
                                <a:ext uri="{FF2B5EF4-FFF2-40B4-BE49-F238E27FC236}">
                                  <a16:creationId xmlns:a16="http://schemas.microsoft.com/office/drawing/2014/main" id="{5B8492B1-63E1-46A6-8F99-3C4CD63781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968" name="Rectangle 3967">
                              <a:extLst>
                                <a:ext uri="{FF2B5EF4-FFF2-40B4-BE49-F238E27FC236}">
                                  <a16:creationId xmlns:a16="http://schemas.microsoft.com/office/drawing/2014/main" id="{F39BA7D7-2FC3-4C0E-B7A9-DD7F8A8F2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64" name="Group 3963">
                            <a:extLst>
                              <a:ext uri="{FF2B5EF4-FFF2-40B4-BE49-F238E27FC236}">
                                <a16:creationId xmlns:a16="http://schemas.microsoft.com/office/drawing/2014/main" id="{D9875B6F-7DFC-42BB-9F20-DFE2ABD9B08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65" name="Rectangle 3964">
                              <a:extLst>
                                <a:ext uri="{FF2B5EF4-FFF2-40B4-BE49-F238E27FC236}">
                                  <a16:creationId xmlns:a16="http://schemas.microsoft.com/office/drawing/2014/main" id="{51835261-F008-4F43-A42D-FE458FE8802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966" name="Rectangle 3965">
                              <a:extLst>
                                <a:ext uri="{FF2B5EF4-FFF2-40B4-BE49-F238E27FC236}">
                                  <a16:creationId xmlns:a16="http://schemas.microsoft.com/office/drawing/2014/main" id="{21CA2EAE-B3F4-42A7-A2DE-265732A1D1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46" name="Group 3945">
                        <a:extLst>
                          <a:ext uri="{FF2B5EF4-FFF2-40B4-BE49-F238E27FC236}">
                            <a16:creationId xmlns:a16="http://schemas.microsoft.com/office/drawing/2014/main" id="{507051C4-ACBA-4857-B60D-24A9AB48A05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47" name="Group 3946">
                          <a:extLst>
                            <a:ext uri="{FF2B5EF4-FFF2-40B4-BE49-F238E27FC236}">
                              <a16:creationId xmlns:a16="http://schemas.microsoft.com/office/drawing/2014/main" id="{AAE89629-44F3-4B0F-8BF1-E47B36A3298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55" name="Group 3954">
                            <a:extLst>
                              <a:ext uri="{FF2B5EF4-FFF2-40B4-BE49-F238E27FC236}">
                                <a16:creationId xmlns:a16="http://schemas.microsoft.com/office/drawing/2014/main" id="{16F12611-BBEA-4E9B-B320-60F9F546CD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9" name="Rectangle 3958">
                              <a:extLst>
                                <a:ext uri="{FF2B5EF4-FFF2-40B4-BE49-F238E27FC236}">
                                  <a16:creationId xmlns:a16="http://schemas.microsoft.com/office/drawing/2014/main" id="{1F7D8811-A5BC-4597-BECE-4CD11AE558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960" name="Rectangle 3959">
                              <a:extLst>
                                <a:ext uri="{FF2B5EF4-FFF2-40B4-BE49-F238E27FC236}">
                                  <a16:creationId xmlns:a16="http://schemas.microsoft.com/office/drawing/2014/main" id="{F70F6C1F-20BC-4253-A1A5-B6AE0A7AFC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56" name="Group 3955">
                            <a:extLst>
                              <a:ext uri="{FF2B5EF4-FFF2-40B4-BE49-F238E27FC236}">
                                <a16:creationId xmlns:a16="http://schemas.microsoft.com/office/drawing/2014/main" id="{822D65C4-E7DD-4D2C-A8BB-A7E7363B7CB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7" name="Rectangle 3956">
                              <a:extLst>
                                <a:ext uri="{FF2B5EF4-FFF2-40B4-BE49-F238E27FC236}">
                                  <a16:creationId xmlns:a16="http://schemas.microsoft.com/office/drawing/2014/main" id="{4CE7ADF7-A76D-44AF-985D-5B50F9FE95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958" name="Rectangle 3957">
                              <a:extLst>
                                <a:ext uri="{FF2B5EF4-FFF2-40B4-BE49-F238E27FC236}">
                                  <a16:creationId xmlns:a16="http://schemas.microsoft.com/office/drawing/2014/main" id="{3C24BF60-C655-4BAA-995A-479706AD99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48" name="Group 3947">
                          <a:extLst>
                            <a:ext uri="{FF2B5EF4-FFF2-40B4-BE49-F238E27FC236}">
                              <a16:creationId xmlns:a16="http://schemas.microsoft.com/office/drawing/2014/main" id="{C23F35BE-B683-4FE9-8819-56FF7CE8865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49" name="Group 3948">
                            <a:extLst>
                              <a:ext uri="{FF2B5EF4-FFF2-40B4-BE49-F238E27FC236}">
                                <a16:creationId xmlns:a16="http://schemas.microsoft.com/office/drawing/2014/main" id="{7F2E81EF-4AC0-4C59-8A36-955D2BD1D9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3" name="Rectangle 3952">
                              <a:extLst>
                                <a:ext uri="{FF2B5EF4-FFF2-40B4-BE49-F238E27FC236}">
                                  <a16:creationId xmlns:a16="http://schemas.microsoft.com/office/drawing/2014/main" id="{CC28A1B7-4D37-45F1-A253-D9CF21B73F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954" name="Rectangle 3953">
                              <a:extLst>
                                <a:ext uri="{FF2B5EF4-FFF2-40B4-BE49-F238E27FC236}">
                                  <a16:creationId xmlns:a16="http://schemas.microsoft.com/office/drawing/2014/main" id="{F4C8FC92-82C3-44BD-A817-E90A110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50" name="Group 3949">
                            <a:extLst>
                              <a:ext uri="{FF2B5EF4-FFF2-40B4-BE49-F238E27FC236}">
                                <a16:creationId xmlns:a16="http://schemas.microsoft.com/office/drawing/2014/main" id="{A0A6F435-DCA7-49C5-BC82-5EE0A8AEE7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51" name="Rectangle 3950">
                              <a:extLst>
                                <a:ext uri="{FF2B5EF4-FFF2-40B4-BE49-F238E27FC236}">
                                  <a16:creationId xmlns:a16="http://schemas.microsoft.com/office/drawing/2014/main" id="{92B32F66-2049-4268-82B9-C1B018BF16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952" name="Rectangle 3951">
                              <a:extLst>
                                <a:ext uri="{FF2B5EF4-FFF2-40B4-BE49-F238E27FC236}">
                                  <a16:creationId xmlns:a16="http://schemas.microsoft.com/office/drawing/2014/main" id="{78525CC8-D660-4472-88AA-FA2A3B3272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914" name="Group 3913">
                      <a:extLst>
                        <a:ext uri="{FF2B5EF4-FFF2-40B4-BE49-F238E27FC236}">
                          <a16:creationId xmlns:a16="http://schemas.microsoft.com/office/drawing/2014/main" id="{035C0F06-640F-4642-86F9-CA465722F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915" name="Group 3914">
                        <a:extLst>
                          <a:ext uri="{FF2B5EF4-FFF2-40B4-BE49-F238E27FC236}">
                            <a16:creationId xmlns:a16="http://schemas.microsoft.com/office/drawing/2014/main" id="{50C5877F-6928-4EB4-AABB-2B62A90F007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31" name="Group 3930">
                          <a:extLst>
                            <a:ext uri="{FF2B5EF4-FFF2-40B4-BE49-F238E27FC236}">
                              <a16:creationId xmlns:a16="http://schemas.microsoft.com/office/drawing/2014/main" id="{6D73F89B-1B62-4889-A3BF-0BBC8CB695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39" name="Group 3938">
                            <a:extLst>
                              <a:ext uri="{FF2B5EF4-FFF2-40B4-BE49-F238E27FC236}">
                                <a16:creationId xmlns:a16="http://schemas.microsoft.com/office/drawing/2014/main" id="{F76EAE01-9823-4B2F-B0B2-7DC1D2CCBE6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43" name="Rectangle 3942">
                              <a:extLst>
                                <a:ext uri="{FF2B5EF4-FFF2-40B4-BE49-F238E27FC236}">
                                  <a16:creationId xmlns:a16="http://schemas.microsoft.com/office/drawing/2014/main" id="{477D5F12-2877-4A91-A42A-AB7FBDE4EC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944" name="Rectangle 3943">
                              <a:extLst>
                                <a:ext uri="{FF2B5EF4-FFF2-40B4-BE49-F238E27FC236}">
                                  <a16:creationId xmlns:a16="http://schemas.microsoft.com/office/drawing/2014/main" id="{F178D0BB-14B9-46BE-B89F-7D28B57902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40" name="Group 3939">
                            <a:extLst>
                              <a:ext uri="{FF2B5EF4-FFF2-40B4-BE49-F238E27FC236}">
                                <a16:creationId xmlns:a16="http://schemas.microsoft.com/office/drawing/2014/main" id="{6132C488-E43B-43B3-BB3B-797ACDEABE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41" name="Rectangle 3940">
                              <a:extLst>
                                <a:ext uri="{FF2B5EF4-FFF2-40B4-BE49-F238E27FC236}">
                                  <a16:creationId xmlns:a16="http://schemas.microsoft.com/office/drawing/2014/main" id="{23E8512C-2737-4773-ADA9-8DFC3904F8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942" name="Rectangle 3941">
                              <a:extLst>
                                <a:ext uri="{FF2B5EF4-FFF2-40B4-BE49-F238E27FC236}">
                                  <a16:creationId xmlns:a16="http://schemas.microsoft.com/office/drawing/2014/main" id="{B0A7DBFA-B53D-47BA-B387-AAD981F52A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32" name="Group 3931">
                          <a:extLst>
                            <a:ext uri="{FF2B5EF4-FFF2-40B4-BE49-F238E27FC236}">
                              <a16:creationId xmlns:a16="http://schemas.microsoft.com/office/drawing/2014/main" id="{625C1AA7-8105-4D8D-AFB3-F3C9761CB9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33" name="Group 3932">
                            <a:extLst>
                              <a:ext uri="{FF2B5EF4-FFF2-40B4-BE49-F238E27FC236}">
                                <a16:creationId xmlns:a16="http://schemas.microsoft.com/office/drawing/2014/main" id="{443DE762-4E0F-492F-AE11-16EB30A3E29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37" name="Rectangle 3936">
                              <a:extLst>
                                <a:ext uri="{FF2B5EF4-FFF2-40B4-BE49-F238E27FC236}">
                                  <a16:creationId xmlns:a16="http://schemas.microsoft.com/office/drawing/2014/main" id="{226C31F5-DAFC-44E8-91C6-E44786BD0B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938" name="Rectangle 3937">
                              <a:extLst>
                                <a:ext uri="{FF2B5EF4-FFF2-40B4-BE49-F238E27FC236}">
                                  <a16:creationId xmlns:a16="http://schemas.microsoft.com/office/drawing/2014/main" id="{47556102-94E1-409E-B937-BABF05904E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34" name="Group 3933">
                            <a:extLst>
                              <a:ext uri="{FF2B5EF4-FFF2-40B4-BE49-F238E27FC236}">
                                <a16:creationId xmlns:a16="http://schemas.microsoft.com/office/drawing/2014/main" id="{5DFFCB8D-72DF-407C-965F-2EC47D90EE2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35" name="Rectangle 3934">
                              <a:extLst>
                                <a:ext uri="{FF2B5EF4-FFF2-40B4-BE49-F238E27FC236}">
                                  <a16:creationId xmlns:a16="http://schemas.microsoft.com/office/drawing/2014/main" id="{F09540CB-8D9F-4A30-9654-914F87F977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936" name="Rectangle 3935">
                              <a:extLst>
                                <a:ext uri="{FF2B5EF4-FFF2-40B4-BE49-F238E27FC236}">
                                  <a16:creationId xmlns:a16="http://schemas.microsoft.com/office/drawing/2014/main" id="{DF9F0637-1ACF-44C0-B517-698AFF3596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916" name="Group 3915">
                        <a:extLst>
                          <a:ext uri="{FF2B5EF4-FFF2-40B4-BE49-F238E27FC236}">
                            <a16:creationId xmlns:a16="http://schemas.microsoft.com/office/drawing/2014/main" id="{5C7945CF-F83C-4AF6-ACDC-FA445AB7F1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917" name="Group 3916">
                          <a:extLst>
                            <a:ext uri="{FF2B5EF4-FFF2-40B4-BE49-F238E27FC236}">
                              <a16:creationId xmlns:a16="http://schemas.microsoft.com/office/drawing/2014/main" id="{EF8DF6DB-BAF4-4628-9CAC-DC6B4186DDE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25" name="Group 3924">
                            <a:extLst>
                              <a:ext uri="{FF2B5EF4-FFF2-40B4-BE49-F238E27FC236}">
                                <a16:creationId xmlns:a16="http://schemas.microsoft.com/office/drawing/2014/main" id="{F68092A6-8312-4FA2-B32A-3B0651A8AE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9" name="Rectangle 3928">
                              <a:extLst>
                                <a:ext uri="{FF2B5EF4-FFF2-40B4-BE49-F238E27FC236}">
                                  <a16:creationId xmlns:a16="http://schemas.microsoft.com/office/drawing/2014/main" id="{5EBC292B-C1D5-497D-9221-3CE49AE180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930" name="Rectangle 3929">
                              <a:extLst>
                                <a:ext uri="{FF2B5EF4-FFF2-40B4-BE49-F238E27FC236}">
                                  <a16:creationId xmlns:a16="http://schemas.microsoft.com/office/drawing/2014/main" id="{72891093-6A66-426C-8FCA-69D372C740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26" name="Group 3925">
                            <a:extLst>
                              <a:ext uri="{FF2B5EF4-FFF2-40B4-BE49-F238E27FC236}">
                                <a16:creationId xmlns:a16="http://schemas.microsoft.com/office/drawing/2014/main" id="{7A2DD164-94CA-4330-BB5E-401B6F0693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7" name="Rectangle 3926">
                              <a:extLst>
                                <a:ext uri="{FF2B5EF4-FFF2-40B4-BE49-F238E27FC236}">
                                  <a16:creationId xmlns:a16="http://schemas.microsoft.com/office/drawing/2014/main" id="{0029FA21-035F-4F5B-BBD4-83F029DB02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928" name="Rectangle 3927">
                              <a:extLst>
                                <a:ext uri="{FF2B5EF4-FFF2-40B4-BE49-F238E27FC236}">
                                  <a16:creationId xmlns:a16="http://schemas.microsoft.com/office/drawing/2014/main" id="{85833723-6A9B-45F0-8CD5-03C0F80AE7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918" name="Group 3917">
                          <a:extLst>
                            <a:ext uri="{FF2B5EF4-FFF2-40B4-BE49-F238E27FC236}">
                              <a16:creationId xmlns:a16="http://schemas.microsoft.com/office/drawing/2014/main" id="{3D37C76F-7B5F-403E-B212-D92645E88F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19" name="Group 3918">
                            <a:extLst>
                              <a:ext uri="{FF2B5EF4-FFF2-40B4-BE49-F238E27FC236}">
                                <a16:creationId xmlns:a16="http://schemas.microsoft.com/office/drawing/2014/main" id="{8A729D91-B3C3-40A3-9BF5-1D77C0C1A15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3" name="Rectangle 3922">
                              <a:extLst>
                                <a:ext uri="{FF2B5EF4-FFF2-40B4-BE49-F238E27FC236}">
                                  <a16:creationId xmlns:a16="http://schemas.microsoft.com/office/drawing/2014/main" id="{88974E54-D82F-4A22-A87E-536C44CEF5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924" name="Rectangle 3923">
                              <a:extLst>
                                <a:ext uri="{FF2B5EF4-FFF2-40B4-BE49-F238E27FC236}">
                                  <a16:creationId xmlns:a16="http://schemas.microsoft.com/office/drawing/2014/main" id="{E08591F5-E190-4775-9811-891E9665B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20" name="Group 3919">
                            <a:extLst>
                              <a:ext uri="{FF2B5EF4-FFF2-40B4-BE49-F238E27FC236}">
                                <a16:creationId xmlns:a16="http://schemas.microsoft.com/office/drawing/2014/main" id="{A4F92642-A240-4FE5-B37F-452DCE4AAF3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21" name="Rectangle 3920">
                              <a:extLst>
                                <a:ext uri="{FF2B5EF4-FFF2-40B4-BE49-F238E27FC236}">
                                  <a16:creationId xmlns:a16="http://schemas.microsoft.com/office/drawing/2014/main" id="{77F0AE02-DBAC-4A2D-8B42-57DEA23432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922" name="Rectangle 3921">
                              <a:extLst>
                                <a:ext uri="{FF2B5EF4-FFF2-40B4-BE49-F238E27FC236}">
                                  <a16:creationId xmlns:a16="http://schemas.microsoft.com/office/drawing/2014/main" id="{9F2DD3DC-67F5-4440-A5D4-E724B46790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3784" name="Group 3783">
                  <a:extLst>
                    <a:ext uri="{FF2B5EF4-FFF2-40B4-BE49-F238E27FC236}">
                      <a16:creationId xmlns:a16="http://schemas.microsoft.com/office/drawing/2014/main" id="{B8D7B38C-592D-466A-BFC3-1D989786CAA6}"/>
                    </a:ext>
                  </a:extLst>
                </p:cNvPr>
                <p:cNvGrpSpPr/>
                <p:nvPr/>
              </p:nvGrpSpPr>
              <p:grpSpPr>
                <a:xfrm>
                  <a:off x="5957134" y="4486932"/>
                  <a:ext cx="3657600" cy="184994"/>
                  <a:chOff x="2306674" y="4207314"/>
                  <a:chExt cx="7315187" cy="184994"/>
                </a:xfrm>
              </p:grpSpPr>
              <p:grpSp>
                <p:nvGrpSpPr>
                  <p:cNvPr id="3785" name="Group 3784">
                    <a:extLst>
                      <a:ext uri="{FF2B5EF4-FFF2-40B4-BE49-F238E27FC236}">
                        <a16:creationId xmlns:a16="http://schemas.microsoft.com/office/drawing/2014/main" id="{73E1CFAE-D675-4EB8-8396-A4CF529D3AC9}"/>
                      </a:ext>
                    </a:extLst>
                  </p:cNvPr>
                  <p:cNvGrpSpPr/>
                  <p:nvPr/>
                </p:nvGrpSpPr>
                <p:grpSpPr>
                  <a:xfrm>
                    <a:off x="2306674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849" name="Group 3848">
                      <a:extLst>
                        <a:ext uri="{FF2B5EF4-FFF2-40B4-BE49-F238E27FC236}">
                          <a16:creationId xmlns:a16="http://schemas.microsoft.com/office/drawing/2014/main" id="{C94DF8EC-9BA5-43A4-8564-26048B853B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81" name="Group 3880">
                        <a:extLst>
                          <a:ext uri="{FF2B5EF4-FFF2-40B4-BE49-F238E27FC236}">
                            <a16:creationId xmlns:a16="http://schemas.microsoft.com/office/drawing/2014/main" id="{27938FE7-97AE-420A-8135-65074FF224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97" name="Group 3896">
                          <a:extLst>
                            <a:ext uri="{FF2B5EF4-FFF2-40B4-BE49-F238E27FC236}">
                              <a16:creationId xmlns:a16="http://schemas.microsoft.com/office/drawing/2014/main" id="{97B59404-5415-4373-98E6-7065F4CD34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905" name="Group 3904">
                            <a:extLst>
                              <a:ext uri="{FF2B5EF4-FFF2-40B4-BE49-F238E27FC236}">
                                <a16:creationId xmlns:a16="http://schemas.microsoft.com/office/drawing/2014/main" id="{551C7713-E9B0-4DC0-8834-7C75B3ABEB0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9" name="Rectangle 3908">
                              <a:extLst>
                                <a:ext uri="{FF2B5EF4-FFF2-40B4-BE49-F238E27FC236}">
                                  <a16:creationId xmlns:a16="http://schemas.microsoft.com/office/drawing/2014/main" id="{FEBB5717-5E91-4FA5-A369-515C43882B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910" name="Rectangle 3909">
                              <a:extLst>
                                <a:ext uri="{FF2B5EF4-FFF2-40B4-BE49-F238E27FC236}">
                                  <a16:creationId xmlns:a16="http://schemas.microsoft.com/office/drawing/2014/main" id="{F0CB403F-977B-4F6F-854A-F4FE4A0378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06" name="Group 3905">
                            <a:extLst>
                              <a:ext uri="{FF2B5EF4-FFF2-40B4-BE49-F238E27FC236}">
                                <a16:creationId xmlns:a16="http://schemas.microsoft.com/office/drawing/2014/main" id="{628C419C-EBCC-4C1D-8B31-F618941303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7" name="Rectangle 3906">
                              <a:extLst>
                                <a:ext uri="{FF2B5EF4-FFF2-40B4-BE49-F238E27FC236}">
                                  <a16:creationId xmlns:a16="http://schemas.microsoft.com/office/drawing/2014/main" id="{3F8D151B-884B-46D8-BC0B-6246221B38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908" name="Rectangle 3907">
                              <a:extLst>
                                <a:ext uri="{FF2B5EF4-FFF2-40B4-BE49-F238E27FC236}">
                                  <a16:creationId xmlns:a16="http://schemas.microsoft.com/office/drawing/2014/main" id="{FD10DEB4-522F-4D9A-9CE4-6107D402F0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98" name="Group 3897">
                          <a:extLst>
                            <a:ext uri="{FF2B5EF4-FFF2-40B4-BE49-F238E27FC236}">
                              <a16:creationId xmlns:a16="http://schemas.microsoft.com/office/drawing/2014/main" id="{4DB9BCF2-2F5F-45A9-A52B-BDCB3E900E3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99" name="Group 3898">
                            <a:extLst>
                              <a:ext uri="{FF2B5EF4-FFF2-40B4-BE49-F238E27FC236}">
                                <a16:creationId xmlns:a16="http://schemas.microsoft.com/office/drawing/2014/main" id="{C1AD2E24-5FD3-40B0-A479-CEE8CA96DF8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3" name="Rectangle 3902">
                              <a:extLst>
                                <a:ext uri="{FF2B5EF4-FFF2-40B4-BE49-F238E27FC236}">
                                  <a16:creationId xmlns:a16="http://schemas.microsoft.com/office/drawing/2014/main" id="{96ECD5BB-A1CD-4FAD-BBEF-C81E45986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904" name="Rectangle 3903">
                              <a:extLst>
                                <a:ext uri="{FF2B5EF4-FFF2-40B4-BE49-F238E27FC236}">
                                  <a16:creationId xmlns:a16="http://schemas.microsoft.com/office/drawing/2014/main" id="{B1DBAB3E-23E7-4F4F-AD61-44D4C8EA1E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900" name="Group 3899">
                            <a:extLst>
                              <a:ext uri="{FF2B5EF4-FFF2-40B4-BE49-F238E27FC236}">
                                <a16:creationId xmlns:a16="http://schemas.microsoft.com/office/drawing/2014/main" id="{B0D6DDC4-6929-438C-9908-F5F04D9BA99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901" name="Rectangle 3900">
                              <a:extLst>
                                <a:ext uri="{FF2B5EF4-FFF2-40B4-BE49-F238E27FC236}">
                                  <a16:creationId xmlns:a16="http://schemas.microsoft.com/office/drawing/2014/main" id="{440E1C73-2403-4656-9F9D-1CF98CC4CA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902" name="Rectangle 3901">
                              <a:extLst>
                                <a:ext uri="{FF2B5EF4-FFF2-40B4-BE49-F238E27FC236}">
                                  <a16:creationId xmlns:a16="http://schemas.microsoft.com/office/drawing/2014/main" id="{B9337A56-915E-4978-B510-420BADA96A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82" name="Group 3881">
                        <a:extLst>
                          <a:ext uri="{FF2B5EF4-FFF2-40B4-BE49-F238E27FC236}">
                            <a16:creationId xmlns:a16="http://schemas.microsoft.com/office/drawing/2014/main" id="{034FAAC0-1404-4A1B-935A-44EBD04263B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83" name="Group 3882">
                          <a:extLst>
                            <a:ext uri="{FF2B5EF4-FFF2-40B4-BE49-F238E27FC236}">
                              <a16:creationId xmlns:a16="http://schemas.microsoft.com/office/drawing/2014/main" id="{056D442F-D019-4D98-9642-EBC3756BA0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91" name="Group 3890">
                            <a:extLst>
                              <a:ext uri="{FF2B5EF4-FFF2-40B4-BE49-F238E27FC236}">
                                <a16:creationId xmlns:a16="http://schemas.microsoft.com/office/drawing/2014/main" id="{3D095BF8-124A-444C-9EBB-E98697292E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95" name="Rectangle 3894">
                              <a:extLst>
                                <a:ext uri="{FF2B5EF4-FFF2-40B4-BE49-F238E27FC236}">
                                  <a16:creationId xmlns:a16="http://schemas.microsoft.com/office/drawing/2014/main" id="{B2CEF49F-D3FB-4A7D-ADDF-493CF71CCB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896" name="Rectangle 3895">
                              <a:extLst>
                                <a:ext uri="{FF2B5EF4-FFF2-40B4-BE49-F238E27FC236}">
                                  <a16:creationId xmlns:a16="http://schemas.microsoft.com/office/drawing/2014/main" id="{AECB397D-3102-40C9-A237-08B614E174F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92" name="Group 3891">
                            <a:extLst>
                              <a:ext uri="{FF2B5EF4-FFF2-40B4-BE49-F238E27FC236}">
                                <a16:creationId xmlns:a16="http://schemas.microsoft.com/office/drawing/2014/main" id="{AAA0C255-058F-4E73-B430-9F9852ED75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93" name="Rectangle 3892">
                              <a:extLst>
                                <a:ext uri="{FF2B5EF4-FFF2-40B4-BE49-F238E27FC236}">
                                  <a16:creationId xmlns:a16="http://schemas.microsoft.com/office/drawing/2014/main" id="{C7799626-934A-4882-83B4-D27D1EBF59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894" name="Rectangle 3893">
                              <a:extLst>
                                <a:ext uri="{FF2B5EF4-FFF2-40B4-BE49-F238E27FC236}">
                                  <a16:creationId xmlns:a16="http://schemas.microsoft.com/office/drawing/2014/main" id="{5744BC13-1AF4-4A22-9ABD-FBCD2E1BF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84" name="Group 3883">
                          <a:extLst>
                            <a:ext uri="{FF2B5EF4-FFF2-40B4-BE49-F238E27FC236}">
                              <a16:creationId xmlns:a16="http://schemas.microsoft.com/office/drawing/2014/main" id="{6E02E24E-FB6F-4AC9-8D39-AFC40596C2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85" name="Group 3884">
                            <a:extLst>
                              <a:ext uri="{FF2B5EF4-FFF2-40B4-BE49-F238E27FC236}">
                                <a16:creationId xmlns:a16="http://schemas.microsoft.com/office/drawing/2014/main" id="{AE1D98C9-98E3-4E78-A91B-15BA435B86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89" name="Rectangle 3888">
                              <a:extLst>
                                <a:ext uri="{FF2B5EF4-FFF2-40B4-BE49-F238E27FC236}">
                                  <a16:creationId xmlns:a16="http://schemas.microsoft.com/office/drawing/2014/main" id="{0A41E0C2-CA32-46C5-AF80-C220874920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890" name="Rectangle 3889">
                              <a:extLst>
                                <a:ext uri="{FF2B5EF4-FFF2-40B4-BE49-F238E27FC236}">
                                  <a16:creationId xmlns:a16="http://schemas.microsoft.com/office/drawing/2014/main" id="{41D25DB6-168E-4177-902F-6CF79864E9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86" name="Group 3885">
                            <a:extLst>
                              <a:ext uri="{FF2B5EF4-FFF2-40B4-BE49-F238E27FC236}">
                                <a16:creationId xmlns:a16="http://schemas.microsoft.com/office/drawing/2014/main" id="{93B455DF-7FD7-42E3-9CEE-CBF793169FA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87" name="Rectangle 3886">
                              <a:extLst>
                                <a:ext uri="{FF2B5EF4-FFF2-40B4-BE49-F238E27FC236}">
                                  <a16:creationId xmlns:a16="http://schemas.microsoft.com/office/drawing/2014/main" id="{FA571DA2-19B6-474A-B05A-3718A7FBA3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888" name="Rectangle 3887">
                              <a:extLst>
                                <a:ext uri="{FF2B5EF4-FFF2-40B4-BE49-F238E27FC236}">
                                  <a16:creationId xmlns:a16="http://schemas.microsoft.com/office/drawing/2014/main" id="{6DD4DB5D-8237-455E-8FA0-9D71C1B8C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850" name="Group 3849">
                      <a:extLst>
                        <a:ext uri="{FF2B5EF4-FFF2-40B4-BE49-F238E27FC236}">
                          <a16:creationId xmlns:a16="http://schemas.microsoft.com/office/drawing/2014/main" id="{B48524F0-3AC7-4E7D-896B-E29E724C5AC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51" name="Group 3850">
                        <a:extLst>
                          <a:ext uri="{FF2B5EF4-FFF2-40B4-BE49-F238E27FC236}">
                            <a16:creationId xmlns:a16="http://schemas.microsoft.com/office/drawing/2014/main" id="{F0C5A34D-7222-4E7E-8160-4E3E172E4C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67" name="Group 3866">
                          <a:extLst>
                            <a:ext uri="{FF2B5EF4-FFF2-40B4-BE49-F238E27FC236}">
                              <a16:creationId xmlns:a16="http://schemas.microsoft.com/office/drawing/2014/main" id="{9CAE6AB1-B818-4DCA-AA5A-1FE2B474D7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75" name="Group 3874">
                            <a:extLst>
                              <a:ext uri="{FF2B5EF4-FFF2-40B4-BE49-F238E27FC236}">
                                <a16:creationId xmlns:a16="http://schemas.microsoft.com/office/drawing/2014/main" id="{CC1C78FE-5B24-4C20-9D3D-98B223C68B2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9" name="Rectangle 3878">
                              <a:extLst>
                                <a:ext uri="{FF2B5EF4-FFF2-40B4-BE49-F238E27FC236}">
                                  <a16:creationId xmlns:a16="http://schemas.microsoft.com/office/drawing/2014/main" id="{03E6D786-6E55-4AA0-B5C9-A333875327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880" name="Rectangle 3879">
                              <a:extLst>
                                <a:ext uri="{FF2B5EF4-FFF2-40B4-BE49-F238E27FC236}">
                                  <a16:creationId xmlns:a16="http://schemas.microsoft.com/office/drawing/2014/main" id="{970F7D04-509F-4362-97D9-A5D7A92523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76" name="Group 3875">
                            <a:extLst>
                              <a:ext uri="{FF2B5EF4-FFF2-40B4-BE49-F238E27FC236}">
                                <a16:creationId xmlns:a16="http://schemas.microsoft.com/office/drawing/2014/main" id="{2AA27B74-5661-48DF-86F8-D697F6CC8A7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7" name="Rectangle 3876">
                              <a:extLst>
                                <a:ext uri="{FF2B5EF4-FFF2-40B4-BE49-F238E27FC236}">
                                  <a16:creationId xmlns:a16="http://schemas.microsoft.com/office/drawing/2014/main" id="{511EFBAC-E018-40F7-9798-247C5277E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878" name="Rectangle 3877">
                              <a:extLst>
                                <a:ext uri="{FF2B5EF4-FFF2-40B4-BE49-F238E27FC236}">
                                  <a16:creationId xmlns:a16="http://schemas.microsoft.com/office/drawing/2014/main" id="{B98D530E-1BD5-4FDD-8189-359F7ABAA2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68" name="Group 3867">
                          <a:extLst>
                            <a:ext uri="{FF2B5EF4-FFF2-40B4-BE49-F238E27FC236}">
                              <a16:creationId xmlns:a16="http://schemas.microsoft.com/office/drawing/2014/main" id="{39FAACD9-7A1A-4E7F-809D-33F86598328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69" name="Group 3868">
                            <a:extLst>
                              <a:ext uri="{FF2B5EF4-FFF2-40B4-BE49-F238E27FC236}">
                                <a16:creationId xmlns:a16="http://schemas.microsoft.com/office/drawing/2014/main" id="{0E63C0AC-CF82-4588-8499-0B08130410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3" name="Rectangle 3872">
                              <a:extLst>
                                <a:ext uri="{FF2B5EF4-FFF2-40B4-BE49-F238E27FC236}">
                                  <a16:creationId xmlns:a16="http://schemas.microsoft.com/office/drawing/2014/main" id="{943B04BE-DCFA-459A-BA09-461BF1BDAA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874" name="Rectangle 3873">
                              <a:extLst>
                                <a:ext uri="{FF2B5EF4-FFF2-40B4-BE49-F238E27FC236}">
                                  <a16:creationId xmlns:a16="http://schemas.microsoft.com/office/drawing/2014/main" id="{15B8225C-D8AD-4FB2-A65E-DECFE3952A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70" name="Group 3869">
                            <a:extLst>
                              <a:ext uri="{FF2B5EF4-FFF2-40B4-BE49-F238E27FC236}">
                                <a16:creationId xmlns:a16="http://schemas.microsoft.com/office/drawing/2014/main" id="{B2BFBB66-9707-492C-B9D0-86987125789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71" name="Rectangle 3870">
                              <a:extLst>
                                <a:ext uri="{FF2B5EF4-FFF2-40B4-BE49-F238E27FC236}">
                                  <a16:creationId xmlns:a16="http://schemas.microsoft.com/office/drawing/2014/main" id="{5E67A7C8-4B7F-46E8-9BD0-D70F1C6351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872" name="Rectangle 3871">
                              <a:extLst>
                                <a:ext uri="{FF2B5EF4-FFF2-40B4-BE49-F238E27FC236}">
                                  <a16:creationId xmlns:a16="http://schemas.microsoft.com/office/drawing/2014/main" id="{08E1CB5B-19C3-4A5F-8E6D-178429C1EC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52" name="Group 3851">
                        <a:extLst>
                          <a:ext uri="{FF2B5EF4-FFF2-40B4-BE49-F238E27FC236}">
                            <a16:creationId xmlns:a16="http://schemas.microsoft.com/office/drawing/2014/main" id="{547D5D93-2562-444D-9BF1-6B8F424BE20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53" name="Group 3852">
                          <a:extLst>
                            <a:ext uri="{FF2B5EF4-FFF2-40B4-BE49-F238E27FC236}">
                              <a16:creationId xmlns:a16="http://schemas.microsoft.com/office/drawing/2014/main" id="{BCB0BB2A-DD06-4615-9C3E-D248BF2CBA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61" name="Group 3860">
                            <a:extLst>
                              <a:ext uri="{FF2B5EF4-FFF2-40B4-BE49-F238E27FC236}">
                                <a16:creationId xmlns:a16="http://schemas.microsoft.com/office/drawing/2014/main" id="{284F76D9-60B7-448B-B909-9243AFB71F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65" name="Rectangle 3864">
                              <a:extLst>
                                <a:ext uri="{FF2B5EF4-FFF2-40B4-BE49-F238E27FC236}">
                                  <a16:creationId xmlns:a16="http://schemas.microsoft.com/office/drawing/2014/main" id="{DBB74489-ECF5-40D0-B65F-88CF534037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866" name="Rectangle 3865">
                              <a:extLst>
                                <a:ext uri="{FF2B5EF4-FFF2-40B4-BE49-F238E27FC236}">
                                  <a16:creationId xmlns:a16="http://schemas.microsoft.com/office/drawing/2014/main" id="{D6EF55D0-C967-4B4A-BC25-834B79AD0A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62" name="Group 3861">
                            <a:extLst>
                              <a:ext uri="{FF2B5EF4-FFF2-40B4-BE49-F238E27FC236}">
                                <a16:creationId xmlns:a16="http://schemas.microsoft.com/office/drawing/2014/main" id="{14772D6B-45CF-4D2C-A035-5D19E6E8B1A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63" name="Rectangle 3862">
                              <a:extLst>
                                <a:ext uri="{FF2B5EF4-FFF2-40B4-BE49-F238E27FC236}">
                                  <a16:creationId xmlns:a16="http://schemas.microsoft.com/office/drawing/2014/main" id="{206901BB-09DB-4CEE-A26B-FC63DF2A0C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864" name="Rectangle 3863">
                              <a:extLst>
                                <a:ext uri="{FF2B5EF4-FFF2-40B4-BE49-F238E27FC236}">
                                  <a16:creationId xmlns:a16="http://schemas.microsoft.com/office/drawing/2014/main" id="{E9909366-B622-4F48-9E50-321748C52E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54" name="Group 3853">
                          <a:extLst>
                            <a:ext uri="{FF2B5EF4-FFF2-40B4-BE49-F238E27FC236}">
                              <a16:creationId xmlns:a16="http://schemas.microsoft.com/office/drawing/2014/main" id="{E232255B-28FE-4CAA-BFB3-7E8CE35392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55" name="Group 3854">
                            <a:extLst>
                              <a:ext uri="{FF2B5EF4-FFF2-40B4-BE49-F238E27FC236}">
                                <a16:creationId xmlns:a16="http://schemas.microsoft.com/office/drawing/2014/main" id="{0135B5A8-F7E3-4393-A969-5CE64A35621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59" name="Rectangle 3858">
                              <a:extLst>
                                <a:ext uri="{FF2B5EF4-FFF2-40B4-BE49-F238E27FC236}">
                                  <a16:creationId xmlns:a16="http://schemas.microsoft.com/office/drawing/2014/main" id="{CCB3942C-88C3-4FC7-BBFC-38500AC6F0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860" name="Rectangle 3859">
                              <a:extLst>
                                <a:ext uri="{FF2B5EF4-FFF2-40B4-BE49-F238E27FC236}">
                                  <a16:creationId xmlns:a16="http://schemas.microsoft.com/office/drawing/2014/main" id="{9B9FD514-CC2D-48BD-A1B0-7CA60316D9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56" name="Group 3855">
                            <a:extLst>
                              <a:ext uri="{FF2B5EF4-FFF2-40B4-BE49-F238E27FC236}">
                                <a16:creationId xmlns:a16="http://schemas.microsoft.com/office/drawing/2014/main" id="{44159E93-334B-4C60-94F8-DED7D7B4FF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57" name="Rectangle 3856">
                              <a:extLst>
                                <a:ext uri="{FF2B5EF4-FFF2-40B4-BE49-F238E27FC236}">
                                  <a16:creationId xmlns:a16="http://schemas.microsoft.com/office/drawing/2014/main" id="{F215FE83-6599-4A2C-A978-0AEA9C2651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858" name="Rectangle 3857">
                              <a:extLst>
                                <a:ext uri="{FF2B5EF4-FFF2-40B4-BE49-F238E27FC236}">
                                  <a16:creationId xmlns:a16="http://schemas.microsoft.com/office/drawing/2014/main" id="{09ECADF3-9624-4A91-A3D4-E6817E33263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  <p:grpSp>
                <p:nvGrpSpPr>
                  <p:cNvPr id="3786" name="Group 3785">
                    <a:extLst>
                      <a:ext uri="{FF2B5EF4-FFF2-40B4-BE49-F238E27FC236}">
                        <a16:creationId xmlns:a16="http://schemas.microsoft.com/office/drawing/2014/main" id="{DF7F1E66-5434-43FB-A9D4-FA4A9FD4DD46}"/>
                      </a:ext>
                    </a:extLst>
                  </p:cNvPr>
                  <p:cNvGrpSpPr/>
                  <p:nvPr/>
                </p:nvGrpSpPr>
                <p:grpSpPr>
                  <a:xfrm>
                    <a:off x="5964261" y="4207314"/>
                    <a:ext cx="3657600" cy="184994"/>
                    <a:chOff x="2306674" y="4207314"/>
                    <a:chExt cx="7315701" cy="184994"/>
                  </a:xfrm>
                </p:grpSpPr>
                <p:grpSp>
                  <p:nvGrpSpPr>
                    <p:cNvPr id="3787" name="Group 3786">
                      <a:extLst>
                        <a:ext uri="{FF2B5EF4-FFF2-40B4-BE49-F238E27FC236}">
                          <a16:creationId xmlns:a16="http://schemas.microsoft.com/office/drawing/2014/main" id="{BF79CF0F-FF6A-4B21-929A-25287BAF16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06674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819" name="Group 3818">
                        <a:extLst>
                          <a:ext uri="{FF2B5EF4-FFF2-40B4-BE49-F238E27FC236}">
                            <a16:creationId xmlns:a16="http://schemas.microsoft.com/office/drawing/2014/main" id="{ACA4BE9A-0A1B-4959-9FBC-7045FE4B3C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35" name="Group 3834">
                          <a:extLst>
                            <a:ext uri="{FF2B5EF4-FFF2-40B4-BE49-F238E27FC236}">
                              <a16:creationId xmlns:a16="http://schemas.microsoft.com/office/drawing/2014/main" id="{83163F3C-0704-4CD3-94AA-B2116A33B0B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43" name="Group 3842">
                            <a:extLst>
                              <a:ext uri="{FF2B5EF4-FFF2-40B4-BE49-F238E27FC236}">
                                <a16:creationId xmlns:a16="http://schemas.microsoft.com/office/drawing/2014/main" id="{5272C26F-86C7-4C90-96E3-7E9B163F993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7" name="Rectangle 3846">
                              <a:extLst>
                                <a:ext uri="{FF2B5EF4-FFF2-40B4-BE49-F238E27FC236}">
                                  <a16:creationId xmlns:a16="http://schemas.microsoft.com/office/drawing/2014/main" id="{680AFC07-F47F-4688-B01D-6724508E55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00000</a:t>
                              </a:r>
                            </a:p>
                          </p:txBody>
                        </p:sp>
                        <p:sp>
                          <p:nvSpPr>
                            <p:cNvPr id="3848" name="Rectangle 3847">
                              <a:extLst>
                                <a:ext uri="{FF2B5EF4-FFF2-40B4-BE49-F238E27FC236}">
                                  <a16:creationId xmlns:a16="http://schemas.microsoft.com/office/drawing/2014/main" id="{FAD8935B-BA64-4166-B7C3-2186256CB0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44" name="Group 3843">
                            <a:extLst>
                              <a:ext uri="{FF2B5EF4-FFF2-40B4-BE49-F238E27FC236}">
                                <a16:creationId xmlns:a16="http://schemas.microsoft.com/office/drawing/2014/main" id="{32A757FF-B83E-4C19-9F76-886C680E14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5" name="Rectangle 3844">
                              <a:extLst>
                                <a:ext uri="{FF2B5EF4-FFF2-40B4-BE49-F238E27FC236}">
                                  <a16:creationId xmlns:a16="http://schemas.microsoft.com/office/drawing/2014/main" id="{4E35AC4B-1040-4DD4-8A4E-A143917B87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00010</a:t>
                              </a:r>
                            </a:p>
                          </p:txBody>
                        </p:sp>
                        <p:sp>
                          <p:nvSpPr>
                            <p:cNvPr id="3846" name="Rectangle 3845">
                              <a:extLst>
                                <a:ext uri="{FF2B5EF4-FFF2-40B4-BE49-F238E27FC236}">
                                  <a16:creationId xmlns:a16="http://schemas.microsoft.com/office/drawing/2014/main" id="{D9A13EA9-FF1F-4A0D-8FF5-28540599B7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36" name="Group 3835">
                          <a:extLst>
                            <a:ext uri="{FF2B5EF4-FFF2-40B4-BE49-F238E27FC236}">
                              <a16:creationId xmlns:a16="http://schemas.microsoft.com/office/drawing/2014/main" id="{FD8DD674-CE99-421D-A882-2FC2B60A8A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37" name="Group 3836">
                            <a:extLst>
                              <a:ext uri="{FF2B5EF4-FFF2-40B4-BE49-F238E27FC236}">
                                <a16:creationId xmlns:a16="http://schemas.microsoft.com/office/drawing/2014/main" id="{028BF45A-CBAC-4814-93D5-5EF5C06327F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41" name="Rectangle 3840">
                              <a:extLst>
                                <a:ext uri="{FF2B5EF4-FFF2-40B4-BE49-F238E27FC236}">
                                  <a16:creationId xmlns:a16="http://schemas.microsoft.com/office/drawing/2014/main" id="{B7589433-DE03-4DAE-9350-AF93A3E50A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00100</a:t>
                              </a:r>
                            </a:p>
                          </p:txBody>
                        </p:sp>
                        <p:sp>
                          <p:nvSpPr>
                            <p:cNvPr id="3842" name="Rectangle 3841">
                              <a:extLst>
                                <a:ext uri="{FF2B5EF4-FFF2-40B4-BE49-F238E27FC236}">
                                  <a16:creationId xmlns:a16="http://schemas.microsoft.com/office/drawing/2014/main" id="{F025612B-47F1-4ABA-B822-5C2679938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38" name="Group 3837">
                            <a:extLst>
                              <a:ext uri="{FF2B5EF4-FFF2-40B4-BE49-F238E27FC236}">
                                <a16:creationId xmlns:a16="http://schemas.microsoft.com/office/drawing/2014/main" id="{26351ABD-FCDE-416E-935A-2E3F829DFD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9" name="Rectangle 3838">
                              <a:extLst>
                                <a:ext uri="{FF2B5EF4-FFF2-40B4-BE49-F238E27FC236}">
                                  <a16:creationId xmlns:a16="http://schemas.microsoft.com/office/drawing/2014/main" id="{9B0A8B54-1DB5-4FE7-8EC6-9754FA2E77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00110</a:t>
                              </a:r>
                            </a:p>
                          </p:txBody>
                        </p:sp>
                        <p:sp>
                          <p:nvSpPr>
                            <p:cNvPr id="3840" name="Rectangle 3839">
                              <a:extLst>
                                <a:ext uri="{FF2B5EF4-FFF2-40B4-BE49-F238E27FC236}">
                                  <a16:creationId xmlns:a16="http://schemas.microsoft.com/office/drawing/2014/main" id="{0245AFE8-C61A-490E-B79C-67417C0082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820" name="Group 3819">
                        <a:extLst>
                          <a:ext uri="{FF2B5EF4-FFF2-40B4-BE49-F238E27FC236}">
                            <a16:creationId xmlns:a16="http://schemas.microsoft.com/office/drawing/2014/main" id="{9609AEB8-D332-4D47-BD8A-FD01B11DAB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21" name="Group 3820">
                          <a:extLst>
                            <a:ext uri="{FF2B5EF4-FFF2-40B4-BE49-F238E27FC236}">
                              <a16:creationId xmlns:a16="http://schemas.microsoft.com/office/drawing/2014/main" id="{0033C393-6FD3-40F2-B237-6F43E450DF4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29" name="Group 3828">
                            <a:extLst>
                              <a:ext uri="{FF2B5EF4-FFF2-40B4-BE49-F238E27FC236}">
                                <a16:creationId xmlns:a16="http://schemas.microsoft.com/office/drawing/2014/main" id="{69EF2CB6-60D6-4786-961E-5D26D788CE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3" name="Rectangle 3832">
                              <a:extLst>
                                <a:ext uri="{FF2B5EF4-FFF2-40B4-BE49-F238E27FC236}">
                                  <a16:creationId xmlns:a16="http://schemas.microsoft.com/office/drawing/2014/main" id="{704FA829-6D02-430F-9D5D-0F4D7B541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01000</a:t>
                              </a:r>
                            </a:p>
                          </p:txBody>
                        </p:sp>
                        <p:sp>
                          <p:nvSpPr>
                            <p:cNvPr id="3834" name="Rectangle 3833">
                              <a:extLst>
                                <a:ext uri="{FF2B5EF4-FFF2-40B4-BE49-F238E27FC236}">
                                  <a16:creationId xmlns:a16="http://schemas.microsoft.com/office/drawing/2014/main" id="{ACDCAD11-7930-4CEB-BA43-A9E893F39B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30" name="Group 3829">
                            <a:extLst>
                              <a:ext uri="{FF2B5EF4-FFF2-40B4-BE49-F238E27FC236}">
                                <a16:creationId xmlns:a16="http://schemas.microsoft.com/office/drawing/2014/main" id="{4E4BBD0B-3BB0-45B0-953B-4B8D95A50D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31" name="Rectangle 3830">
                              <a:extLst>
                                <a:ext uri="{FF2B5EF4-FFF2-40B4-BE49-F238E27FC236}">
                                  <a16:creationId xmlns:a16="http://schemas.microsoft.com/office/drawing/2014/main" id="{453C3C85-6663-4056-8E74-C6CB3DF81A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01010</a:t>
                              </a:r>
                            </a:p>
                          </p:txBody>
                        </p:sp>
                        <p:sp>
                          <p:nvSpPr>
                            <p:cNvPr id="3832" name="Rectangle 3831">
                              <a:extLst>
                                <a:ext uri="{FF2B5EF4-FFF2-40B4-BE49-F238E27FC236}">
                                  <a16:creationId xmlns:a16="http://schemas.microsoft.com/office/drawing/2014/main" id="{54651A41-4752-4663-8371-9AE0F41A5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22" name="Group 3821">
                          <a:extLst>
                            <a:ext uri="{FF2B5EF4-FFF2-40B4-BE49-F238E27FC236}">
                              <a16:creationId xmlns:a16="http://schemas.microsoft.com/office/drawing/2014/main" id="{A44063BA-C907-461A-8F47-0C95AC6360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23" name="Group 3822">
                            <a:extLst>
                              <a:ext uri="{FF2B5EF4-FFF2-40B4-BE49-F238E27FC236}">
                                <a16:creationId xmlns:a16="http://schemas.microsoft.com/office/drawing/2014/main" id="{80C241B9-6BDA-4D43-A641-41C4F18687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27" name="Rectangle 3826">
                              <a:extLst>
                                <a:ext uri="{FF2B5EF4-FFF2-40B4-BE49-F238E27FC236}">
                                  <a16:creationId xmlns:a16="http://schemas.microsoft.com/office/drawing/2014/main" id="{8730A652-BBBF-45A1-BEA1-631C005D238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01100</a:t>
                              </a:r>
                            </a:p>
                          </p:txBody>
                        </p:sp>
                        <p:sp>
                          <p:nvSpPr>
                            <p:cNvPr id="3828" name="Rectangle 3827">
                              <a:extLst>
                                <a:ext uri="{FF2B5EF4-FFF2-40B4-BE49-F238E27FC236}">
                                  <a16:creationId xmlns:a16="http://schemas.microsoft.com/office/drawing/2014/main" id="{133B055F-F16B-4D78-BF71-3D8BF3E01F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24" name="Group 3823">
                            <a:extLst>
                              <a:ext uri="{FF2B5EF4-FFF2-40B4-BE49-F238E27FC236}">
                                <a16:creationId xmlns:a16="http://schemas.microsoft.com/office/drawing/2014/main" id="{61CE66F9-794F-484C-91F9-877C1DE7467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25" name="Rectangle 3824">
                              <a:extLst>
                                <a:ext uri="{FF2B5EF4-FFF2-40B4-BE49-F238E27FC236}">
                                  <a16:creationId xmlns:a16="http://schemas.microsoft.com/office/drawing/2014/main" id="{C5062AB4-C895-4ECF-A38A-0825882EFA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01110</a:t>
                              </a:r>
                            </a:p>
                          </p:txBody>
                        </p:sp>
                        <p:sp>
                          <p:nvSpPr>
                            <p:cNvPr id="3826" name="Rectangle 3825">
                              <a:extLst>
                                <a:ext uri="{FF2B5EF4-FFF2-40B4-BE49-F238E27FC236}">
                                  <a16:creationId xmlns:a16="http://schemas.microsoft.com/office/drawing/2014/main" id="{2C0B7F35-51F3-42CF-A420-4C1BA57DAE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01111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3788" name="Group 3787">
                      <a:extLst>
                        <a:ext uri="{FF2B5EF4-FFF2-40B4-BE49-F238E27FC236}">
                          <a16:creationId xmlns:a16="http://schemas.microsoft.com/office/drawing/2014/main" id="{F41D18A5-DF34-4E7A-BA72-9F2CD42584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4775" y="4207314"/>
                      <a:ext cx="3657600" cy="184994"/>
                      <a:chOff x="2304448" y="3691013"/>
                      <a:chExt cx="7315200" cy="184994"/>
                    </a:xfrm>
                  </p:grpSpPr>
                  <p:grpSp>
                    <p:nvGrpSpPr>
                      <p:cNvPr id="3789" name="Group 3788">
                        <a:extLst>
                          <a:ext uri="{FF2B5EF4-FFF2-40B4-BE49-F238E27FC236}">
                            <a16:creationId xmlns:a16="http://schemas.microsoft.com/office/drawing/2014/main" id="{32240047-0EE9-4BC5-B09A-0FA3CB025F9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3044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805" name="Group 3804">
                          <a:extLst>
                            <a:ext uri="{FF2B5EF4-FFF2-40B4-BE49-F238E27FC236}">
                              <a16:creationId xmlns:a16="http://schemas.microsoft.com/office/drawing/2014/main" id="{391C6A2B-A0A7-4BEA-96A1-E1107AA76D8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13" name="Group 3812">
                            <a:extLst>
                              <a:ext uri="{FF2B5EF4-FFF2-40B4-BE49-F238E27FC236}">
                                <a16:creationId xmlns:a16="http://schemas.microsoft.com/office/drawing/2014/main" id="{8C0F7C20-83DC-490E-B69C-CBB54D86313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7" name="Rectangle 3816">
                              <a:extLst>
                                <a:ext uri="{FF2B5EF4-FFF2-40B4-BE49-F238E27FC236}">
                                  <a16:creationId xmlns:a16="http://schemas.microsoft.com/office/drawing/2014/main" id="{C7756EAB-69D7-40D7-9C54-5DB70B627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10000</a:t>
                              </a:r>
                            </a:p>
                          </p:txBody>
                        </p:sp>
                        <p:sp>
                          <p:nvSpPr>
                            <p:cNvPr id="3818" name="Rectangle 3817">
                              <a:extLst>
                                <a:ext uri="{FF2B5EF4-FFF2-40B4-BE49-F238E27FC236}">
                                  <a16:creationId xmlns:a16="http://schemas.microsoft.com/office/drawing/2014/main" id="{ADE42631-F7A7-4EC5-8D81-671E52D450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14" name="Group 3813">
                            <a:extLst>
                              <a:ext uri="{FF2B5EF4-FFF2-40B4-BE49-F238E27FC236}">
                                <a16:creationId xmlns:a16="http://schemas.microsoft.com/office/drawing/2014/main" id="{CF3DD80A-0867-4244-BDD9-F284223D3A3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5" name="Rectangle 3814">
                              <a:extLst>
                                <a:ext uri="{FF2B5EF4-FFF2-40B4-BE49-F238E27FC236}">
                                  <a16:creationId xmlns:a16="http://schemas.microsoft.com/office/drawing/2014/main" id="{79669A89-CDF0-4DC0-96A9-86FC377146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10010</a:t>
                              </a:r>
                            </a:p>
                          </p:txBody>
                        </p:sp>
                        <p:sp>
                          <p:nvSpPr>
                            <p:cNvPr id="3816" name="Rectangle 3815">
                              <a:extLst>
                                <a:ext uri="{FF2B5EF4-FFF2-40B4-BE49-F238E27FC236}">
                                  <a16:creationId xmlns:a16="http://schemas.microsoft.com/office/drawing/2014/main" id="{32893816-0237-4187-A5DA-053D54F2FE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806" name="Group 3805">
                          <a:extLst>
                            <a:ext uri="{FF2B5EF4-FFF2-40B4-BE49-F238E27FC236}">
                              <a16:creationId xmlns:a16="http://schemas.microsoft.com/office/drawing/2014/main" id="{10CEDBE2-50DA-44BD-995B-417FF7C1026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807" name="Group 3806">
                            <a:extLst>
                              <a:ext uri="{FF2B5EF4-FFF2-40B4-BE49-F238E27FC236}">
                                <a16:creationId xmlns:a16="http://schemas.microsoft.com/office/drawing/2014/main" id="{E3AAA88C-F06B-4051-81EC-6D2261298CB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11" name="Rectangle 3810">
                              <a:extLst>
                                <a:ext uri="{FF2B5EF4-FFF2-40B4-BE49-F238E27FC236}">
                                  <a16:creationId xmlns:a16="http://schemas.microsoft.com/office/drawing/2014/main" id="{3381B489-33FB-4493-AEF8-FA3B05562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10100</a:t>
                              </a:r>
                            </a:p>
                          </p:txBody>
                        </p:sp>
                        <p:sp>
                          <p:nvSpPr>
                            <p:cNvPr id="3812" name="Rectangle 3811">
                              <a:extLst>
                                <a:ext uri="{FF2B5EF4-FFF2-40B4-BE49-F238E27FC236}">
                                  <a16:creationId xmlns:a16="http://schemas.microsoft.com/office/drawing/2014/main" id="{512BAC74-C8E4-435D-9100-82CF2553FC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08" name="Group 3807">
                            <a:extLst>
                              <a:ext uri="{FF2B5EF4-FFF2-40B4-BE49-F238E27FC236}">
                                <a16:creationId xmlns:a16="http://schemas.microsoft.com/office/drawing/2014/main" id="{80B40FDA-3D9C-4CF2-9992-9F727F87FA2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9" name="Rectangle 3808">
                              <a:extLst>
                                <a:ext uri="{FF2B5EF4-FFF2-40B4-BE49-F238E27FC236}">
                                  <a16:creationId xmlns:a16="http://schemas.microsoft.com/office/drawing/2014/main" id="{F91E1230-7D3E-4996-8DC4-DB9B56AA5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10110</a:t>
                              </a:r>
                            </a:p>
                          </p:txBody>
                        </p:sp>
                        <p:sp>
                          <p:nvSpPr>
                            <p:cNvPr id="3810" name="Rectangle 3809">
                              <a:extLst>
                                <a:ext uri="{FF2B5EF4-FFF2-40B4-BE49-F238E27FC236}">
                                  <a16:creationId xmlns:a16="http://schemas.microsoft.com/office/drawing/2014/main" id="{AE052F79-F481-402E-8BA0-130B0D0ED6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10111</a:t>
                              </a:r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3790" name="Group 3789">
                        <a:extLst>
                          <a:ext uri="{FF2B5EF4-FFF2-40B4-BE49-F238E27FC236}">
                            <a16:creationId xmlns:a16="http://schemas.microsoft.com/office/drawing/2014/main" id="{08B3AA0E-8641-4502-9D13-B3ACDF9627B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62048" y="3691013"/>
                        <a:ext cx="3657600" cy="184994"/>
                        <a:chOff x="2304448" y="3431542"/>
                        <a:chExt cx="7315200" cy="184994"/>
                      </a:xfrm>
                    </p:grpSpPr>
                    <p:grpSp>
                      <p:nvGrpSpPr>
                        <p:cNvPr id="3791" name="Group 3790">
                          <a:extLst>
                            <a:ext uri="{FF2B5EF4-FFF2-40B4-BE49-F238E27FC236}">
                              <a16:creationId xmlns:a16="http://schemas.microsoft.com/office/drawing/2014/main" id="{53100F70-8199-441F-8AB0-02C1889E170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3044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99" name="Group 3798">
                            <a:extLst>
                              <a:ext uri="{FF2B5EF4-FFF2-40B4-BE49-F238E27FC236}">
                                <a16:creationId xmlns:a16="http://schemas.microsoft.com/office/drawing/2014/main" id="{A463013D-7552-4B24-A201-F7C80621A45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3" name="Rectangle 3802">
                              <a:extLst>
                                <a:ext uri="{FF2B5EF4-FFF2-40B4-BE49-F238E27FC236}">
                                  <a16:creationId xmlns:a16="http://schemas.microsoft.com/office/drawing/2014/main" id="{3649B688-E0CD-4426-AE16-35BF1E275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11000</a:t>
                              </a:r>
                            </a:p>
                          </p:txBody>
                        </p:sp>
                        <p:sp>
                          <p:nvSpPr>
                            <p:cNvPr id="3804" name="Rectangle 3803">
                              <a:extLst>
                                <a:ext uri="{FF2B5EF4-FFF2-40B4-BE49-F238E27FC236}">
                                  <a16:creationId xmlns:a16="http://schemas.microsoft.com/office/drawing/2014/main" id="{191BD234-069E-48B2-9891-46FF328CBA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800" name="Group 3799">
                            <a:extLst>
                              <a:ext uri="{FF2B5EF4-FFF2-40B4-BE49-F238E27FC236}">
                                <a16:creationId xmlns:a16="http://schemas.microsoft.com/office/drawing/2014/main" id="{486DDFB3-CDA8-4780-8F75-EDC501449D9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801" name="Rectangle 3800">
                              <a:extLst>
                                <a:ext uri="{FF2B5EF4-FFF2-40B4-BE49-F238E27FC236}">
                                  <a16:creationId xmlns:a16="http://schemas.microsoft.com/office/drawing/2014/main" id="{4B4E614A-EA8D-47B9-BCDD-4AEBBB83286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11010</a:t>
                              </a:r>
                            </a:p>
                          </p:txBody>
                        </p:sp>
                        <p:sp>
                          <p:nvSpPr>
                            <p:cNvPr id="3802" name="Rectangle 3801">
                              <a:extLst>
                                <a:ext uri="{FF2B5EF4-FFF2-40B4-BE49-F238E27FC236}">
                                  <a16:creationId xmlns:a16="http://schemas.microsoft.com/office/drawing/2014/main" id="{7F5D04C7-4C0A-422B-A58A-126DD87B73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11011</a:t>
                              </a:r>
                            </a:p>
                          </p:txBody>
                        </p:sp>
                      </p:grpSp>
                    </p:grpSp>
                    <p:grpSp>
                      <p:nvGrpSpPr>
                        <p:cNvPr id="3792" name="Group 3791">
                          <a:extLst>
                            <a:ext uri="{FF2B5EF4-FFF2-40B4-BE49-F238E27FC236}">
                              <a16:creationId xmlns:a16="http://schemas.microsoft.com/office/drawing/2014/main" id="{9EEF5A41-F039-4C62-8DC5-25960DB4FC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962048" y="3431542"/>
                          <a:ext cx="3657600" cy="184994"/>
                          <a:chOff x="2304448" y="3173834"/>
                          <a:chExt cx="7315602" cy="184994"/>
                        </a:xfrm>
                      </p:grpSpPr>
                      <p:grpSp>
                        <p:nvGrpSpPr>
                          <p:cNvPr id="3793" name="Group 3792">
                            <a:extLst>
                              <a:ext uri="{FF2B5EF4-FFF2-40B4-BE49-F238E27FC236}">
                                <a16:creationId xmlns:a16="http://schemas.microsoft.com/office/drawing/2014/main" id="{D3690A1C-5452-44B8-91C9-35CC47D1687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304448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97" name="Rectangle 3796">
                              <a:extLst>
                                <a:ext uri="{FF2B5EF4-FFF2-40B4-BE49-F238E27FC236}">
                                  <a16:creationId xmlns:a16="http://schemas.microsoft.com/office/drawing/2014/main" id="{E9670942-4FF7-48B4-95A8-3E75BAFFB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11100</a:t>
                              </a:r>
                            </a:p>
                          </p:txBody>
                        </p:sp>
                        <p:sp>
                          <p:nvSpPr>
                            <p:cNvPr id="3798" name="Rectangle 3797">
                              <a:extLst>
                                <a:ext uri="{FF2B5EF4-FFF2-40B4-BE49-F238E27FC236}">
                                  <a16:creationId xmlns:a16="http://schemas.microsoft.com/office/drawing/2014/main" id="{BF2D9C66-8D20-40CE-ADE8-9269914EC0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11101</a:t>
                              </a:r>
                            </a:p>
                          </p:txBody>
                        </p:sp>
                      </p:grpSp>
                      <p:grpSp>
                        <p:nvGrpSpPr>
                          <p:cNvPr id="3794" name="Group 3793">
                            <a:extLst>
                              <a:ext uri="{FF2B5EF4-FFF2-40B4-BE49-F238E27FC236}">
                                <a16:creationId xmlns:a16="http://schemas.microsoft.com/office/drawing/2014/main" id="{6F911303-32D5-4136-A2A9-94F04ECA32E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5962450" y="3173834"/>
                            <a:ext cx="3657600" cy="184994"/>
                            <a:chOff x="2304448" y="2914344"/>
                            <a:chExt cx="7315200" cy="184994"/>
                          </a:xfrm>
                        </p:grpSpPr>
                        <p:sp>
                          <p:nvSpPr>
                            <p:cNvPr id="3795" name="Rectangle 3794">
                              <a:extLst>
                                <a:ext uri="{FF2B5EF4-FFF2-40B4-BE49-F238E27FC236}">
                                  <a16:creationId xmlns:a16="http://schemas.microsoft.com/office/drawing/2014/main" id="{CEA79CC8-F0BA-432C-9CE7-E9B8A7DF69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23044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11110</a:t>
                              </a:r>
                            </a:p>
                          </p:txBody>
                        </p:sp>
                        <p:sp>
                          <p:nvSpPr>
                            <p:cNvPr id="3796" name="Rectangle 3795">
                              <a:extLst>
                                <a:ext uri="{FF2B5EF4-FFF2-40B4-BE49-F238E27FC236}">
                                  <a16:creationId xmlns:a16="http://schemas.microsoft.com/office/drawing/2014/main" id="{21D80748-C6F3-4D4E-ABC4-0F27638506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5962048" y="2914344"/>
                              <a:ext cx="3657600" cy="184994"/>
                            </a:xfrm>
                            <a:prstGeom prst="rect">
                              <a:avLst/>
                            </a:prstGeom>
                            <a:solidFill>
                              <a:schemeClr val="bg1">
                                <a:lumMod val="85000"/>
                              </a:schemeClr>
                            </a:solidFill>
                            <a:ln w="635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lIns="0" rIns="0" rtlCol="0" anchor="ctr"/>
                            <a:lstStyle/>
                            <a:p>
                              <a:pPr algn="ctr"/>
                              <a:r>
                                <a:rPr lang="en-US" sz="100" dirty="0">
                                  <a:solidFill>
                                    <a:schemeClr val="tx1"/>
                                  </a:solidFill>
                                  <a:latin typeface="Segoe Condensed" panose="020B0606040200020203" pitchFamily="34" charset="0"/>
                                </a:rPr>
                                <a:t>11111</a:t>
                              </a:r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</p:grp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5A088BD-E546-4B31-8220-66C24CAF1D8D}"/>
              </a:ext>
            </a:extLst>
          </p:cNvPr>
          <p:cNvSpPr txBox="1"/>
          <p:nvPr/>
        </p:nvSpPr>
        <p:spPr>
          <a:xfrm>
            <a:off x="1265619" y="5168797"/>
            <a:ext cx="485742" cy="365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egoe Condensed" panose="020B0606040200020203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53239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5282</TotalTime>
  <Words>12992</Words>
  <Application>Microsoft Office PowerPoint</Application>
  <PresentationFormat>Widescreen</PresentationFormat>
  <Paragraphs>11101</Paragraphs>
  <Slides>31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Bebas Neue</vt:lpstr>
      <vt:lpstr>Calibri</vt:lpstr>
      <vt:lpstr>Calibri Light</vt:lpstr>
      <vt:lpstr>Cambria Math</vt:lpstr>
      <vt:lpstr>Segoe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 Froehlich</dc:creator>
  <cp:lastModifiedBy>Jon Froehlich</cp:lastModifiedBy>
  <cp:revision>29</cp:revision>
  <dcterms:created xsi:type="dcterms:W3CDTF">2020-04-30T20:37:58Z</dcterms:created>
  <dcterms:modified xsi:type="dcterms:W3CDTF">2020-05-04T12:40:39Z</dcterms:modified>
</cp:coreProperties>
</file>