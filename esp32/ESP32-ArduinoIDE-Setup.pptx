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58" r:id="rId5"/>
    <p:sldId id="261" r:id="rId6"/>
    <p:sldId id="259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856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7B7-AF8E-09ED-49D7-548CCAE52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244E6-4250-A995-4798-070184D6A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5CCC8-097C-6A35-8815-72921064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B9955-16B3-A8C1-241B-36A6F92A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94580-5925-D2E3-E80F-7088055C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8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1C47-6BC4-698B-CD20-15FC63F7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032DF-B4A7-1742-FF98-DC7915227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E293B-DD1B-C349-A2C3-22438218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7BA17-6E84-5F9C-D668-699DF167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0FA01-4A19-C2BD-3CB3-23813468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0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72B4-39DF-7968-1DB9-81E5694C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A012B-4C21-B144-DA3C-E939B57E7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0147-1785-F087-BCC8-8C32436C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C794-D685-B176-1E07-E497F877D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A05C-3302-57F9-5C84-62AE217A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3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B8FB-32D3-C0B7-9A89-CDB23F9D6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B7910-EBA6-4593-0FAB-2D71BF4F5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CE772-4088-5D62-656D-BC5F8C3F3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5B70F-29AF-AE6D-1C26-88358DDA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B19FB-5005-F333-ABDB-09C77A6F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791BF-061B-940F-296C-11887722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8197-6579-47D7-AAD3-DD0E2973F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E0870-99E0-AE3F-0280-1099B8565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B3697-8E13-6F6A-38F7-122B3DD5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684F0-7B8E-303C-1BF7-ED047A8FF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43434-8B26-22DE-8D90-F45625D57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DDCE3-2B75-4648-B82E-FA733883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F751D-49BC-80C2-659C-9F853E95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DF3F9-A79B-FD7D-AA64-92CC25DF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9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357C-EEDA-CB6E-E714-295A83EC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C0610-018A-A133-D061-5E5842E7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46D73-DBED-0079-C5FE-D6397E84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D9365-85E2-6A3F-33F6-FBD8F0D3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8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5ADE4-91FC-0054-B0BF-60A87B07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E72C6-07AF-D368-4478-3EF433304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A8A47-7BCB-CC06-18FB-E7F7D0CD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6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25C3-0865-49D1-13CA-60C8020D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5B845-3688-D8D3-4244-624B3F5BA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7B154-5B6B-8681-43D9-04609A649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7EF7F-884A-B227-35AA-8D196369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A33AD-F88F-67FA-3ED3-80C3EEF6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5B347-BA70-7AF0-B6B2-C644F1B7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1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2258-8AA1-7D7A-CA4C-A102524C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8A14B-CF07-EF3D-E78F-E35DCDD42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CE077-5935-6675-35F1-F8FD91BE8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DE28D-E38C-866F-DE1B-D54A79C6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ADBDC-EBBF-0776-6F32-D64B9E84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E27E1-DB3A-DBB2-A3FE-2003359A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5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BC6A-7234-83B6-1E15-CBA1B564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2282D-2B4E-513E-E2B4-023D4A60E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4FDB-B679-EC12-1DDC-26F2FD05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74CD4-580F-E54A-EC45-B40BE0BF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5DC5D-D94A-C134-14E1-4B114648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4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0A097-C96F-6EED-AB2C-C85B79B39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2075A-7B54-7ABC-2260-820CCF8C2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FFD53-BE22-F82D-146F-5536B9C25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9103F-EF49-8D70-43DC-EE6FCE0E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AD5A0-49C8-7110-5DA7-A9B0C09D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2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768453-732E-3829-444C-CACECC16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9FC33-9437-DFBB-25D0-F9E430F1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94A40-2910-DEB1-92A8-F6FA73FCF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0B5B8-E9FD-4931-8682-A9D99E910E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A1DB9-8F87-6B06-41A7-ADA812F38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DC29-74D6-660E-DF6B-16A47DF0B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B91D0-C336-45D0-B737-49189701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1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9BEFD4-E23F-A189-9D3B-40EEE68E0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843"/>
            <a:ext cx="12192000" cy="581031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A1BA4B-4F1D-1027-729F-D509EE351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376225" y="4133713"/>
            <a:ext cx="659959" cy="492980"/>
          </a:xfrm>
          <a:prstGeom prst="line">
            <a:avLst/>
          </a:prstGeom>
          <a:ln w="25400">
            <a:solidFill>
              <a:srgbClr val="FFC00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2">
            <a:extLst>
              <a:ext uri="{FF2B5EF4-FFF2-40B4-BE49-F238E27FC236}">
                <a16:creationId xmlns:a16="http://schemas.microsoft.com/office/drawing/2014/main" id="{E6BEF040-ADAE-C522-0F3B-55AB122936AD}"/>
              </a:ext>
            </a:extLst>
          </p:cNvPr>
          <p:cNvSpPr/>
          <p:nvPr/>
        </p:nvSpPr>
        <p:spPr>
          <a:xfrm>
            <a:off x="2569988" y="4071630"/>
            <a:ext cx="4043876" cy="696909"/>
          </a:xfrm>
          <a:prstGeom prst="roundRect">
            <a:avLst>
              <a:gd name="adj" fmla="val 7241"/>
            </a:avLst>
          </a:prstGeom>
          <a:solidFill>
            <a:srgbClr val="FFC000"/>
          </a:solidFill>
        </p:spPr>
        <p:txBody>
          <a:bodyPr wrap="square" tIns="54864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Install this package</a:t>
            </a:r>
          </a:p>
        </p:txBody>
      </p:sp>
    </p:spTree>
    <p:extLst>
      <p:ext uri="{BB962C8B-B14F-4D97-AF65-F5344CB8AC3E}">
        <p14:creationId xmlns:p14="http://schemas.microsoft.com/office/powerpoint/2010/main" val="107258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421372B-B07C-F5D9-2FAD-0F39A8C94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286"/>
            <a:ext cx="12192000" cy="561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1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A2C2CA-BFB3-453E-E145-6EACF6DE0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403" y="1574704"/>
            <a:ext cx="7671194" cy="37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8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7C73F05-CB9B-F6A6-A7EE-9FCD01C2D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319" y="1582662"/>
            <a:ext cx="6312224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0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94ADD5-E304-5B5F-8A15-7BC411103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547" y="1354407"/>
            <a:ext cx="4445228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5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0AF7131-CA08-FCBC-1DB4-5A3BD7166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69" y="0"/>
            <a:ext cx="11516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70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43A2EA-A6B9-F6C0-C270-9A0C84F87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8" y="0"/>
            <a:ext cx="12042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8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Bebas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3</cp:revision>
  <dcterms:created xsi:type="dcterms:W3CDTF">2026-05-13T21:42:03Z</dcterms:created>
  <dcterms:modified xsi:type="dcterms:W3CDTF">2026-05-13T22:07:26Z</dcterms:modified>
</cp:coreProperties>
</file>