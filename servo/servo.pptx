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AE03C-CD9F-4F85-992B-C1B46EF3727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7EF6A-06A7-4B36-B22B-26F21F597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94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https://www.tinkercad.com/things/hNVrJEXGKrT/editel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7EF6A-06A7-4B36-B22B-26F21F597F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43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https://www.tinkercad.com/things/idpwDlLVTNL/editel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7EF6A-06A7-4B36-B22B-26F21F597F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73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FA4C2-C014-FA0D-E1E9-5EC8E9E5D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BB6DA-65E3-570F-59B8-235787738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957B2-7F18-CB27-EB89-6ABFF4266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E51-D5F0-4486-8587-94523325D0C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CC009-CE11-10FE-184E-0645BABCD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2391E-B8DF-E0B6-E84F-FF276DF5E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7FFC-D8DB-4E7D-AF43-CC4DC2D47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47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77FBF-858A-8174-1577-C87D5F401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230E7-E311-6E16-A36A-085BDB711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ED63D-E151-56C5-AF5A-6F7D91CB0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E51-D5F0-4486-8587-94523325D0C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318C4-267C-6736-C932-0ECBD972A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D0F91-FCFD-FFE3-29A5-9140FA2F7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7FFC-D8DB-4E7D-AF43-CC4DC2D47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81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91A3-9D82-C7E1-6C71-918C5D614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CECD1-7373-1568-1407-8582FFB2B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4D1D2-7467-C5A2-2C17-D1E2B0385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E51-D5F0-4486-8587-94523325D0C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70D3B-F6C4-3A72-8CCA-40501574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3B757-09F0-BB02-D696-44A99ADFB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7FFC-D8DB-4E7D-AF43-CC4DC2D47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5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6AB9A-D456-CA4E-556E-95E7A2DAB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C9C26-9F1D-331E-DD38-38F2DEDB54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60E4F-25BF-9013-F7FF-72EDC8801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12B5A-B940-ABE2-E32F-4C0AC001C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E51-D5F0-4486-8587-94523325D0C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9A785-65C8-6FFB-483B-054A95D92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6A13A-867E-1837-87CB-D6E40EC2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7FFC-D8DB-4E7D-AF43-CC4DC2D47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66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78674-D86F-0A38-7C43-7A883E7A5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5E7DA-5EED-660F-5B90-B435404D8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97F27-8DDE-7ECA-1A21-44C8D8CB7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42826D-DEA7-4DDA-8A48-0A005BE35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0B93E-42BB-5FEB-D8D4-53296B2FB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A59CC7-C3F7-98BA-CC89-30F489E2B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E51-D5F0-4486-8587-94523325D0C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5AD5B5-7B8D-5482-DB07-CE8F5685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83576C-275E-6298-EEFE-12ED57AD1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7FFC-D8DB-4E7D-AF43-CC4DC2D47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66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57E45-A8F1-EE65-11E0-0E23D94C2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CD2130-00CF-F1F7-5D3E-1C9BAA266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E51-D5F0-4486-8587-94523325D0C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124D0E-E877-319B-EAB7-D13C09DB9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60646F-A7F5-8B83-FC1E-118CFCDC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7FFC-D8DB-4E7D-AF43-CC4DC2D47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0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ED88C3-8DA5-3373-2768-64E09F00C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E51-D5F0-4486-8587-94523325D0C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493F26-8151-97B9-478C-4DB8BD2F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277E4-54BE-95D5-0EBC-A95D23B44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7FFC-D8DB-4E7D-AF43-CC4DC2D47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1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6326-C059-BC2D-F14C-7F9E2FC8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FD3DF-AF63-ECAE-4B75-0AAB1145B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30304-E0DB-9C1F-F925-B278E20A3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F0594-B705-0320-DB91-125A81B11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E51-D5F0-4486-8587-94523325D0C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DBC62-CFD6-150C-D187-043CF5B74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21845-7709-B9C7-03A4-A6778DF23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7FFC-D8DB-4E7D-AF43-CC4DC2D47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DA723-9820-752B-A708-E2C7F01C0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C8D97-A5C0-3EA5-DA0A-3779684A0E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32CF0-1705-8ED7-335B-DFBF59D82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C377D-F930-3E88-8524-D56A1A8F9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E51-D5F0-4486-8587-94523325D0C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28BE6-3526-E05A-F9A3-8FBC22B0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862C5-4F4F-3702-BE30-B0386D79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7FFC-D8DB-4E7D-AF43-CC4DC2D47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28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B13EC-2E34-FB31-BC0B-E65DEB4CD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C810F-5444-3959-E15C-3F0DD2F62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93A6E-EEE9-2FCF-437D-9E680CCA6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E51-D5F0-4486-8587-94523325D0C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37509-2455-8379-C3BC-EF3A458CF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B9A0D-B8BA-223F-AF99-55EC4962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7FFC-D8DB-4E7D-AF43-CC4DC2D47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46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6ECD2C-8CDC-C0CB-58F2-B34192863D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EED8EE-58FC-1ACD-4E5B-73A049B00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C91D9-35FF-8CD7-1189-703C73E7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E51-D5F0-4486-8587-94523325D0C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A6F67-7950-2824-9978-341814483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F0628-2A92-7F2E-FA81-E2642DBC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7FFC-D8DB-4E7D-AF43-CC4DC2D47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281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558EB6-0F85-49C0-8F20-9D1084A57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844D6-AD7D-2328-F40A-FBE846373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FD54A-8335-A64D-E0A5-4BFCEF67A0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37E51-D5F0-4486-8587-94523325D0C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5A592-367D-6563-788D-E36DF92DC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C3B12-F70E-30DD-96D0-E82488373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F7FFC-D8DB-4E7D-AF43-CC4DC2D47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6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D34B62-B768-D48F-24B7-A6A21F026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88" y="698502"/>
            <a:ext cx="7869549" cy="4756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FDF702-3078-FCB8-D105-89CF02621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6198" y="1603612"/>
            <a:ext cx="3330148" cy="365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83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F80112-86B1-7592-AC05-EC8586D6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00" y="920294"/>
            <a:ext cx="6812475" cy="42895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BB04FC-B87F-786B-592A-638A2591F040}"/>
              </a:ext>
            </a:extLst>
          </p:cNvPr>
          <p:cNvSpPr txBox="1"/>
          <p:nvPr/>
        </p:nvSpPr>
        <p:spPr>
          <a:xfrm>
            <a:off x="4646263" y="675677"/>
            <a:ext cx="7614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Segoe Condensed" panose="020B0606040200020203" pitchFamily="34" charset="0"/>
              </a:rPr>
              <a:t>100µF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C22818-1A76-FA2E-93BD-7C932F972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701" y="1783418"/>
            <a:ext cx="3916863" cy="335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56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6D8BFD-49F7-533F-7124-687A332DD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844732"/>
            <a:ext cx="6542697" cy="48488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B8C65F-3E67-4223-4650-4081A1B27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8" y="1288076"/>
            <a:ext cx="4467680" cy="344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11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29</Words>
  <Application>Microsoft Office PowerPoint</Application>
  <PresentationFormat>Widescreen</PresentationFormat>
  <Paragraphs>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Condensed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E. FROEHLICH</dc:creator>
  <cp:lastModifiedBy>JON E. FROEHLICH</cp:lastModifiedBy>
  <cp:revision>1</cp:revision>
  <dcterms:created xsi:type="dcterms:W3CDTF">2026-04-29T17:20:52Z</dcterms:created>
  <dcterms:modified xsi:type="dcterms:W3CDTF">2026-04-29T21:48:21Z</dcterms:modified>
</cp:coreProperties>
</file>